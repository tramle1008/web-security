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7" r:id="rId3"/>
    <p:sldId id="286" r:id="rId4"/>
    <p:sldId id="258" r:id="rId5"/>
    <p:sldId id="259" r:id="rId6"/>
    <p:sldId id="282" r:id="rId7"/>
    <p:sldId id="289" r:id="rId8"/>
    <p:sldId id="287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2" r:id="rId29"/>
    <p:sldId id="315" r:id="rId30"/>
    <p:sldId id="314" r:id="rId31"/>
    <p:sldId id="313" r:id="rId32"/>
    <p:sldId id="256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3B45"/>
    <a:srgbClr val="00C5B4"/>
    <a:srgbClr val="F49461"/>
    <a:srgbClr val="E16162"/>
    <a:srgbClr val="F3F3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51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86" y="662"/>
      </p:cViewPr>
      <p:guideLst>
        <p:guide orient="horz" pos="2153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Calibri" panose="020F050202020403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Calibri" panose="020F050202020403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Calibri" panose="020F050202020403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Calibri" panose="020F050202020403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Calibri" panose="020F050202020403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D0DB-5CC4-402A-9760-4890EC67E9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B61A-557E-4B6D-BBF1-EE20E0EE5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D0DB-5CC4-402A-9760-4890EC67E9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B61A-557E-4B6D-BBF1-EE20E0EE5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D0DB-5CC4-402A-9760-4890EC67E9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B61A-557E-4B6D-BBF1-EE20E0EE5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D0DB-5CC4-402A-9760-4890EC67E9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B61A-557E-4B6D-BBF1-EE20E0EE5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D0DB-5CC4-402A-9760-4890EC67E9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B61A-557E-4B6D-BBF1-EE20E0EE5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D0DB-5CC4-402A-9760-4890EC67E9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B61A-557E-4B6D-BBF1-EE20E0EE5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D0DB-5CC4-402A-9760-4890EC67E9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B61A-557E-4B6D-BBF1-EE20E0EE5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D0DB-5CC4-402A-9760-4890EC67E9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B61A-557E-4B6D-BBF1-EE20E0EE5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D0DB-5CC4-402A-9760-4890EC67E9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B61A-557E-4B6D-BBF1-EE20E0EE5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D0DB-5CC4-402A-9760-4890EC67E9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B61A-557E-4B6D-BBF1-EE20E0EE5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D0DB-5CC4-402A-9760-4890EC67E9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B61A-557E-4B6D-BBF1-EE20E0EE5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0C5D0DB-5CC4-402A-9760-4890EC67E9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631B61A-557E-4B6D-BBF1-EE20E0EE58E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" name="组合 777"/>
          <p:cNvGrpSpPr/>
          <p:nvPr/>
        </p:nvGrpSpPr>
        <p:grpSpPr>
          <a:xfrm>
            <a:off x="3923711" y="119911"/>
            <a:ext cx="4340152" cy="4350488"/>
            <a:chOff x="8410575" y="4160838"/>
            <a:chExt cx="4665663" cy="4676775"/>
          </a:xfrm>
        </p:grpSpPr>
        <p:sp>
          <p:nvSpPr>
            <p:cNvPr id="578" name="Freeform 94"/>
            <p:cNvSpPr>
              <a:spLocks noEditPoints="1"/>
            </p:cNvSpPr>
            <p:nvPr/>
          </p:nvSpPr>
          <p:spPr bwMode="auto">
            <a:xfrm>
              <a:off x="10418763" y="6186488"/>
              <a:ext cx="641350" cy="749300"/>
            </a:xfrm>
            <a:custGeom>
              <a:avLst/>
              <a:gdLst>
                <a:gd name="T0" fmla="*/ 46 w 78"/>
                <a:gd name="T1" fmla="*/ 74 h 91"/>
                <a:gd name="T2" fmla="*/ 30 w 78"/>
                <a:gd name="T3" fmla="*/ 89 h 91"/>
                <a:gd name="T4" fmla="*/ 18 w 78"/>
                <a:gd name="T5" fmla="*/ 74 h 91"/>
                <a:gd name="T6" fmla="*/ 2 w 78"/>
                <a:gd name="T7" fmla="*/ 70 h 91"/>
                <a:gd name="T8" fmla="*/ 16 w 78"/>
                <a:gd name="T9" fmla="*/ 58 h 91"/>
                <a:gd name="T10" fmla="*/ 16 w 78"/>
                <a:gd name="T11" fmla="*/ 47 h 91"/>
                <a:gd name="T12" fmla="*/ 4 w 78"/>
                <a:gd name="T13" fmla="*/ 44 h 91"/>
                <a:gd name="T14" fmla="*/ 3 w 78"/>
                <a:gd name="T15" fmla="*/ 32 h 91"/>
                <a:gd name="T16" fmla="*/ 16 w 78"/>
                <a:gd name="T17" fmla="*/ 29 h 91"/>
                <a:gd name="T18" fmla="*/ 5 w 78"/>
                <a:gd name="T19" fmla="*/ 18 h 91"/>
                <a:gd name="T20" fmla="*/ 4 w 78"/>
                <a:gd name="T21" fmla="*/ 17 h 91"/>
                <a:gd name="T22" fmla="*/ 5 w 78"/>
                <a:gd name="T23" fmla="*/ 3 h 91"/>
                <a:gd name="T24" fmla="*/ 20 w 78"/>
                <a:gd name="T25" fmla="*/ 13 h 91"/>
                <a:gd name="T26" fmla="*/ 31 w 78"/>
                <a:gd name="T27" fmla="*/ 15 h 91"/>
                <a:gd name="T28" fmla="*/ 33 w 78"/>
                <a:gd name="T29" fmla="*/ 3 h 91"/>
                <a:gd name="T30" fmla="*/ 46 w 78"/>
                <a:gd name="T31" fmla="*/ 2 h 91"/>
                <a:gd name="T32" fmla="*/ 48 w 78"/>
                <a:gd name="T33" fmla="*/ 5 h 91"/>
                <a:gd name="T34" fmla="*/ 59 w 78"/>
                <a:gd name="T35" fmla="*/ 16 h 91"/>
                <a:gd name="T36" fmla="*/ 62 w 78"/>
                <a:gd name="T37" fmla="*/ 2 h 91"/>
                <a:gd name="T38" fmla="*/ 76 w 78"/>
                <a:gd name="T39" fmla="*/ 15 h 91"/>
                <a:gd name="T40" fmla="*/ 75 w 78"/>
                <a:gd name="T41" fmla="*/ 17 h 91"/>
                <a:gd name="T42" fmla="*/ 64 w 78"/>
                <a:gd name="T43" fmla="*/ 19 h 91"/>
                <a:gd name="T44" fmla="*/ 62 w 78"/>
                <a:gd name="T45" fmla="*/ 30 h 91"/>
                <a:gd name="T46" fmla="*/ 75 w 78"/>
                <a:gd name="T47" fmla="*/ 32 h 91"/>
                <a:gd name="T48" fmla="*/ 74 w 78"/>
                <a:gd name="T49" fmla="*/ 46 h 91"/>
                <a:gd name="T50" fmla="*/ 73 w 78"/>
                <a:gd name="T51" fmla="*/ 46 h 91"/>
                <a:gd name="T52" fmla="*/ 63 w 78"/>
                <a:gd name="T53" fmla="*/ 53 h 91"/>
                <a:gd name="T54" fmla="*/ 64 w 78"/>
                <a:gd name="T55" fmla="*/ 57 h 91"/>
                <a:gd name="T56" fmla="*/ 75 w 78"/>
                <a:gd name="T57" fmla="*/ 73 h 91"/>
                <a:gd name="T58" fmla="*/ 60 w 78"/>
                <a:gd name="T59" fmla="*/ 74 h 91"/>
                <a:gd name="T60" fmla="*/ 59 w 78"/>
                <a:gd name="T61" fmla="*/ 71 h 91"/>
                <a:gd name="T62" fmla="*/ 59 w 78"/>
                <a:gd name="T63" fmla="*/ 60 h 91"/>
                <a:gd name="T64" fmla="*/ 47 w 78"/>
                <a:gd name="T65" fmla="*/ 73 h 91"/>
                <a:gd name="T66" fmla="*/ 30 w 78"/>
                <a:gd name="T67" fmla="*/ 61 h 91"/>
                <a:gd name="T68" fmla="*/ 18 w 78"/>
                <a:gd name="T69" fmla="*/ 73 h 91"/>
                <a:gd name="T70" fmla="*/ 30 w 78"/>
                <a:gd name="T71" fmla="*/ 61 h 91"/>
                <a:gd name="T72" fmla="*/ 34 w 78"/>
                <a:gd name="T73" fmla="*/ 47 h 91"/>
                <a:gd name="T74" fmla="*/ 33 w 78"/>
                <a:gd name="T75" fmla="*/ 58 h 91"/>
                <a:gd name="T76" fmla="*/ 44 w 78"/>
                <a:gd name="T77" fmla="*/ 47 h 91"/>
                <a:gd name="T78" fmla="*/ 20 w 78"/>
                <a:gd name="T79" fmla="*/ 43 h 91"/>
                <a:gd name="T80" fmla="*/ 30 w 78"/>
                <a:gd name="T81" fmla="*/ 33 h 91"/>
                <a:gd name="T82" fmla="*/ 34 w 78"/>
                <a:gd name="T83" fmla="*/ 19 h 91"/>
                <a:gd name="T84" fmla="*/ 45 w 78"/>
                <a:gd name="T85" fmla="*/ 29 h 91"/>
                <a:gd name="T86" fmla="*/ 34 w 78"/>
                <a:gd name="T87" fmla="*/ 19 h 91"/>
                <a:gd name="T88" fmla="*/ 54 w 78"/>
                <a:gd name="T89" fmla="*/ 34 h 91"/>
                <a:gd name="T90" fmla="*/ 49 w 78"/>
                <a:gd name="T91" fmla="*/ 43 h 91"/>
                <a:gd name="T92" fmla="*/ 58 w 78"/>
                <a:gd name="T93" fmla="*/ 33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8" h="91">
                  <a:moveTo>
                    <a:pt x="46" y="74"/>
                  </a:moveTo>
                  <a:cubicBezTo>
                    <a:pt x="46" y="74"/>
                    <a:pt x="46" y="74"/>
                    <a:pt x="46" y="74"/>
                  </a:cubicBezTo>
                  <a:cubicBezTo>
                    <a:pt x="42" y="76"/>
                    <a:pt x="38" y="77"/>
                    <a:pt x="33" y="75"/>
                  </a:cubicBezTo>
                  <a:cubicBezTo>
                    <a:pt x="35" y="82"/>
                    <a:pt x="34" y="86"/>
                    <a:pt x="30" y="89"/>
                  </a:cubicBezTo>
                  <a:cubicBezTo>
                    <a:pt x="26" y="91"/>
                    <a:pt x="21" y="90"/>
                    <a:pt x="18" y="87"/>
                  </a:cubicBezTo>
                  <a:cubicBezTo>
                    <a:pt x="15" y="84"/>
                    <a:pt x="15" y="79"/>
                    <a:pt x="18" y="74"/>
                  </a:cubicBezTo>
                  <a:cubicBezTo>
                    <a:pt x="16" y="74"/>
                    <a:pt x="16" y="75"/>
                    <a:pt x="15" y="75"/>
                  </a:cubicBezTo>
                  <a:cubicBezTo>
                    <a:pt x="10" y="77"/>
                    <a:pt x="4" y="75"/>
                    <a:pt x="2" y="70"/>
                  </a:cubicBezTo>
                  <a:cubicBezTo>
                    <a:pt x="0" y="65"/>
                    <a:pt x="2" y="59"/>
                    <a:pt x="7" y="57"/>
                  </a:cubicBezTo>
                  <a:cubicBezTo>
                    <a:pt x="10" y="56"/>
                    <a:pt x="13" y="57"/>
                    <a:pt x="16" y="58"/>
                  </a:cubicBezTo>
                  <a:cubicBezTo>
                    <a:pt x="16" y="56"/>
                    <a:pt x="15" y="54"/>
                    <a:pt x="15" y="52"/>
                  </a:cubicBezTo>
                  <a:cubicBezTo>
                    <a:pt x="15" y="51"/>
                    <a:pt x="15" y="49"/>
                    <a:pt x="16" y="47"/>
                  </a:cubicBezTo>
                  <a:cubicBezTo>
                    <a:pt x="15" y="47"/>
                    <a:pt x="14" y="47"/>
                    <a:pt x="14" y="48"/>
                  </a:cubicBezTo>
                  <a:cubicBezTo>
                    <a:pt x="10" y="49"/>
                    <a:pt x="6" y="47"/>
                    <a:pt x="4" y="44"/>
                  </a:cubicBezTo>
                  <a:cubicBezTo>
                    <a:pt x="1" y="41"/>
                    <a:pt x="1" y="38"/>
                    <a:pt x="2" y="34"/>
                  </a:cubicBezTo>
                  <a:cubicBezTo>
                    <a:pt x="3" y="33"/>
                    <a:pt x="3" y="32"/>
                    <a:pt x="3" y="32"/>
                  </a:cubicBezTo>
                  <a:cubicBezTo>
                    <a:pt x="4" y="31"/>
                    <a:pt x="4" y="31"/>
                    <a:pt x="5" y="30"/>
                  </a:cubicBezTo>
                  <a:cubicBezTo>
                    <a:pt x="9" y="28"/>
                    <a:pt x="12" y="28"/>
                    <a:pt x="16" y="29"/>
                  </a:cubicBezTo>
                  <a:cubicBezTo>
                    <a:pt x="14" y="25"/>
                    <a:pt x="15" y="22"/>
                    <a:pt x="17" y="18"/>
                  </a:cubicBezTo>
                  <a:cubicBezTo>
                    <a:pt x="13" y="20"/>
                    <a:pt x="9" y="20"/>
                    <a:pt x="5" y="18"/>
                  </a:cubicBezTo>
                  <a:cubicBezTo>
                    <a:pt x="5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3" y="16"/>
                    <a:pt x="3" y="15"/>
                  </a:cubicBezTo>
                  <a:cubicBezTo>
                    <a:pt x="1" y="11"/>
                    <a:pt x="1" y="6"/>
                    <a:pt x="5" y="3"/>
                  </a:cubicBezTo>
                  <a:cubicBezTo>
                    <a:pt x="8" y="0"/>
                    <a:pt x="13" y="0"/>
                    <a:pt x="16" y="2"/>
                  </a:cubicBezTo>
                  <a:cubicBezTo>
                    <a:pt x="20" y="4"/>
                    <a:pt x="22" y="9"/>
                    <a:pt x="20" y="13"/>
                  </a:cubicBezTo>
                  <a:cubicBezTo>
                    <a:pt x="20" y="14"/>
                    <a:pt x="20" y="14"/>
                    <a:pt x="19" y="16"/>
                  </a:cubicBezTo>
                  <a:cubicBezTo>
                    <a:pt x="23" y="14"/>
                    <a:pt x="27" y="14"/>
                    <a:pt x="31" y="15"/>
                  </a:cubicBezTo>
                  <a:cubicBezTo>
                    <a:pt x="30" y="14"/>
                    <a:pt x="30" y="14"/>
                    <a:pt x="30" y="13"/>
                  </a:cubicBezTo>
                  <a:cubicBezTo>
                    <a:pt x="29" y="9"/>
                    <a:pt x="30" y="5"/>
                    <a:pt x="33" y="3"/>
                  </a:cubicBezTo>
                  <a:cubicBezTo>
                    <a:pt x="36" y="0"/>
                    <a:pt x="40" y="0"/>
                    <a:pt x="44" y="2"/>
                  </a:cubicBezTo>
                  <a:cubicBezTo>
                    <a:pt x="45" y="2"/>
                    <a:pt x="45" y="2"/>
                    <a:pt x="46" y="2"/>
                  </a:cubicBezTo>
                  <a:cubicBezTo>
                    <a:pt x="46" y="3"/>
                    <a:pt x="47" y="3"/>
                    <a:pt x="47" y="4"/>
                  </a:cubicBezTo>
                  <a:cubicBezTo>
                    <a:pt x="48" y="4"/>
                    <a:pt x="47" y="5"/>
                    <a:pt x="48" y="5"/>
                  </a:cubicBezTo>
                  <a:cubicBezTo>
                    <a:pt x="50" y="8"/>
                    <a:pt x="50" y="12"/>
                    <a:pt x="48" y="16"/>
                  </a:cubicBezTo>
                  <a:cubicBezTo>
                    <a:pt x="52" y="14"/>
                    <a:pt x="55" y="14"/>
                    <a:pt x="59" y="16"/>
                  </a:cubicBezTo>
                  <a:cubicBezTo>
                    <a:pt x="59" y="15"/>
                    <a:pt x="59" y="14"/>
                    <a:pt x="58" y="14"/>
                  </a:cubicBezTo>
                  <a:cubicBezTo>
                    <a:pt x="57" y="9"/>
                    <a:pt x="58" y="5"/>
                    <a:pt x="62" y="2"/>
                  </a:cubicBezTo>
                  <a:cubicBezTo>
                    <a:pt x="66" y="0"/>
                    <a:pt x="70" y="0"/>
                    <a:pt x="74" y="3"/>
                  </a:cubicBezTo>
                  <a:cubicBezTo>
                    <a:pt x="77" y="6"/>
                    <a:pt x="78" y="11"/>
                    <a:pt x="76" y="15"/>
                  </a:cubicBezTo>
                  <a:cubicBezTo>
                    <a:pt x="76" y="16"/>
                    <a:pt x="75" y="16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4" y="17"/>
                    <a:pt x="74" y="18"/>
                    <a:pt x="73" y="18"/>
                  </a:cubicBezTo>
                  <a:cubicBezTo>
                    <a:pt x="70" y="20"/>
                    <a:pt x="67" y="20"/>
                    <a:pt x="64" y="19"/>
                  </a:cubicBezTo>
                  <a:cubicBezTo>
                    <a:pt x="63" y="19"/>
                    <a:pt x="63" y="19"/>
                    <a:pt x="62" y="19"/>
                  </a:cubicBezTo>
                  <a:cubicBezTo>
                    <a:pt x="64" y="25"/>
                    <a:pt x="63" y="25"/>
                    <a:pt x="62" y="30"/>
                  </a:cubicBezTo>
                  <a:cubicBezTo>
                    <a:pt x="63" y="29"/>
                    <a:pt x="64" y="29"/>
                    <a:pt x="65" y="29"/>
                  </a:cubicBezTo>
                  <a:cubicBezTo>
                    <a:pt x="69" y="28"/>
                    <a:pt x="72" y="29"/>
                    <a:pt x="75" y="32"/>
                  </a:cubicBezTo>
                  <a:cubicBezTo>
                    <a:pt x="77" y="35"/>
                    <a:pt x="78" y="39"/>
                    <a:pt x="76" y="43"/>
                  </a:cubicBezTo>
                  <a:cubicBezTo>
                    <a:pt x="75" y="44"/>
                    <a:pt x="75" y="45"/>
                    <a:pt x="74" y="46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4" y="46"/>
                    <a:pt x="73" y="46"/>
                    <a:pt x="73" y="46"/>
                  </a:cubicBezTo>
                  <a:cubicBezTo>
                    <a:pt x="69" y="49"/>
                    <a:pt x="66" y="49"/>
                    <a:pt x="62" y="47"/>
                  </a:cubicBezTo>
                  <a:cubicBezTo>
                    <a:pt x="62" y="49"/>
                    <a:pt x="63" y="51"/>
                    <a:pt x="63" y="53"/>
                  </a:cubicBezTo>
                  <a:cubicBezTo>
                    <a:pt x="63" y="54"/>
                    <a:pt x="62" y="56"/>
                    <a:pt x="62" y="58"/>
                  </a:cubicBezTo>
                  <a:cubicBezTo>
                    <a:pt x="63" y="58"/>
                    <a:pt x="63" y="58"/>
                    <a:pt x="64" y="57"/>
                  </a:cubicBezTo>
                  <a:cubicBezTo>
                    <a:pt x="68" y="56"/>
                    <a:pt x="73" y="58"/>
                    <a:pt x="75" y="61"/>
                  </a:cubicBezTo>
                  <a:cubicBezTo>
                    <a:pt x="77" y="65"/>
                    <a:pt x="77" y="69"/>
                    <a:pt x="75" y="73"/>
                  </a:cubicBezTo>
                  <a:cubicBezTo>
                    <a:pt x="72" y="76"/>
                    <a:pt x="68" y="77"/>
                    <a:pt x="64" y="75"/>
                  </a:cubicBezTo>
                  <a:cubicBezTo>
                    <a:pt x="62" y="75"/>
                    <a:pt x="61" y="74"/>
                    <a:pt x="60" y="74"/>
                  </a:cubicBezTo>
                  <a:cubicBezTo>
                    <a:pt x="60" y="74"/>
                    <a:pt x="60" y="73"/>
                    <a:pt x="59" y="73"/>
                  </a:cubicBezTo>
                  <a:cubicBezTo>
                    <a:pt x="59" y="73"/>
                    <a:pt x="59" y="72"/>
                    <a:pt x="59" y="71"/>
                  </a:cubicBezTo>
                  <a:cubicBezTo>
                    <a:pt x="57" y="68"/>
                    <a:pt x="57" y="66"/>
                    <a:pt x="58" y="63"/>
                  </a:cubicBezTo>
                  <a:cubicBezTo>
                    <a:pt x="58" y="62"/>
                    <a:pt x="59" y="62"/>
                    <a:pt x="59" y="60"/>
                  </a:cubicBezTo>
                  <a:cubicBezTo>
                    <a:pt x="55" y="63"/>
                    <a:pt x="51" y="63"/>
                    <a:pt x="47" y="61"/>
                  </a:cubicBezTo>
                  <a:cubicBezTo>
                    <a:pt x="50" y="66"/>
                    <a:pt x="49" y="69"/>
                    <a:pt x="47" y="73"/>
                  </a:cubicBezTo>
                  <a:cubicBezTo>
                    <a:pt x="46" y="73"/>
                    <a:pt x="46" y="74"/>
                    <a:pt x="46" y="74"/>
                  </a:cubicBezTo>
                  <a:close/>
                  <a:moveTo>
                    <a:pt x="30" y="61"/>
                  </a:moveTo>
                  <a:cubicBezTo>
                    <a:pt x="27" y="63"/>
                    <a:pt x="23" y="62"/>
                    <a:pt x="19" y="61"/>
                  </a:cubicBezTo>
                  <a:cubicBezTo>
                    <a:pt x="21" y="65"/>
                    <a:pt x="21" y="69"/>
                    <a:pt x="18" y="73"/>
                  </a:cubicBezTo>
                  <a:cubicBezTo>
                    <a:pt x="22" y="70"/>
                    <a:pt x="26" y="70"/>
                    <a:pt x="31" y="72"/>
                  </a:cubicBezTo>
                  <a:cubicBezTo>
                    <a:pt x="29" y="68"/>
                    <a:pt x="29" y="65"/>
                    <a:pt x="30" y="61"/>
                  </a:cubicBezTo>
                  <a:close/>
                  <a:moveTo>
                    <a:pt x="44" y="47"/>
                  </a:moveTo>
                  <a:cubicBezTo>
                    <a:pt x="40" y="49"/>
                    <a:pt x="37" y="49"/>
                    <a:pt x="34" y="47"/>
                  </a:cubicBezTo>
                  <a:cubicBezTo>
                    <a:pt x="34" y="49"/>
                    <a:pt x="35" y="51"/>
                    <a:pt x="35" y="53"/>
                  </a:cubicBezTo>
                  <a:cubicBezTo>
                    <a:pt x="35" y="55"/>
                    <a:pt x="34" y="56"/>
                    <a:pt x="33" y="58"/>
                  </a:cubicBezTo>
                  <a:cubicBezTo>
                    <a:pt x="37" y="56"/>
                    <a:pt x="41" y="56"/>
                    <a:pt x="45" y="58"/>
                  </a:cubicBezTo>
                  <a:cubicBezTo>
                    <a:pt x="43" y="54"/>
                    <a:pt x="43" y="51"/>
                    <a:pt x="44" y="47"/>
                  </a:cubicBezTo>
                  <a:close/>
                  <a:moveTo>
                    <a:pt x="20" y="33"/>
                  </a:moveTo>
                  <a:cubicBezTo>
                    <a:pt x="21" y="36"/>
                    <a:pt x="21" y="40"/>
                    <a:pt x="20" y="43"/>
                  </a:cubicBezTo>
                  <a:cubicBezTo>
                    <a:pt x="23" y="42"/>
                    <a:pt x="27" y="42"/>
                    <a:pt x="30" y="43"/>
                  </a:cubicBezTo>
                  <a:cubicBezTo>
                    <a:pt x="28" y="40"/>
                    <a:pt x="29" y="36"/>
                    <a:pt x="30" y="33"/>
                  </a:cubicBezTo>
                  <a:cubicBezTo>
                    <a:pt x="27" y="34"/>
                    <a:pt x="23" y="34"/>
                    <a:pt x="20" y="33"/>
                  </a:cubicBezTo>
                  <a:close/>
                  <a:moveTo>
                    <a:pt x="34" y="19"/>
                  </a:moveTo>
                  <a:cubicBezTo>
                    <a:pt x="35" y="22"/>
                    <a:pt x="36" y="26"/>
                    <a:pt x="34" y="29"/>
                  </a:cubicBezTo>
                  <a:cubicBezTo>
                    <a:pt x="38" y="28"/>
                    <a:pt x="41" y="28"/>
                    <a:pt x="45" y="29"/>
                  </a:cubicBezTo>
                  <a:cubicBezTo>
                    <a:pt x="43" y="26"/>
                    <a:pt x="43" y="22"/>
                    <a:pt x="45" y="18"/>
                  </a:cubicBezTo>
                  <a:cubicBezTo>
                    <a:pt x="41" y="21"/>
                    <a:pt x="38" y="20"/>
                    <a:pt x="34" y="19"/>
                  </a:cubicBezTo>
                  <a:close/>
                  <a:moveTo>
                    <a:pt x="58" y="33"/>
                  </a:moveTo>
                  <a:cubicBezTo>
                    <a:pt x="57" y="34"/>
                    <a:pt x="55" y="34"/>
                    <a:pt x="54" y="34"/>
                  </a:cubicBezTo>
                  <a:cubicBezTo>
                    <a:pt x="52" y="34"/>
                    <a:pt x="50" y="34"/>
                    <a:pt x="49" y="34"/>
                  </a:cubicBezTo>
                  <a:cubicBezTo>
                    <a:pt x="49" y="37"/>
                    <a:pt x="49" y="40"/>
                    <a:pt x="49" y="43"/>
                  </a:cubicBezTo>
                  <a:cubicBezTo>
                    <a:pt x="52" y="42"/>
                    <a:pt x="55" y="43"/>
                    <a:pt x="59" y="44"/>
                  </a:cubicBezTo>
                  <a:cubicBezTo>
                    <a:pt x="57" y="40"/>
                    <a:pt x="57" y="37"/>
                    <a:pt x="58" y="3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9" name="Freeform 95"/>
            <p:cNvSpPr/>
            <p:nvPr/>
          </p:nvSpPr>
          <p:spPr bwMode="auto">
            <a:xfrm>
              <a:off x="10310813" y="6302375"/>
              <a:ext cx="165100" cy="163513"/>
            </a:xfrm>
            <a:custGeom>
              <a:avLst/>
              <a:gdLst>
                <a:gd name="T0" fmla="*/ 17 w 20"/>
                <a:gd name="T1" fmla="*/ 3 h 20"/>
                <a:gd name="T2" fmla="*/ 17 w 20"/>
                <a:gd name="T3" fmla="*/ 3 h 20"/>
                <a:gd name="T4" fmla="*/ 18 w 20"/>
                <a:gd name="T5" fmla="*/ 15 h 20"/>
                <a:gd name="T6" fmla="*/ 18 w 20"/>
                <a:gd name="T7" fmla="*/ 16 h 20"/>
                <a:gd name="T8" fmla="*/ 16 w 20"/>
                <a:gd name="T9" fmla="*/ 18 h 20"/>
                <a:gd name="T10" fmla="*/ 8 w 20"/>
                <a:gd name="T11" fmla="*/ 19 h 20"/>
                <a:gd name="T12" fmla="*/ 1 w 20"/>
                <a:gd name="T13" fmla="*/ 12 h 20"/>
                <a:gd name="T14" fmla="*/ 4 w 20"/>
                <a:gd name="T15" fmla="*/ 2 h 20"/>
                <a:gd name="T16" fmla="*/ 15 w 20"/>
                <a:gd name="T17" fmla="*/ 2 h 20"/>
                <a:gd name="T18" fmla="*/ 17 w 20"/>
                <a:gd name="T1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7" y="3"/>
                  </a:moveTo>
                  <a:cubicBezTo>
                    <a:pt x="17" y="3"/>
                    <a:pt x="17" y="3"/>
                    <a:pt x="17" y="3"/>
                  </a:cubicBezTo>
                  <a:cubicBezTo>
                    <a:pt x="20" y="7"/>
                    <a:pt x="20" y="11"/>
                    <a:pt x="18" y="15"/>
                  </a:cubicBezTo>
                  <a:cubicBezTo>
                    <a:pt x="18" y="15"/>
                    <a:pt x="18" y="16"/>
                    <a:pt x="18" y="16"/>
                  </a:cubicBezTo>
                  <a:cubicBezTo>
                    <a:pt x="17" y="17"/>
                    <a:pt x="17" y="17"/>
                    <a:pt x="16" y="18"/>
                  </a:cubicBezTo>
                  <a:cubicBezTo>
                    <a:pt x="14" y="19"/>
                    <a:pt x="11" y="20"/>
                    <a:pt x="8" y="19"/>
                  </a:cubicBezTo>
                  <a:cubicBezTo>
                    <a:pt x="4" y="18"/>
                    <a:pt x="1" y="15"/>
                    <a:pt x="1" y="12"/>
                  </a:cubicBezTo>
                  <a:cubicBezTo>
                    <a:pt x="0" y="8"/>
                    <a:pt x="1" y="5"/>
                    <a:pt x="4" y="2"/>
                  </a:cubicBezTo>
                  <a:cubicBezTo>
                    <a:pt x="8" y="0"/>
                    <a:pt x="11" y="0"/>
                    <a:pt x="15" y="2"/>
                  </a:cubicBezTo>
                  <a:cubicBezTo>
                    <a:pt x="16" y="2"/>
                    <a:pt x="16" y="3"/>
                    <a:pt x="17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0" name="Freeform 96"/>
            <p:cNvSpPr/>
            <p:nvPr/>
          </p:nvSpPr>
          <p:spPr bwMode="auto">
            <a:xfrm>
              <a:off x="10310813" y="6532563"/>
              <a:ext cx="157163" cy="165100"/>
            </a:xfrm>
            <a:custGeom>
              <a:avLst/>
              <a:gdLst>
                <a:gd name="T0" fmla="*/ 19 w 19"/>
                <a:gd name="T1" fmla="*/ 10 h 20"/>
                <a:gd name="T2" fmla="*/ 10 w 19"/>
                <a:gd name="T3" fmla="*/ 20 h 20"/>
                <a:gd name="T4" fmla="*/ 0 w 19"/>
                <a:gd name="T5" fmla="*/ 10 h 20"/>
                <a:gd name="T6" fmla="*/ 10 w 19"/>
                <a:gd name="T7" fmla="*/ 1 h 20"/>
                <a:gd name="T8" fmla="*/ 19 w 19"/>
                <a:gd name="T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0">
                  <a:moveTo>
                    <a:pt x="19" y="10"/>
                  </a:moveTo>
                  <a:cubicBezTo>
                    <a:pt x="19" y="15"/>
                    <a:pt x="15" y="20"/>
                    <a:pt x="10" y="20"/>
                  </a:cubicBezTo>
                  <a:cubicBezTo>
                    <a:pt x="5" y="20"/>
                    <a:pt x="0" y="15"/>
                    <a:pt x="0" y="10"/>
                  </a:cubicBezTo>
                  <a:cubicBezTo>
                    <a:pt x="0" y="5"/>
                    <a:pt x="4" y="1"/>
                    <a:pt x="10" y="1"/>
                  </a:cubicBezTo>
                  <a:cubicBezTo>
                    <a:pt x="15" y="0"/>
                    <a:pt x="19" y="5"/>
                    <a:pt x="19" y="1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1" name="Freeform 97"/>
            <p:cNvSpPr/>
            <p:nvPr/>
          </p:nvSpPr>
          <p:spPr bwMode="auto">
            <a:xfrm>
              <a:off x="10772776" y="6762750"/>
              <a:ext cx="163513" cy="173038"/>
            </a:xfrm>
            <a:custGeom>
              <a:avLst/>
              <a:gdLst>
                <a:gd name="T0" fmla="*/ 16 w 20"/>
                <a:gd name="T1" fmla="*/ 3 h 21"/>
                <a:gd name="T2" fmla="*/ 17 w 20"/>
                <a:gd name="T3" fmla="*/ 4 h 21"/>
                <a:gd name="T4" fmla="*/ 19 w 20"/>
                <a:gd name="T5" fmla="*/ 13 h 21"/>
                <a:gd name="T6" fmla="*/ 12 w 20"/>
                <a:gd name="T7" fmla="*/ 20 h 21"/>
                <a:gd name="T8" fmla="*/ 2 w 20"/>
                <a:gd name="T9" fmla="*/ 16 h 21"/>
                <a:gd name="T10" fmla="*/ 2 w 20"/>
                <a:gd name="T11" fmla="*/ 6 h 21"/>
                <a:gd name="T12" fmla="*/ 3 w 20"/>
                <a:gd name="T13" fmla="*/ 4 h 21"/>
                <a:gd name="T14" fmla="*/ 3 w 20"/>
                <a:gd name="T15" fmla="*/ 4 h 21"/>
                <a:gd name="T16" fmla="*/ 16 w 20"/>
                <a:gd name="T17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21">
                  <a:moveTo>
                    <a:pt x="16" y="3"/>
                  </a:moveTo>
                  <a:cubicBezTo>
                    <a:pt x="17" y="3"/>
                    <a:pt x="17" y="4"/>
                    <a:pt x="17" y="4"/>
                  </a:cubicBezTo>
                  <a:cubicBezTo>
                    <a:pt x="19" y="6"/>
                    <a:pt x="20" y="9"/>
                    <a:pt x="19" y="13"/>
                  </a:cubicBezTo>
                  <a:cubicBezTo>
                    <a:pt x="18" y="17"/>
                    <a:pt x="16" y="19"/>
                    <a:pt x="12" y="20"/>
                  </a:cubicBezTo>
                  <a:cubicBezTo>
                    <a:pt x="8" y="21"/>
                    <a:pt x="5" y="20"/>
                    <a:pt x="2" y="16"/>
                  </a:cubicBezTo>
                  <a:cubicBezTo>
                    <a:pt x="0" y="13"/>
                    <a:pt x="0" y="10"/>
                    <a:pt x="2" y="6"/>
                  </a:cubicBezTo>
                  <a:cubicBezTo>
                    <a:pt x="2" y="5"/>
                    <a:pt x="3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8" y="0"/>
                    <a:pt x="11" y="0"/>
                    <a:pt x="16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2" name="Freeform 98"/>
            <p:cNvSpPr/>
            <p:nvPr/>
          </p:nvSpPr>
          <p:spPr bwMode="auto">
            <a:xfrm>
              <a:off x="10993438" y="6532563"/>
              <a:ext cx="182563" cy="173038"/>
            </a:xfrm>
            <a:custGeom>
              <a:avLst/>
              <a:gdLst>
                <a:gd name="T0" fmla="*/ 4 w 22"/>
                <a:gd name="T1" fmla="*/ 4 h 21"/>
                <a:gd name="T2" fmla="*/ 4 w 22"/>
                <a:gd name="T3" fmla="*/ 4 h 21"/>
                <a:gd name="T4" fmla="*/ 17 w 22"/>
                <a:gd name="T5" fmla="*/ 3 h 21"/>
                <a:gd name="T6" fmla="*/ 20 w 22"/>
                <a:gd name="T7" fmla="*/ 14 h 21"/>
                <a:gd name="T8" fmla="*/ 8 w 22"/>
                <a:gd name="T9" fmla="*/ 19 h 21"/>
                <a:gd name="T10" fmla="*/ 3 w 22"/>
                <a:gd name="T11" fmla="*/ 6 h 21"/>
                <a:gd name="T12" fmla="*/ 4 w 22"/>
                <a:gd name="T13" fmla="*/ 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1">
                  <a:moveTo>
                    <a:pt x="4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7" y="0"/>
                    <a:pt x="13" y="0"/>
                    <a:pt x="17" y="3"/>
                  </a:cubicBezTo>
                  <a:cubicBezTo>
                    <a:pt x="20" y="5"/>
                    <a:pt x="22" y="10"/>
                    <a:pt x="20" y="14"/>
                  </a:cubicBezTo>
                  <a:cubicBezTo>
                    <a:pt x="18" y="19"/>
                    <a:pt x="13" y="21"/>
                    <a:pt x="8" y="19"/>
                  </a:cubicBezTo>
                  <a:cubicBezTo>
                    <a:pt x="3" y="17"/>
                    <a:pt x="0" y="11"/>
                    <a:pt x="3" y="6"/>
                  </a:cubicBezTo>
                  <a:cubicBezTo>
                    <a:pt x="3" y="6"/>
                    <a:pt x="4" y="5"/>
                    <a:pt x="4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3" name="Oval 99"/>
            <p:cNvSpPr>
              <a:spLocks noChangeArrowheads="1"/>
            </p:cNvSpPr>
            <p:nvPr/>
          </p:nvSpPr>
          <p:spPr bwMode="auto">
            <a:xfrm>
              <a:off x="10550526" y="6070600"/>
              <a:ext cx="155575" cy="1571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4" name="Freeform 100"/>
            <p:cNvSpPr/>
            <p:nvPr/>
          </p:nvSpPr>
          <p:spPr bwMode="auto">
            <a:xfrm>
              <a:off x="10772776" y="6070600"/>
              <a:ext cx="171450" cy="173038"/>
            </a:xfrm>
            <a:custGeom>
              <a:avLst/>
              <a:gdLst>
                <a:gd name="T0" fmla="*/ 4 w 21"/>
                <a:gd name="T1" fmla="*/ 18 h 21"/>
                <a:gd name="T2" fmla="*/ 3 w 21"/>
                <a:gd name="T3" fmla="*/ 16 h 21"/>
                <a:gd name="T4" fmla="*/ 2 w 21"/>
                <a:gd name="T5" fmla="*/ 14 h 21"/>
                <a:gd name="T6" fmla="*/ 5 w 21"/>
                <a:gd name="T7" fmla="*/ 2 h 21"/>
                <a:gd name="T8" fmla="*/ 17 w 21"/>
                <a:gd name="T9" fmla="*/ 3 h 21"/>
                <a:gd name="T10" fmla="*/ 18 w 21"/>
                <a:gd name="T11" fmla="*/ 15 h 21"/>
                <a:gd name="T12" fmla="*/ 7 w 21"/>
                <a:gd name="T13" fmla="*/ 19 h 21"/>
                <a:gd name="T14" fmla="*/ 4 w 21"/>
                <a:gd name="T15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21">
                  <a:moveTo>
                    <a:pt x="4" y="18"/>
                  </a:moveTo>
                  <a:cubicBezTo>
                    <a:pt x="4" y="17"/>
                    <a:pt x="3" y="17"/>
                    <a:pt x="3" y="16"/>
                  </a:cubicBezTo>
                  <a:cubicBezTo>
                    <a:pt x="2" y="16"/>
                    <a:pt x="2" y="15"/>
                    <a:pt x="2" y="14"/>
                  </a:cubicBezTo>
                  <a:cubicBezTo>
                    <a:pt x="0" y="10"/>
                    <a:pt x="1" y="5"/>
                    <a:pt x="5" y="2"/>
                  </a:cubicBezTo>
                  <a:cubicBezTo>
                    <a:pt x="9" y="0"/>
                    <a:pt x="14" y="0"/>
                    <a:pt x="17" y="3"/>
                  </a:cubicBezTo>
                  <a:cubicBezTo>
                    <a:pt x="20" y="7"/>
                    <a:pt x="21" y="12"/>
                    <a:pt x="18" y="15"/>
                  </a:cubicBezTo>
                  <a:cubicBezTo>
                    <a:pt x="16" y="19"/>
                    <a:pt x="11" y="21"/>
                    <a:pt x="7" y="19"/>
                  </a:cubicBezTo>
                  <a:cubicBezTo>
                    <a:pt x="6" y="19"/>
                    <a:pt x="5" y="18"/>
                    <a:pt x="4" y="1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5" name="Freeform 101"/>
            <p:cNvSpPr/>
            <p:nvPr/>
          </p:nvSpPr>
          <p:spPr bwMode="auto">
            <a:xfrm>
              <a:off x="11002963" y="6310313"/>
              <a:ext cx="173038" cy="163513"/>
            </a:xfrm>
            <a:custGeom>
              <a:avLst/>
              <a:gdLst>
                <a:gd name="T0" fmla="*/ 4 w 21"/>
                <a:gd name="T1" fmla="*/ 2 h 20"/>
                <a:gd name="T2" fmla="*/ 4 w 21"/>
                <a:gd name="T3" fmla="*/ 2 h 20"/>
                <a:gd name="T4" fmla="*/ 10 w 21"/>
                <a:gd name="T5" fmla="*/ 0 h 20"/>
                <a:gd name="T6" fmla="*/ 20 w 21"/>
                <a:gd name="T7" fmla="*/ 7 h 20"/>
                <a:gd name="T8" fmla="*/ 16 w 21"/>
                <a:gd name="T9" fmla="*/ 17 h 20"/>
                <a:gd name="T10" fmla="*/ 4 w 21"/>
                <a:gd name="T11" fmla="*/ 16 h 20"/>
                <a:gd name="T12" fmla="*/ 2 w 21"/>
                <a:gd name="T13" fmla="*/ 5 h 20"/>
                <a:gd name="T14" fmla="*/ 4 w 21"/>
                <a:gd name="T15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20">
                  <a:moveTo>
                    <a:pt x="4" y="2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6" y="1"/>
                    <a:pt x="8" y="0"/>
                    <a:pt x="10" y="0"/>
                  </a:cubicBezTo>
                  <a:cubicBezTo>
                    <a:pt x="15" y="0"/>
                    <a:pt x="18" y="3"/>
                    <a:pt x="20" y="7"/>
                  </a:cubicBezTo>
                  <a:cubicBezTo>
                    <a:pt x="21" y="11"/>
                    <a:pt x="19" y="15"/>
                    <a:pt x="16" y="17"/>
                  </a:cubicBezTo>
                  <a:cubicBezTo>
                    <a:pt x="12" y="20"/>
                    <a:pt x="7" y="19"/>
                    <a:pt x="4" y="16"/>
                  </a:cubicBezTo>
                  <a:cubicBezTo>
                    <a:pt x="1" y="14"/>
                    <a:pt x="0" y="9"/>
                    <a:pt x="2" y="5"/>
                  </a:cubicBezTo>
                  <a:cubicBezTo>
                    <a:pt x="2" y="4"/>
                    <a:pt x="3" y="3"/>
                    <a:pt x="4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6" name="Oval 102"/>
            <p:cNvSpPr>
              <a:spLocks noChangeArrowheads="1"/>
            </p:cNvSpPr>
            <p:nvPr/>
          </p:nvSpPr>
          <p:spPr bwMode="auto">
            <a:xfrm>
              <a:off x="10204451" y="6424613"/>
              <a:ext cx="147638" cy="1492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7" name="Freeform 103"/>
            <p:cNvSpPr/>
            <p:nvPr/>
          </p:nvSpPr>
          <p:spPr bwMode="auto">
            <a:xfrm>
              <a:off x="10664826" y="6886575"/>
              <a:ext cx="147638" cy="155575"/>
            </a:xfrm>
            <a:custGeom>
              <a:avLst/>
              <a:gdLst>
                <a:gd name="T0" fmla="*/ 18 w 18"/>
                <a:gd name="T1" fmla="*/ 10 h 19"/>
                <a:gd name="T2" fmla="*/ 9 w 18"/>
                <a:gd name="T3" fmla="*/ 19 h 19"/>
                <a:gd name="T4" fmla="*/ 0 w 18"/>
                <a:gd name="T5" fmla="*/ 10 h 19"/>
                <a:gd name="T6" fmla="*/ 9 w 18"/>
                <a:gd name="T7" fmla="*/ 0 h 19"/>
                <a:gd name="T8" fmla="*/ 18 w 18"/>
                <a:gd name="T9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10"/>
                  </a:moveTo>
                  <a:cubicBezTo>
                    <a:pt x="18" y="15"/>
                    <a:pt x="14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5"/>
                    <a:pt x="18" y="1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8" name="Freeform 104"/>
            <p:cNvSpPr/>
            <p:nvPr/>
          </p:nvSpPr>
          <p:spPr bwMode="auto">
            <a:xfrm>
              <a:off x="11125201" y="6424613"/>
              <a:ext cx="157163" cy="157163"/>
            </a:xfrm>
            <a:custGeom>
              <a:avLst/>
              <a:gdLst>
                <a:gd name="T0" fmla="*/ 9 w 19"/>
                <a:gd name="T1" fmla="*/ 0 h 19"/>
                <a:gd name="T2" fmla="*/ 19 w 19"/>
                <a:gd name="T3" fmla="*/ 9 h 19"/>
                <a:gd name="T4" fmla="*/ 9 w 19"/>
                <a:gd name="T5" fmla="*/ 19 h 19"/>
                <a:gd name="T6" fmla="*/ 0 w 19"/>
                <a:gd name="T7" fmla="*/ 10 h 19"/>
                <a:gd name="T8" fmla="*/ 9 w 19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9" y="0"/>
                  </a:moveTo>
                  <a:cubicBezTo>
                    <a:pt x="14" y="0"/>
                    <a:pt x="19" y="4"/>
                    <a:pt x="19" y="9"/>
                  </a:cubicBezTo>
                  <a:cubicBezTo>
                    <a:pt x="19" y="15"/>
                    <a:pt x="14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9" name="Freeform 105"/>
            <p:cNvSpPr/>
            <p:nvPr/>
          </p:nvSpPr>
          <p:spPr bwMode="auto">
            <a:xfrm>
              <a:off x="11010901" y="6770688"/>
              <a:ext cx="155575" cy="157163"/>
            </a:xfrm>
            <a:custGeom>
              <a:avLst/>
              <a:gdLst>
                <a:gd name="T0" fmla="*/ 9 w 19"/>
                <a:gd name="T1" fmla="*/ 19 h 19"/>
                <a:gd name="T2" fmla="*/ 0 w 19"/>
                <a:gd name="T3" fmla="*/ 9 h 19"/>
                <a:gd name="T4" fmla="*/ 9 w 19"/>
                <a:gd name="T5" fmla="*/ 0 h 19"/>
                <a:gd name="T6" fmla="*/ 18 w 19"/>
                <a:gd name="T7" fmla="*/ 10 h 19"/>
                <a:gd name="T8" fmla="*/ 9 w 19"/>
                <a:gd name="T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9" y="19"/>
                  </a:moveTo>
                  <a:cubicBezTo>
                    <a:pt x="4" y="19"/>
                    <a:pt x="0" y="15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9" y="5"/>
                    <a:pt x="18" y="10"/>
                  </a:cubicBezTo>
                  <a:cubicBezTo>
                    <a:pt x="18" y="15"/>
                    <a:pt x="14" y="19"/>
                    <a:pt x="9" y="1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0" name="Oval 106"/>
            <p:cNvSpPr>
              <a:spLocks noChangeArrowheads="1"/>
            </p:cNvSpPr>
            <p:nvPr/>
          </p:nvSpPr>
          <p:spPr bwMode="auto">
            <a:xfrm>
              <a:off x="10664826" y="5964238"/>
              <a:ext cx="157163" cy="14763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1" name="Freeform 107"/>
            <p:cNvSpPr/>
            <p:nvPr/>
          </p:nvSpPr>
          <p:spPr bwMode="auto">
            <a:xfrm>
              <a:off x="11010901" y="6080125"/>
              <a:ext cx="155575" cy="155575"/>
            </a:xfrm>
            <a:custGeom>
              <a:avLst/>
              <a:gdLst>
                <a:gd name="T0" fmla="*/ 19 w 19"/>
                <a:gd name="T1" fmla="*/ 9 h 19"/>
                <a:gd name="T2" fmla="*/ 9 w 19"/>
                <a:gd name="T3" fmla="*/ 18 h 19"/>
                <a:gd name="T4" fmla="*/ 0 w 19"/>
                <a:gd name="T5" fmla="*/ 9 h 19"/>
                <a:gd name="T6" fmla="*/ 9 w 19"/>
                <a:gd name="T7" fmla="*/ 0 h 19"/>
                <a:gd name="T8" fmla="*/ 19 w 19"/>
                <a:gd name="T9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9" y="9"/>
                  </a:moveTo>
                  <a:cubicBezTo>
                    <a:pt x="19" y="14"/>
                    <a:pt x="14" y="19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9" y="4"/>
                    <a:pt x="19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2" name="Freeform 108"/>
            <p:cNvSpPr/>
            <p:nvPr/>
          </p:nvSpPr>
          <p:spPr bwMode="auto">
            <a:xfrm>
              <a:off x="10310813" y="6770688"/>
              <a:ext cx="157163" cy="157163"/>
            </a:xfrm>
            <a:custGeom>
              <a:avLst/>
              <a:gdLst>
                <a:gd name="T0" fmla="*/ 10 w 19"/>
                <a:gd name="T1" fmla="*/ 0 h 19"/>
                <a:gd name="T2" fmla="*/ 19 w 19"/>
                <a:gd name="T3" fmla="*/ 9 h 19"/>
                <a:gd name="T4" fmla="*/ 10 w 19"/>
                <a:gd name="T5" fmla="*/ 18 h 19"/>
                <a:gd name="T6" fmla="*/ 1 w 19"/>
                <a:gd name="T7" fmla="*/ 9 h 19"/>
                <a:gd name="T8" fmla="*/ 10 w 19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0" y="0"/>
                  </a:moveTo>
                  <a:cubicBezTo>
                    <a:pt x="15" y="0"/>
                    <a:pt x="19" y="4"/>
                    <a:pt x="19" y="9"/>
                  </a:cubicBezTo>
                  <a:cubicBezTo>
                    <a:pt x="19" y="14"/>
                    <a:pt x="15" y="18"/>
                    <a:pt x="10" y="18"/>
                  </a:cubicBezTo>
                  <a:cubicBezTo>
                    <a:pt x="5" y="19"/>
                    <a:pt x="0" y="14"/>
                    <a:pt x="1" y="9"/>
                  </a:cubicBezTo>
                  <a:cubicBezTo>
                    <a:pt x="1" y="4"/>
                    <a:pt x="5" y="0"/>
                    <a:pt x="10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3" name="Oval 109"/>
            <p:cNvSpPr>
              <a:spLocks noChangeArrowheads="1"/>
            </p:cNvSpPr>
            <p:nvPr/>
          </p:nvSpPr>
          <p:spPr bwMode="auto">
            <a:xfrm>
              <a:off x="10318751" y="6080125"/>
              <a:ext cx="149225" cy="14763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4" name="Oval 110"/>
            <p:cNvSpPr>
              <a:spLocks noChangeArrowheads="1"/>
            </p:cNvSpPr>
            <p:nvPr/>
          </p:nvSpPr>
          <p:spPr bwMode="auto">
            <a:xfrm>
              <a:off x="10434638" y="6886575"/>
              <a:ext cx="147638" cy="15557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5" name="Freeform 111"/>
            <p:cNvSpPr/>
            <p:nvPr/>
          </p:nvSpPr>
          <p:spPr bwMode="auto">
            <a:xfrm>
              <a:off x="10895013" y="6886575"/>
              <a:ext cx="149225" cy="155575"/>
            </a:xfrm>
            <a:custGeom>
              <a:avLst/>
              <a:gdLst>
                <a:gd name="T0" fmla="*/ 9 w 18"/>
                <a:gd name="T1" fmla="*/ 1 h 19"/>
                <a:gd name="T2" fmla="*/ 18 w 18"/>
                <a:gd name="T3" fmla="*/ 10 h 19"/>
                <a:gd name="T4" fmla="*/ 9 w 18"/>
                <a:gd name="T5" fmla="*/ 19 h 19"/>
                <a:gd name="T6" fmla="*/ 0 w 18"/>
                <a:gd name="T7" fmla="*/ 10 h 19"/>
                <a:gd name="T8" fmla="*/ 9 w 18"/>
                <a:gd name="T9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9" y="1"/>
                  </a:moveTo>
                  <a:cubicBezTo>
                    <a:pt x="14" y="0"/>
                    <a:pt x="18" y="4"/>
                    <a:pt x="18" y="10"/>
                  </a:cubicBezTo>
                  <a:cubicBezTo>
                    <a:pt x="18" y="15"/>
                    <a:pt x="14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5"/>
                    <a:pt x="4" y="1"/>
                    <a:pt x="9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6" name="Freeform 112"/>
            <p:cNvSpPr/>
            <p:nvPr/>
          </p:nvSpPr>
          <p:spPr bwMode="auto">
            <a:xfrm>
              <a:off x="11125201" y="6656388"/>
              <a:ext cx="157163" cy="155575"/>
            </a:xfrm>
            <a:custGeom>
              <a:avLst/>
              <a:gdLst>
                <a:gd name="T0" fmla="*/ 9 w 19"/>
                <a:gd name="T1" fmla="*/ 19 h 19"/>
                <a:gd name="T2" fmla="*/ 0 w 19"/>
                <a:gd name="T3" fmla="*/ 9 h 19"/>
                <a:gd name="T4" fmla="*/ 9 w 19"/>
                <a:gd name="T5" fmla="*/ 0 h 19"/>
                <a:gd name="T6" fmla="*/ 18 w 19"/>
                <a:gd name="T7" fmla="*/ 10 h 19"/>
                <a:gd name="T8" fmla="*/ 9 w 19"/>
                <a:gd name="T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9" y="19"/>
                  </a:moveTo>
                  <a:cubicBezTo>
                    <a:pt x="4" y="19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5" y="0"/>
                    <a:pt x="19" y="5"/>
                    <a:pt x="18" y="10"/>
                  </a:cubicBezTo>
                  <a:cubicBezTo>
                    <a:pt x="18" y="15"/>
                    <a:pt x="14" y="19"/>
                    <a:pt x="9" y="1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7" name="Freeform 113"/>
            <p:cNvSpPr/>
            <p:nvPr/>
          </p:nvSpPr>
          <p:spPr bwMode="auto">
            <a:xfrm>
              <a:off x="11125201" y="6194425"/>
              <a:ext cx="157163" cy="149225"/>
            </a:xfrm>
            <a:custGeom>
              <a:avLst/>
              <a:gdLst>
                <a:gd name="T0" fmla="*/ 10 w 19"/>
                <a:gd name="T1" fmla="*/ 18 h 18"/>
                <a:gd name="T2" fmla="*/ 0 w 19"/>
                <a:gd name="T3" fmla="*/ 9 h 18"/>
                <a:gd name="T4" fmla="*/ 10 w 19"/>
                <a:gd name="T5" fmla="*/ 0 h 18"/>
                <a:gd name="T6" fmla="*/ 19 w 19"/>
                <a:gd name="T7" fmla="*/ 9 h 18"/>
                <a:gd name="T8" fmla="*/ 10 w 19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8">
                  <a:moveTo>
                    <a:pt x="10" y="18"/>
                  </a:moveTo>
                  <a:cubicBezTo>
                    <a:pt x="5" y="18"/>
                    <a:pt x="1" y="14"/>
                    <a:pt x="0" y="9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5" y="0"/>
                    <a:pt x="19" y="4"/>
                    <a:pt x="19" y="9"/>
                  </a:cubicBezTo>
                  <a:cubicBezTo>
                    <a:pt x="19" y="14"/>
                    <a:pt x="15" y="18"/>
                    <a:pt x="10" y="1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8" name="Oval 114"/>
            <p:cNvSpPr>
              <a:spLocks noChangeArrowheads="1"/>
            </p:cNvSpPr>
            <p:nvPr/>
          </p:nvSpPr>
          <p:spPr bwMode="auto">
            <a:xfrm>
              <a:off x="10204451" y="6194425"/>
              <a:ext cx="147638" cy="1492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9" name="Freeform 115"/>
            <p:cNvSpPr/>
            <p:nvPr/>
          </p:nvSpPr>
          <p:spPr bwMode="auto">
            <a:xfrm>
              <a:off x="10196513" y="6656388"/>
              <a:ext cx="155575" cy="155575"/>
            </a:xfrm>
            <a:custGeom>
              <a:avLst/>
              <a:gdLst>
                <a:gd name="T0" fmla="*/ 10 w 19"/>
                <a:gd name="T1" fmla="*/ 0 h 19"/>
                <a:gd name="T2" fmla="*/ 19 w 19"/>
                <a:gd name="T3" fmla="*/ 9 h 19"/>
                <a:gd name="T4" fmla="*/ 9 w 19"/>
                <a:gd name="T5" fmla="*/ 18 h 19"/>
                <a:gd name="T6" fmla="*/ 1 w 19"/>
                <a:gd name="T7" fmla="*/ 9 h 19"/>
                <a:gd name="T8" fmla="*/ 10 w 19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0" y="0"/>
                  </a:moveTo>
                  <a:cubicBezTo>
                    <a:pt x="15" y="0"/>
                    <a:pt x="19" y="4"/>
                    <a:pt x="19" y="9"/>
                  </a:cubicBezTo>
                  <a:cubicBezTo>
                    <a:pt x="19" y="14"/>
                    <a:pt x="15" y="19"/>
                    <a:pt x="9" y="18"/>
                  </a:cubicBezTo>
                  <a:cubicBezTo>
                    <a:pt x="4" y="18"/>
                    <a:pt x="0" y="14"/>
                    <a:pt x="1" y="9"/>
                  </a:cubicBezTo>
                  <a:cubicBezTo>
                    <a:pt x="1" y="4"/>
                    <a:pt x="5" y="0"/>
                    <a:pt x="10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0" name="Freeform 116"/>
            <p:cNvSpPr/>
            <p:nvPr/>
          </p:nvSpPr>
          <p:spPr bwMode="auto">
            <a:xfrm>
              <a:off x="10895013" y="5964238"/>
              <a:ext cx="157163" cy="147638"/>
            </a:xfrm>
            <a:custGeom>
              <a:avLst/>
              <a:gdLst>
                <a:gd name="T0" fmla="*/ 19 w 19"/>
                <a:gd name="T1" fmla="*/ 9 h 18"/>
                <a:gd name="T2" fmla="*/ 9 w 19"/>
                <a:gd name="T3" fmla="*/ 18 h 18"/>
                <a:gd name="T4" fmla="*/ 0 w 19"/>
                <a:gd name="T5" fmla="*/ 9 h 18"/>
                <a:gd name="T6" fmla="*/ 10 w 19"/>
                <a:gd name="T7" fmla="*/ 0 h 18"/>
                <a:gd name="T8" fmla="*/ 19 w 19"/>
                <a:gd name="T9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8">
                  <a:moveTo>
                    <a:pt x="19" y="9"/>
                  </a:moveTo>
                  <a:cubicBezTo>
                    <a:pt x="18" y="14"/>
                    <a:pt x="14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5" y="0"/>
                    <a:pt x="19" y="4"/>
                    <a:pt x="19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1" name="Freeform 117"/>
            <p:cNvSpPr/>
            <p:nvPr/>
          </p:nvSpPr>
          <p:spPr bwMode="auto">
            <a:xfrm>
              <a:off x="10434638" y="5956300"/>
              <a:ext cx="147638" cy="155575"/>
            </a:xfrm>
            <a:custGeom>
              <a:avLst/>
              <a:gdLst>
                <a:gd name="T0" fmla="*/ 18 w 18"/>
                <a:gd name="T1" fmla="*/ 10 h 19"/>
                <a:gd name="T2" fmla="*/ 9 w 18"/>
                <a:gd name="T3" fmla="*/ 19 h 19"/>
                <a:gd name="T4" fmla="*/ 0 w 18"/>
                <a:gd name="T5" fmla="*/ 10 h 19"/>
                <a:gd name="T6" fmla="*/ 9 w 18"/>
                <a:gd name="T7" fmla="*/ 1 h 19"/>
                <a:gd name="T8" fmla="*/ 18 w 18"/>
                <a:gd name="T9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10"/>
                  </a:moveTo>
                  <a:cubicBezTo>
                    <a:pt x="18" y="15"/>
                    <a:pt x="14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5"/>
                    <a:pt x="4" y="1"/>
                    <a:pt x="9" y="1"/>
                  </a:cubicBezTo>
                  <a:cubicBezTo>
                    <a:pt x="14" y="0"/>
                    <a:pt x="18" y="5"/>
                    <a:pt x="18" y="1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2" name="Freeform 118"/>
            <p:cNvSpPr/>
            <p:nvPr/>
          </p:nvSpPr>
          <p:spPr bwMode="auto">
            <a:xfrm>
              <a:off x="10550526" y="7000875"/>
              <a:ext cx="147638" cy="157163"/>
            </a:xfrm>
            <a:custGeom>
              <a:avLst/>
              <a:gdLst>
                <a:gd name="T0" fmla="*/ 18 w 18"/>
                <a:gd name="T1" fmla="*/ 10 h 19"/>
                <a:gd name="T2" fmla="*/ 9 w 18"/>
                <a:gd name="T3" fmla="*/ 18 h 19"/>
                <a:gd name="T4" fmla="*/ 0 w 18"/>
                <a:gd name="T5" fmla="*/ 9 h 19"/>
                <a:gd name="T6" fmla="*/ 9 w 18"/>
                <a:gd name="T7" fmla="*/ 0 h 19"/>
                <a:gd name="T8" fmla="*/ 18 w 18"/>
                <a:gd name="T9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10"/>
                  </a:moveTo>
                  <a:cubicBezTo>
                    <a:pt x="18" y="15"/>
                    <a:pt x="14" y="19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5"/>
                    <a:pt x="18" y="1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3" name="Oval 119"/>
            <p:cNvSpPr>
              <a:spLocks noChangeArrowheads="1"/>
            </p:cNvSpPr>
            <p:nvPr/>
          </p:nvSpPr>
          <p:spPr bwMode="auto">
            <a:xfrm>
              <a:off x="10088563" y="6310313"/>
              <a:ext cx="149225" cy="14763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4" name="Freeform 120"/>
            <p:cNvSpPr/>
            <p:nvPr/>
          </p:nvSpPr>
          <p:spPr bwMode="auto">
            <a:xfrm>
              <a:off x="10080626" y="6540500"/>
              <a:ext cx="157163" cy="147638"/>
            </a:xfrm>
            <a:custGeom>
              <a:avLst/>
              <a:gdLst>
                <a:gd name="T0" fmla="*/ 9 w 19"/>
                <a:gd name="T1" fmla="*/ 18 h 18"/>
                <a:gd name="T2" fmla="*/ 1 w 19"/>
                <a:gd name="T3" fmla="*/ 9 h 18"/>
                <a:gd name="T4" fmla="*/ 10 w 19"/>
                <a:gd name="T5" fmla="*/ 0 h 18"/>
                <a:gd name="T6" fmla="*/ 19 w 19"/>
                <a:gd name="T7" fmla="*/ 10 h 18"/>
                <a:gd name="T8" fmla="*/ 9 w 19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8">
                  <a:moveTo>
                    <a:pt x="9" y="18"/>
                  </a:moveTo>
                  <a:cubicBezTo>
                    <a:pt x="4" y="18"/>
                    <a:pt x="0" y="14"/>
                    <a:pt x="1" y="9"/>
                  </a:cubicBezTo>
                  <a:cubicBezTo>
                    <a:pt x="1" y="4"/>
                    <a:pt x="5" y="0"/>
                    <a:pt x="10" y="0"/>
                  </a:cubicBezTo>
                  <a:cubicBezTo>
                    <a:pt x="15" y="0"/>
                    <a:pt x="19" y="4"/>
                    <a:pt x="19" y="10"/>
                  </a:cubicBezTo>
                  <a:cubicBezTo>
                    <a:pt x="18" y="14"/>
                    <a:pt x="14" y="18"/>
                    <a:pt x="9" y="1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5" name="Freeform 121"/>
            <p:cNvSpPr/>
            <p:nvPr/>
          </p:nvSpPr>
          <p:spPr bwMode="auto">
            <a:xfrm>
              <a:off x="11241088" y="6540500"/>
              <a:ext cx="147638" cy="147638"/>
            </a:xfrm>
            <a:custGeom>
              <a:avLst/>
              <a:gdLst>
                <a:gd name="T0" fmla="*/ 18 w 18"/>
                <a:gd name="T1" fmla="*/ 10 h 18"/>
                <a:gd name="T2" fmla="*/ 9 w 18"/>
                <a:gd name="T3" fmla="*/ 18 h 18"/>
                <a:gd name="T4" fmla="*/ 0 w 18"/>
                <a:gd name="T5" fmla="*/ 9 h 18"/>
                <a:gd name="T6" fmla="*/ 10 w 18"/>
                <a:gd name="T7" fmla="*/ 0 h 18"/>
                <a:gd name="T8" fmla="*/ 18 w 18"/>
                <a:gd name="T9" fmla="*/ 1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18" y="10"/>
                  </a:moveTo>
                  <a:cubicBezTo>
                    <a:pt x="18" y="15"/>
                    <a:pt x="14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5" y="1"/>
                    <a:pt x="18" y="5"/>
                    <a:pt x="18" y="1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6" name="Oval 122"/>
            <p:cNvSpPr>
              <a:spLocks noChangeArrowheads="1"/>
            </p:cNvSpPr>
            <p:nvPr/>
          </p:nvSpPr>
          <p:spPr bwMode="auto">
            <a:xfrm>
              <a:off x="10550526" y="5848350"/>
              <a:ext cx="147638" cy="1492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7" name="Oval 123"/>
            <p:cNvSpPr>
              <a:spLocks noChangeArrowheads="1"/>
            </p:cNvSpPr>
            <p:nvPr/>
          </p:nvSpPr>
          <p:spPr bwMode="auto">
            <a:xfrm>
              <a:off x="10780713" y="7010400"/>
              <a:ext cx="147638" cy="14763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8" name="Oval 124"/>
            <p:cNvSpPr>
              <a:spLocks noChangeArrowheads="1"/>
            </p:cNvSpPr>
            <p:nvPr/>
          </p:nvSpPr>
          <p:spPr bwMode="auto">
            <a:xfrm>
              <a:off x="11249026" y="6310313"/>
              <a:ext cx="147638" cy="14763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9" name="Oval 125"/>
            <p:cNvSpPr>
              <a:spLocks noChangeArrowheads="1"/>
            </p:cNvSpPr>
            <p:nvPr/>
          </p:nvSpPr>
          <p:spPr bwMode="auto">
            <a:xfrm>
              <a:off x="10780713" y="5848350"/>
              <a:ext cx="147638" cy="1492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0" name="Oval 126"/>
            <p:cNvSpPr>
              <a:spLocks noChangeArrowheads="1"/>
            </p:cNvSpPr>
            <p:nvPr/>
          </p:nvSpPr>
          <p:spPr bwMode="auto">
            <a:xfrm>
              <a:off x="11125201" y="6894513"/>
              <a:ext cx="149225" cy="14763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1" name="Freeform 127"/>
            <p:cNvSpPr/>
            <p:nvPr/>
          </p:nvSpPr>
          <p:spPr bwMode="auto">
            <a:xfrm>
              <a:off x="10204451" y="6886575"/>
              <a:ext cx="139700" cy="147638"/>
            </a:xfrm>
            <a:custGeom>
              <a:avLst/>
              <a:gdLst>
                <a:gd name="T0" fmla="*/ 8 w 17"/>
                <a:gd name="T1" fmla="*/ 18 h 18"/>
                <a:gd name="T2" fmla="*/ 0 w 17"/>
                <a:gd name="T3" fmla="*/ 9 h 18"/>
                <a:gd name="T4" fmla="*/ 9 w 17"/>
                <a:gd name="T5" fmla="*/ 1 h 18"/>
                <a:gd name="T6" fmla="*/ 17 w 17"/>
                <a:gd name="T7" fmla="*/ 9 h 18"/>
                <a:gd name="T8" fmla="*/ 8 w 17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8">
                  <a:moveTo>
                    <a:pt x="8" y="18"/>
                  </a:move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1"/>
                  </a:cubicBezTo>
                  <a:cubicBezTo>
                    <a:pt x="14" y="1"/>
                    <a:pt x="17" y="4"/>
                    <a:pt x="17" y="9"/>
                  </a:cubicBezTo>
                  <a:cubicBezTo>
                    <a:pt x="17" y="14"/>
                    <a:pt x="14" y="18"/>
                    <a:pt x="8" y="1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2" name="Oval 128"/>
            <p:cNvSpPr>
              <a:spLocks noChangeArrowheads="1"/>
            </p:cNvSpPr>
            <p:nvPr/>
          </p:nvSpPr>
          <p:spPr bwMode="auto">
            <a:xfrm>
              <a:off x="11134726" y="5964238"/>
              <a:ext cx="139700" cy="14763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3" name="Freeform 129"/>
            <p:cNvSpPr/>
            <p:nvPr/>
          </p:nvSpPr>
          <p:spPr bwMode="auto">
            <a:xfrm>
              <a:off x="10204451" y="5964238"/>
              <a:ext cx="147638" cy="147638"/>
            </a:xfrm>
            <a:custGeom>
              <a:avLst/>
              <a:gdLst>
                <a:gd name="T0" fmla="*/ 18 w 18"/>
                <a:gd name="T1" fmla="*/ 9 h 18"/>
                <a:gd name="T2" fmla="*/ 9 w 18"/>
                <a:gd name="T3" fmla="*/ 18 h 18"/>
                <a:gd name="T4" fmla="*/ 0 w 18"/>
                <a:gd name="T5" fmla="*/ 9 h 18"/>
                <a:gd name="T6" fmla="*/ 9 w 18"/>
                <a:gd name="T7" fmla="*/ 0 h 18"/>
                <a:gd name="T8" fmla="*/ 18 w 18"/>
                <a:gd name="T9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18" y="9"/>
                  </a:moveTo>
                  <a:cubicBezTo>
                    <a:pt x="18" y="13"/>
                    <a:pt x="14" y="17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4" name="Freeform 130"/>
            <p:cNvSpPr/>
            <p:nvPr/>
          </p:nvSpPr>
          <p:spPr bwMode="auto">
            <a:xfrm>
              <a:off x="11249026" y="6778625"/>
              <a:ext cx="139700" cy="141288"/>
            </a:xfrm>
            <a:custGeom>
              <a:avLst/>
              <a:gdLst>
                <a:gd name="T0" fmla="*/ 0 w 17"/>
                <a:gd name="T1" fmla="*/ 9 h 17"/>
                <a:gd name="T2" fmla="*/ 8 w 17"/>
                <a:gd name="T3" fmla="*/ 0 h 17"/>
                <a:gd name="T4" fmla="*/ 17 w 17"/>
                <a:gd name="T5" fmla="*/ 9 h 17"/>
                <a:gd name="T6" fmla="*/ 8 w 17"/>
                <a:gd name="T7" fmla="*/ 17 h 17"/>
                <a:gd name="T8" fmla="*/ 0 w 17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0" y="9"/>
                  </a:move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8" y="17"/>
                  </a:cubicBezTo>
                  <a:cubicBezTo>
                    <a:pt x="3" y="17"/>
                    <a:pt x="0" y="13"/>
                    <a:pt x="0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5" name="Freeform 131"/>
            <p:cNvSpPr/>
            <p:nvPr/>
          </p:nvSpPr>
          <p:spPr bwMode="auto">
            <a:xfrm>
              <a:off x="11010901" y="7010400"/>
              <a:ext cx="147638" cy="147638"/>
            </a:xfrm>
            <a:custGeom>
              <a:avLst/>
              <a:gdLst>
                <a:gd name="T0" fmla="*/ 9 w 18"/>
                <a:gd name="T1" fmla="*/ 0 h 18"/>
                <a:gd name="T2" fmla="*/ 18 w 18"/>
                <a:gd name="T3" fmla="*/ 9 h 18"/>
                <a:gd name="T4" fmla="*/ 9 w 18"/>
                <a:gd name="T5" fmla="*/ 18 h 18"/>
                <a:gd name="T6" fmla="*/ 0 w 18"/>
                <a:gd name="T7" fmla="*/ 9 h 18"/>
                <a:gd name="T8" fmla="*/ 9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9" y="0"/>
                  </a:moveTo>
                  <a:cubicBezTo>
                    <a:pt x="14" y="0"/>
                    <a:pt x="18" y="4"/>
                    <a:pt x="18" y="9"/>
                  </a:cubicBezTo>
                  <a:cubicBezTo>
                    <a:pt x="18" y="14"/>
                    <a:pt x="14" y="18"/>
                    <a:pt x="9" y="18"/>
                  </a:cubicBezTo>
                  <a:cubicBezTo>
                    <a:pt x="4" y="17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6" name="Oval 132"/>
            <p:cNvSpPr>
              <a:spLocks noChangeArrowheads="1"/>
            </p:cNvSpPr>
            <p:nvPr/>
          </p:nvSpPr>
          <p:spPr bwMode="auto">
            <a:xfrm>
              <a:off x="11249026" y="6080125"/>
              <a:ext cx="139700" cy="14763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7" name="Freeform 133"/>
            <p:cNvSpPr/>
            <p:nvPr/>
          </p:nvSpPr>
          <p:spPr bwMode="auto">
            <a:xfrm>
              <a:off x="11018838" y="5848350"/>
              <a:ext cx="139700" cy="149225"/>
            </a:xfrm>
            <a:custGeom>
              <a:avLst/>
              <a:gdLst>
                <a:gd name="T0" fmla="*/ 17 w 17"/>
                <a:gd name="T1" fmla="*/ 9 h 18"/>
                <a:gd name="T2" fmla="*/ 8 w 17"/>
                <a:gd name="T3" fmla="*/ 18 h 18"/>
                <a:gd name="T4" fmla="*/ 0 w 17"/>
                <a:gd name="T5" fmla="*/ 9 h 18"/>
                <a:gd name="T6" fmla="*/ 9 w 17"/>
                <a:gd name="T7" fmla="*/ 0 h 18"/>
                <a:gd name="T8" fmla="*/ 17 w 17"/>
                <a:gd name="T9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8">
                  <a:moveTo>
                    <a:pt x="17" y="9"/>
                  </a:moveTo>
                  <a:cubicBezTo>
                    <a:pt x="17" y="14"/>
                    <a:pt x="13" y="18"/>
                    <a:pt x="8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7" y="4"/>
                    <a:pt x="17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8" name="Freeform 134"/>
            <p:cNvSpPr/>
            <p:nvPr/>
          </p:nvSpPr>
          <p:spPr bwMode="auto">
            <a:xfrm>
              <a:off x="10318751" y="7010400"/>
              <a:ext cx="149225" cy="139700"/>
            </a:xfrm>
            <a:custGeom>
              <a:avLst/>
              <a:gdLst>
                <a:gd name="T0" fmla="*/ 9 w 18"/>
                <a:gd name="T1" fmla="*/ 0 h 17"/>
                <a:gd name="T2" fmla="*/ 18 w 18"/>
                <a:gd name="T3" fmla="*/ 9 h 17"/>
                <a:gd name="T4" fmla="*/ 9 w 18"/>
                <a:gd name="T5" fmla="*/ 17 h 17"/>
                <a:gd name="T6" fmla="*/ 0 w 18"/>
                <a:gd name="T7" fmla="*/ 8 h 17"/>
                <a:gd name="T8" fmla="*/ 9 w 1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7">
                  <a:moveTo>
                    <a:pt x="9" y="0"/>
                  </a:moveTo>
                  <a:cubicBezTo>
                    <a:pt x="14" y="0"/>
                    <a:pt x="18" y="4"/>
                    <a:pt x="18" y="9"/>
                  </a:cubicBezTo>
                  <a:cubicBezTo>
                    <a:pt x="18" y="13"/>
                    <a:pt x="13" y="17"/>
                    <a:pt x="9" y="17"/>
                  </a:cubicBezTo>
                  <a:cubicBezTo>
                    <a:pt x="4" y="17"/>
                    <a:pt x="0" y="13"/>
                    <a:pt x="0" y="8"/>
                  </a:cubicBezTo>
                  <a:cubicBezTo>
                    <a:pt x="0" y="3"/>
                    <a:pt x="4" y="0"/>
                    <a:pt x="9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9" name="Freeform 135"/>
            <p:cNvSpPr/>
            <p:nvPr/>
          </p:nvSpPr>
          <p:spPr bwMode="auto">
            <a:xfrm>
              <a:off x="10088563" y="6770688"/>
              <a:ext cx="139700" cy="149225"/>
            </a:xfrm>
            <a:custGeom>
              <a:avLst/>
              <a:gdLst>
                <a:gd name="T0" fmla="*/ 0 w 17"/>
                <a:gd name="T1" fmla="*/ 9 h 18"/>
                <a:gd name="T2" fmla="*/ 9 w 17"/>
                <a:gd name="T3" fmla="*/ 1 h 18"/>
                <a:gd name="T4" fmla="*/ 17 w 17"/>
                <a:gd name="T5" fmla="*/ 9 h 18"/>
                <a:gd name="T6" fmla="*/ 8 w 17"/>
                <a:gd name="T7" fmla="*/ 18 h 18"/>
                <a:gd name="T8" fmla="*/ 0 w 17"/>
                <a:gd name="T9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8">
                  <a:moveTo>
                    <a:pt x="0" y="9"/>
                  </a:moveTo>
                  <a:cubicBezTo>
                    <a:pt x="0" y="4"/>
                    <a:pt x="4" y="0"/>
                    <a:pt x="9" y="1"/>
                  </a:cubicBezTo>
                  <a:cubicBezTo>
                    <a:pt x="13" y="1"/>
                    <a:pt x="17" y="4"/>
                    <a:pt x="17" y="9"/>
                  </a:cubicBezTo>
                  <a:cubicBezTo>
                    <a:pt x="17" y="14"/>
                    <a:pt x="13" y="18"/>
                    <a:pt x="8" y="18"/>
                  </a:cubicBezTo>
                  <a:cubicBezTo>
                    <a:pt x="4" y="18"/>
                    <a:pt x="0" y="14"/>
                    <a:pt x="0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0" name="Oval 136"/>
            <p:cNvSpPr>
              <a:spLocks noChangeArrowheads="1"/>
            </p:cNvSpPr>
            <p:nvPr/>
          </p:nvSpPr>
          <p:spPr bwMode="auto">
            <a:xfrm>
              <a:off x="9974263" y="6424613"/>
              <a:ext cx="147638" cy="1492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1" name="Freeform 137"/>
            <p:cNvSpPr/>
            <p:nvPr/>
          </p:nvSpPr>
          <p:spPr bwMode="auto">
            <a:xfrm>
              <a:off x="10664826" y="7124700"/>
              <a:ext cx="147638" cy="147638"/>
            </a:xfrm>
            <a:custGeom>
              <a:avLst/>
              <a:gdLst>
                <a:gd name="T0" fmla="*/ 18 w 18"/>
                <a:gd name="T1" fmla="*/ 9 h 18"/>
                <a:gd name="T2" fmla="*/ 9 w 18"/>
                <a:gd name="T3" fmla="*/ 18 h 18"/>
                <a:gd name="T4" fmla="*/ 0 w 18"/>
                <a:gd name="T5" fmla="*/ 9 h 18"/>
                <a:gd name="T6" fmla="*/ 9 w 18"/>
                <a:gd name="T7" fmla="*/ 0 h 18"/>
                <a:gd name="T8" fmla="*/ 18 w 18"/>
                <a:gd name="T9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18" y="9"/>
                  </a:moveTo>
                  <a:cubicBezTo>
                    <a:pt x="18" y="14"/>
                    <a:pt x="14" y="18"/>
                    <a:pt x="9" y="18"/>
                  </a:cubicBez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2" name="Freeform 138"/>
            <p:cNvSpPr/>
            <p:nvPr/>
          </p:nvSpPr>
          <p:spPr bwMode="auto">
            <a:xfrm>
              <a:off x="10318751" y="5848350"/>
              <a:ext cx="149225" cy="149225"/>
            </a:xfrm>
            <a:custGeom>
              <a:avLst/>
              <a:gdLst>
                <a:gd name="T0" fmla="*/ 18 w 18"/>
                <a:gd name="T1" fmla="*/ 9 h 18"/>
                <a:gd name="T2" fmla="*/ 9 w 18"/>
                <a:gd name="T3" fmla="*/ 17 h 18"/>
                <a:gd name="T4" fmla="*/ 0 w 18"/>
                <a:gd name="T5" fmla="*/ 9 h 18"/>
                <a:gd name="T6" fmla="*/ 9 w 18"/>
                <a:gd name="T7" fmla="*/ 0 h 18"/>
                <a:gd name="T8" fmla="*/ 18 w 18"/>
                <a:gd name="T9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18" y="9"/>
                  </a:moveTo>
                  <a:cubicBezTo>
                    <a:pt x="18" y="14"/>
                    <a:pt x="14" y="18"/>
                    <a:pt x="9" y="17"/>
                  </a:cubicBez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3" name="Oval 139"/>
            <p:cNvSpPr>
              <a:spLocks noChangeArrowheads="1"/>
            </p:cNvSpPr>
            <p:nvPr/>
          </p:nvSpPr>
          <p:spPr bwMode="auto">
            <a:xfrm>
              <a:off x="10088563" y="6080125"/>
              <a:ext cx="149225" cy="14763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4" name="Freeform 140"/>
            <p:cNvSpPr/>
            <p:nvPr/>
          </p:nvSpPr>
          <p:spPr bwMode="auto">
            <a:xfrm>
              <a:off x="11364913" y="6434138"/>
              <a:ext cx="139700" cy="139700"/>
            </a:xfrm>
            <a:custGeom>
              <a:avLst/>
              <a:gdLst>
                <a:gd name="T0" fmla="*/ 8 w 17"/>
                <a:gd name="T1" fmla="*/ 0 h 17"/>
                <a:gd name="T2" fmla="*/ 17 w 17"/>
                <a:gd name="T3" fmla="*/ 8 h 17"/>
                <a:gd name="T4" fmla="*/ 8 w 17"/>
                <a:gd name="T5" fmla="*/ 17 h 17"/>
                <a:gd name="T6" fmla="*/ 0 w 17"/>
                <a:gd name="T7" fmla="*/ 8 h 17"/>
                <a:gd name="T8" fmla="*/ 8 w 17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0"/>
                  </a:moveTo>
                  <a:cubicBezTo>
                    <a:pt x="13" y="0"/>
                    <a:pt x="17" y="3"/>
                    <a:pt x="17" y="8"/>
                  </a:cubicBezTo>
                  <a:cubicBezTo>
                    <a:pt x="17" y="13"/>
                    <a:pt x="13" y="17"/>
                    <a:pt x="8" y="17"/>
                  </a:cubicBezTo>
                  <a:cubicBezTo>
                    <a:pt x="4" y="17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5" name="Freeform 141"/>
            <p:cNvSpPr/>
            <p:nvPr/>
          </p:nvSpPr>
          <p:spPr bwMode="auto">
            <a:xfrm>
              <a:off x="10672763" y="5734050"/>
              <a:ext cx="139700" cy="147638"/>
            </a:xfrm>
            <a:custGeom>
              <a:avLst/>
              <a:gdLst>
                <a:gd name="T0" fmla="*/ 8 w 17"/>
                <a:gd name="T1" fmla="*/ 18 h 18"/>
                <a:gd name="T2" fmla="*/ 0 w 17"/>
                <a:gd name="T3" fmla="*/ 9 h 18"/>
                <a:gd name="T4" fmla="*/ 8 w 17"/>
                <a:gd name="T5" fmla="*/ 0 h 18"/>
                <a:gd name="T6" fmla="*/ 17 w 17"/>
                <a:gd name="T7" fmla="*/ 9 h 18"/>
                <a:gd name="T8" fmla="*/ 8 w 17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8">
                  <a:moveTo>
                    <a:pt x="8" y="18"/>
                  </a:moveTo>
                  <a:cubicBezTo>
                    <a:pt x="3" y="18"/>
                    <a:pt x="0" y="14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4"/>
                    <a:pt x="13" y="18"/>
                    <a:pt x="8" y="1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6" name="Freeform 142"/>
            <p:cNvSpPr/>
            <p:nvPr/>
          </p:nvSpPr>
          <p:spPr bwMode="auto">
            <a:xfrm>
              <a:off x="10434638" y="7124700"/>
              <a:ext cx="139700" cy="139700"/>
            </a:xfrm>
            <a:custGeom>
              <a:avLst/>
              <a:gdLst>
                <a:gd name="T0" fmla="*/ 17 w 17"/>
                <a:gd name="T1" fmla="*/ 8 h 17"/>
                <a:gd name="T2" fmla="*/ 9 w 17"/>
                <a:gd name="T3" fmla="*/ 17 h 17"/>
                <a:gd name="T4" fmla="*/ 0 w 17"/>
                <a:gd name="T5" fmla="*/ 9 h 17"/>
                <a:gd name="T6" fmla="*/ 9 w 17"/>
                <a:gd name="T7" fmla="*/ 0 h 17"/>
                <a:gd name="T8" fmla="*/ 17 w 17"/>
                <a:gd name="T9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7" y="8"/>
                  </a:moveTo>
                  <a:cubicBezTo>
                    <a:pt x="17" y="13"/>
                    <a:pt x="14" y="17"/>
                    <a:pt x="9" y="17"/>
                  </a:cubicBez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7" y="4"/>
                    <a:pt x="17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7" name="Freeform 143"/>
            <p:cNvSpPr/>
            <p:nvPr/>
          </p:nvSpPr>
          <p:spPr bwMode="auto">
            <a:xfrm>
              <a:off x="9974263" y="6656388"/>
              <a:ext cx="139700" cy="147638"/>
            </a:xfrm>
            <a:custGeom>
              <a:avLst/>
              <a:gdLst>
                <a:gd name="T0" fmla="*/ 17 w 17"/>
                <a:gd name="T1" fmla="*/ 9 h 18"/>
                <a:gd name="T2" fmla="*/ 9 w 17"/>
                <a:gd name="T3" fmla="*/ 18 h 18"/>
                <a:gd name="T4" fmla="*/ 0 w 17"/>
                <a:gd name="T5" fmla="*/ 9 h 18"/>
                <a:gd name="T6" fmla="*/ 8 w 17"/>
                <a:gd name="T7" fmla="*/ 1 h 18"/>
                <a:gd name="T8" fmla="*/ 17 w 17"/>
                <a:gd name="T9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8">
                  <a:moveTo>
                    <a:pt x="17" y="9"/>
                  </a:moveTo>
                  <a:cubicBezTo>
                    <a:pt x="17" y="14"/>
                    <a:pt x="13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1"/>
                    <a:pt x="8" y="1"/>
                  </a:cubicBezTo>
                  <a:cubicBezTo>
                    <a:pt x="13" y="0"/>
                    <a:pt x="17" y="4"/>
                    <a:pt x="17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8" name="Freeform 144"/>
            <p:cNvSpPr/>
            <p:nvPr/>
          </p:nvSpPr>
          <p:spPr bwMode="auto">
            <a:xfrm>
              <a:off x="11364913" y="6664325"/>
              <a:ext cx="139700" cy="139700"/>
            </a:xfrm>
            <a:custGeom>
              <a:avLst/>
              <a:gdLst>
                <a:gd name="T0" fmla="*/ 17 w 17"/>
                <a:gd name="T1" fmla="*/ 9 h 17"/>
                <a:gd name="T2" fmla="*/ 8 w 17"/>
                <a:gd name="T3" fmla="*/ 17 h 17"/>
                <a:gd name="T4" fmla="*/ 0 w 17"/>
                <a:gd name="T5" fmla="*/ 8 h 17"/>
                <a:gd name="T6" fmla="*/ 8 w 17"/>
                <a:gd name="T7" fmla="*/ 0 h 17"/>
                <a:gd name="T8" fmla="*/ 17 w 17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7" y="9"/>
                  </a:moveTo>
                  <a:cubicBezTo>
                    <a:pt x="17" y="14"/>
                    <a:pt x="13" y="17"/>
                    <a:pt x="8" y="17"/>
                  </a:cubicBezTo>
                  <a:cubicBezTo>
                    <a:pt x="3" y="17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9" name="Freeform 145"/>
            <p:cNvSpPr/>
            <p:nvPr/>
          </p:nvSpPr>
          <p:spPr bwMode="auto">
            <a:xfrm>
              <a:off x="10895013" y="7124700"/>
              <a:ext cx="149225" cy="147638"/>
            </a:xfrm>
            <a:custGeom>
              <a:avLst/>
              <a:gdLst>
                <a:gd name="T0" fmla="*/ 9 w 18"/>
                <a:gd name="T1" fmla="*/ 0 h 18"/>
                <a:gd name="T2" fmla="*/ 18 w 18"/>
                <a:gd name="T3" fmla="*/ 9 h 18"/>
                <a:gd name="T4" fmla="*/ 9 w 18"/>
                <a:gd name="T5" fmla="*/ 17 h 18"/>
                <a:gd name="T6" fmla="*/ 0 w 18"/>
                <a:gd name="T7" fmla="*/ 9 h 18"/>
                <a:gd name="T8" fmla="*/ 9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9" y="0"/>
                  </a:moveTo>
                  <a:cubicBezTo>
                    <a:pt x="14" y="0"/>
                    <a:pt x="18" y="4"/>
                    <a:pt x="18" y="9"/>
                  </a:cubicBezTo>
                  <a:cubicBezTo>
                    <a:pt x="18" y="14"/>
                    <a:pt x="14" y="18"/>
                    <a:pt x="9" y="17"/>
                  </a:cubicBezTo>
                  <a:cubicBezTo>
                    <a:pt x="4" y="17"/>
                    <a:pt x="0" y="13"/>
                    <a:pt x="0" y="9"/>
                  </a:cubicBezTo>
                  <a:cubicBezTo>
                    <a:pt x="1" y="4"/>
                    <a:pt x="5" y="0"/>
                    <a:pt x="9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0" name="Freeform 146"/>
            <p:cNvSpPr/>
            <p:nvPr/>
          </p:nvSpPr>
          <p:spPr bwMode="auto">
            <a:xfrm>
              <a:off x="11364913" y="6202363"/>
              <a:ext cx="139700" cy="141288"/>
            </a:xfrm>
            <a:custGeom>
              <a:avLst/>
              <a:gdLst>
                <a:gd name="T0" fmla="*/ 9 w 17"/>
                <a:gd name="T1" fmla="*/ 0 h 17"/>
                <a:gd name="T2" fmla="*/ 17 w 17"/>
                <a:gd name="T3" fmla="*/ 8 h 17"/>
                <a:gd name="T4" fmla="*/ 9 w 17"/>
                <a:gd name="T5" fmla="*/ 17 h 17"/>
                <a:gd name="T6" fmla="*/ 0 w 17"/>
                <a:gd name="T7" fmla="*/ 8 h 17"/>
                <a:gd name="T8" fmla="*/ 9 w 17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9" y="0"/>
                  </a:moveTo>
                  <a:cubicBezTo>
                    <a:pt x="13" y="0"/>
                    <a:pt x="17" y="3"/>
                    <a:pt x="17" y="8"/>
                  </a:cubicBezTo>
                  <a:cubicBezTo>
                    <a:pt x="17" y="13"/>
                    <a:pt x="14" y="17"/>
                    <a:pt x="9" y="17"/>
                  </a:cubicBezTo>
                  <a:cubicBezTo>
                    <a:pt x="4" y="17"/>
                    <a:pt x="0" y="13"/>
                    <a:pt x="0" y="8"/>
                  </a:cubicBezTo>
                  <a:cubicBezTo>
                    <a:pt x="0" y="3"/>
                    <a:pt x="4" y="0"/>
                    <a:pt x="9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1" name="Freeform 147"/>
            <p:cNvSpPr/>
            <p:nvPr/>
          </p:nvSpPr>
          <p:spPr bwMode="auto">
            <a:xfrm>
              <a:off x="9974263" y="6194425"/>
              <a:ext cx="147638" cy="149225"/>
            </a:xfrm>
            <a:custGeom>
              <a:avLst/>
              <a:gdLst>
                <a:gd name="T0" fmla="*/ 17 w 18"/>
                <a:gd name="T1" fmla="*/ 9 h 18"/>
                <a:gd name="T2" fmla="*/ 9 w 18"/>
                <a:gd name="T3" fmla="*/ 18 h 18"/>
                <a:gd name="T4" fmla="*/ 0 w 18"/>
                <a:gd name="T5" fmla="*/ 9 h 18"/>
                <a:gd name="T6" fmla="*/ 9 w 18"/>
                <a:gd name="T7" fmla="*/ 0 h 18"/>
                <a:gd name="T8" fmla="*/ 17 w 18"/>
                <a:gd name="T9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17" y="9"/>
                  </a:moveTo>
                  <a:cubicBezTo>
                    <a:pt x="18" y="13"/>
                    <a:pt x="14" y="17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2" name="Oval 148"/>
            <p:cNvSpPr>
              <a:spLocks noChangeArrowheads="1"/>
            </p:cNvSpPr>
            <p:nvPr/>
          </p:nvSpPr>
          <p:spPr bwMode="auto">
            <a:xfrm>
              <a:off x="10902951" y="5734050"/>
              <a:ext cx="141288" cy="13970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3" name="Freeform 149"/>
            <p:cNvSpPr/>
            <p:nvPr/>
          </p:nvSpPr>
          <p:spPr bwMode="auto">
            <a:xfrm>
              <a:off x="10434638" y="5734050"/>
              <a:ext cx="147638" cy="139700"/>
            </a:xfrm>
            <a:custGeom>
              <a:avLst/>
              <a:gdLst>
                <a:gd name="T0" fmla="*/ 9 w 18"/>
                <a:gd name="T1" fmla="*/ 17 h 17"/>
                <a:gd name="T2" fmla="*/ 1 w 18"/>
                <a:gd name="T3" fmla="*/ 8 h 17"/>
                <a:gd name="T4" fmla="*/ 9 w 18"/>
                <a:gd name="T5" fmla="*/ 0 h 17"/>
                <a:gd name="T6" fmla="*/ 18 w 18"/>
                <a:gd name="T7" fmla="*/ 9 h 17"/>
                <a:gd name="T8" fmla="*/ 9 w 18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7">
                  <a:moveTo>
                    <a:pt x="9" y="17"/>
                  </a:moveTo>
                  <a:cubicBezTo>
                    <a:pt x="4" y="17"/>
                    <a:pt x="0" y="13"/>
                    <a:pt x="1" y="8"/>
                  </a:cubicBezTo>
                  <a:cubicBezTo>
                    <a:pt x="1" y="4"/>
                    <a:pt x="5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7" y="14"/>
                    <a:pt x="13" y="17"/>
                    <a:pt x="9" y="1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4" name="Freeform 150"/>
            <p:cNvSpPr/>
            <p:nvPr/>
          </p:nvSpPr>
          <p:spPr bwMode="auto">
            <a:xfrm>
              <a:off x="10550526" y="7240588"/>
              <a:ext cx="139700" cy="139700"/>
            </a:xfrm>
            <a:custGeom>
              <a:avLst/>
              <a:gdLst>
                <a:gd name="T0" fmla="*/ 17 w 17"/>
                <a:gd name="T1" fmla="*/ 8 h 17"/>
                <a:gd name="T2" fmla="*/ 9 w 17"/>
                <a:gd name="T3" fmla="*/ 17 h 17"/>
                <a:gd name="T4" fmla="*/ 0 w 17"/>
                <a:gd name="T5" fmla="*/ 9 h 17"/>
                <a:gd name="T6" fmla="*/ 9 w 17"/>
                <a:gd name="T7" fmla="*/ 0 h 17"/>
                <a:gd name="T8" fmla="*/ 17 w 17"/>
                <a:gd name="T9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7" y="8"/>
                  </a:moveTo>
                  <a:cubicBezTo>
                    <a:pt x="17" y="13"/>
                    <a:pt x="14" y="17"/>
                    <a:pt x="9" y="17"/>
                  </a:cubicBez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7" y="4"/>
                    <a:pt x="17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5" name="Freeform 151"/>
            <p:cNvSpPr/>
            <p:nvPr/>
          </p:nvSpPr>
          <p:spPr bwMode="auto">
            <a:xfrm>
              <a:off x="10088563" y="7010400"/>
              <a:ext cx="139700" cy="139700"/>
            </a:xfrm>
            <a:custGeom>
              <a:avLst/>
              <a:gdLst>
                <a:gd name="T0" fmla="*/ 9 w 17"/>
                <a:gd name="T1" fmla="*/ 0 h 17"/>
                <a:gd name="T2" fmla="*/ 17 w 17"/>
                <a:gd name="T3" fmla="*/ 9 h 17"/>
                <a:gd name="T4" fmla="*/ 8 w 17"/>
                <a:gd name="T5" fmla="*/ 17 h 17"/>
                <a:gd name="T6" fmla="*/ 0 w 17"/>
                <a:gd name="T7" fmla="*/ 8 h 17"/>
                <a:gd name="T8" fmla="*/ 9 w 17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9" y="0"/>
                  </a:moveTo>
                  <a:cubicBezTo>
                    <a:pt x="14" y="0"/>
                    <a:pt x="17" y="4"/>
                    <a:pt x="17" y="9"/>
                  </a:cubicBezTo>
                  <a:cubicBezTo>
                    <a:pt x="17" y="14"/>
                    <a:pt x="13" y="17"/>
                    <a:pt x="8" y="17"/>
                  </a:cubicBezTo>
                  <a:cubicBezTo>
                    <a:pt x="4" y="17"/>
                    <a:pt x="0" y="13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6" name="Freeform 152"/>
            <p:cNvSpPr/>
            <p:nvPr/>
          </p:nvSpPr>
          <p:spPr bwMode="auto">
            <a:xfrm>
              <a:off x="9858376" y="6548438"/>
              <a:ext cx="139700" cy="139700"/>
            </a:xfrm>
            <a:custGeom>
              <a:avLst/>
              <a:gdLst>
                <a:gd name="T0" fmla="*/ 9 w 17"/>
                <a:gd name="T1" fmla="*/ 17 h 17"/>
                <a:gd name="T2" fmla="*/ 0 w 17"/>
                <a:gd name="T3" fmla="*/ 8 h 17"/>
                <a:gd name="T4" fmla="*/ 8 w 17"/>
                <a:gd name="T5" fmla="*/ 0 h 17"/>
                <a:gd name="T6" fmla="*/ 17 w 17"/>
                <a:gd name="T7" fmla="*/ 8 h 17"/>
                <a:gd name="T8" fmla="*/ 9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9" y="17"/>
                  </a:moveTo>
                  <a:cubicBezTo>
                    <a:pt x="4" y="17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3"/>
                    <a:pt x="17" y="8"/>
                  </a:cubicBezTo>
                  <a:cubicBezTo>
                    <a:pt x="17" y="13"/>
                    <a:pt x="13" y="17"/>
                    <a:pt x="9" y="1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7" name="Freeform 153"/>
            <p:cNvSpPr/>
            <p:nvPr/>
          </p:nvSpPr>
          <p:spPr bwMode="auto">
            <a:xfrm>
              <a:off x="9858376" y="6318250"/>
              <a:ext cx="139700" cy="131763"/>
            </a:xfrm>
            <a:custGeom>
              <a:avLst/>
              <a:gdLst>
                <a:gd name="T0" fmla="*/ 9 w 17"/>
                <a:gd name="T1" fmla="*/ 16 h 16"/>
                <a:gd name="T2" fmla="*/ 0 w 17"/>
                <a:gd name="T3" fmla="*/ 8 h 16"/>
                <a:gd name="T4" fmla="*/ 9 w 17"/>
                <a:gd name="T5" fmla="*/ 0 h 16"/>
                <a:gd name="T6" fmla="*/ 17 w 17"/>
                <a:gd name="T7" fmla="*/ 8 h 16"/>
                <a:gd name="T8" fmla="*/ 9 w 17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9" y="16"/>
                  </a:moveTo>
                  <a:cubicBezTo>
                    <a:pt x="4" y="16"/>
                    <a:pt x="0" y="13"/>
                    <a:pt x="0" y="8"/>
                  </a:cubicBezTo>
                  <a:cubicBezTo>
                    <a:pt x="0" y="3"/>
                    <a:pt x="4" y="0"/>
                    <a:pt x="9" y="0"/>
                  </a:cubicBezTo>
                  <a:cubicBezTo>
                    <a:pt x="13" y="0"/>
                    <a:pt x="17" y="4"/>
                    <a:pt x="17" y="8"/>
                  </a:cubicBezTo>
                  <a:cubicBezTo>
                    <a:pt x="17" y="13"/>
                    <a:pt x="13" y="16"/>
                    <a:pt x="9" y="1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8" name="Freeform 154"/>
            <p:cNvSpPr/>
            <p:nvPr/>
          </p:nvSpPr>
          <p:spPr bwMode="auto">
            <a:xfrm>
              <a:off x="11364913" y="6894513"/>
              <a:ext cx="139700" cy="139700"/>
            </a:xfrm>
            <a:custGeom>
              <a:avLst/>
              <a:gdLst>
                <a:gd name="T0" fmla="*/ 9 w 17"/>
                <a:gd name="T1" fmla="*/ 17 h 17"/>
                <a:gd name="T2" fmla="*/ 0 w 17"/>
                <a:gd name="T3" fmla="*/ 9 h 17"/>
                <a:gd name="T4" fmla="*/ 8 w 17"/>
                <a:gd name="T5" fmla="*/ 0 h 17"/>
                <a:gd name="T6" fmla="*/ 17 w 17"/>
                <a:gd name="T7" fmla="*/ 9 h 17"/>
                <a:gd name="T8" fmla="*/ 9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9" y="17"/>
                  </a:move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9" y="1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9" name="Freeform 155"/>
            <p:cNvSpPr/>
            <p:nvPr/>
          </p:nvSpPr>
          <p:spPr bwMode="auto">
            <a:xfrm>
              <a:off x="10098088" y="5848350"/>
              <a:ext cx="130175" cy="141288"/>
            </a:xfrm>
            <a:custGeom>
              <a:avLst/>
              <a:gdLst>
                <a:gd name="T0" fmla="*/ 8 w 16"/>
                <a:gd name="T1" fmla="*/ 17 h 17"/>
                <a:gd name="T2" fmla="*/ 0 w 16"/>
                <a:gd name="T3" fmla="*/ 9 h 17"/>
                <a:gd name="T4" fmla="*/ 8 w 16"/>
                <a:gd name="T5" fmla="*/ 0 h 17"/>
                <a:gd name="T6" fmla="*/ 16 w 16"/>
                <a:gd name="T7" fmla="*/ 9 h 17"/>
                <a:gd name="T8" fmla="*/ 8 w 16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8" y="17"/>
                  </a:move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13" y="0"/>
                    <a:pt x="16" y="4"/>
                    <a:pt x="16" y="9"/>
                  </a:cubicBezTo>
                  <a:cubicBezTo>
                    <a:pt x="16" y="13"/>
                    <a:pt x="12" y="17"/>
                    <a:pt x="8" y="1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0" name="Oval 156"/>
            <p:cNvSpPr>
              <a:spLocks noChangeArrowheads="1"/>
            </p:cNvSpPr>
            <p:nvPr/>
          </p:nvSpPr>
          <p:spPr bwMode="auto">
            <a:xfrm>
              <a:off x="11134726" y="7124700"/>
              <a:ext cx="139700" cy="13970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1" name="Freeform 157"/>
            <p:cNvSpPr/>
            <p:nvPr/>
          </p:nvSpPr>
          <p:spPr bwMode="auto">
            <a:xfrm>
              <a:off x="11249026" y="7010400"/>
              <a:ext cx="139700" cy="139700"/>
            </a:xfrm>
            <a:custGeom>
              <a:avLst/>
              <a:gdLst>
                <a:gd name="T0" fmla="*/ 17 w 17"/>
                <a:gd name="T1" fmla="*/ 9 h 17"/>
                <a:gd name="T2" fmla="*/ 8 w 17"/>
                <a:gd name="T3" fmla="*/ 17 h 17"/>
                <a:gd name="T4" fmla="*/ 0 w 17"/>
                <a:gd name="T5" fmla="*/ 9 h 17"/>
                <a:gd name="T6" fmla="*/ 9 w 17"/>
                <a:gd name="T7" fmla="*/ 0 h 17"/>
                <a:gd name="T8" fmla="*/ 17 w 17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7" y="9"/>
                  </a:moveTo>
                  <a:cubicBezTo>
                    <a:pt x="17" y="13"/>
                    <a:pt x="13" y="17"/>
                    <a:pt x="8" y="17"/>
                  </a:cubicBez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2" name="Freeform 158"/>
            <p:cNvSpPr/>
            <p:nvPr/>
          </p:nvSpPr>
          <p:spPr bwMode="auto">
            <a:xfrm>
              <a:off x="11479213" y="6548438"/>
              <a:ext cx="139700" cy="139700"/>
            </a:xfrm>
            <a:custGeom>
              <a:avLst/>
              <a:gdLst>
                <a:gd name="T0" fmla="*/ 8 w 17"/>
                <a:gd name="T1" fmla="*/ 0 h 17"/>
                <a:gd name="T2" fmla="*/ 17 w 17"/>
                <a:gd name="T3" fmla="*/ 8 h 17"/>
                <a:gd name="T4" fmla="*/ 9 w 17"/>
                <a:gd name="T5" fmla="*/ 17 h 17"/>
                <a:gd name="T6" fmla="*/ 0 w 17"/>
                <a:gd name="T7" fmla="*/ 8 h 17"/>
                <a:gd name="T8" fmla="*/ 8 w 17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0"/>
                  </a:moveTo>
                  <a:cubicBezTo>
                    <a:pt x="13" y="0"/>
                    <a:pt x="17" y="4"/>
                    <a:pt x="17" y="8"/>
                  </a:cubicBezTo>
                  <a:cubicBezTo>
                    <a:pt x="17" y="13"/>
                    <a:pt x="13" y="17"/>
                    <a:pt x="9" y="17"/>
                  </a:cubicBezTo>
                  <a:cubicBezTo>
                    <a:pt x="4" y="17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3" name="Freeform 159"/>
            <p:cNvSpPr/>
            <p:nvPr/>
          </p:nvSpPr>
          <p:spPr bwMode="auto">
            <a:xfrm>
              <a:off x="10788651" y="7240588"/>
              <a:ext cx="131763" cy="139700"/>
            </a:xfrm>
            <a:custGeom>
              <a:avLst/>
              <a:gdLst>
                <a:gd name="T0" fmla="*/ 8 w 16"/>
                <a:gd name="T1" fmla="*/ 1 h 17"/>
                <a:gd name="T2" fmla="*/ 16 w 16"/>
                <a:gd name="T3" fmla="*/ 9 h 17"/>
                <a:gd name="T4" fmla="*/ 8 w 16"/>
                <a:gd name="T5" fmla="*/ 17 h 17"/>
                <a:gd name="T6" fmla="*/ 0 w 16"/>
                <a:gd name="T7" fmla="*/ 9 h 17"/>
                <a:gd name="T8" fmla="*/ 8 w 16"/>
                <a:gd name="T9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8" y="1"/>
                  </a:moveTo>
                  <a:cubicBezTo>
                    <a:pt x="13" y="1"/>
                    <a:pt x="16" y="4"/>
                    <a:pt x="16" y="9"/>
                  </a:cubicBezTo>
                  <a:cubicBezTo>
                    <a:pt x="16" y="14"/>
                    <a:pt x="13" y="17"/>
                    <a:pt x="8" y="17"/>
                  </a:cubicBez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3" y="0"/>
                    <a:pt x="8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4" name="Freeform 160"/>
            <p:cNvSpPr/>
            <p:nvPr/>
          </p:nvSpPr>
          <p:spPr bwMode="auto">
            <a:xfrm>
              <a:off x="11479213" y="6318250"/>
              <a:ext cx="139700" cy="139700"/>
            </a:xfrm>
            <a:custGeom>
              <a:avLst/>
              <a:gdLst>
                <a:gd name="T0" fmla="*/ 0 w 17"/>
                <a:gd name="T1" fmla="*/ 8 h 17"/>
                <a:gd name="T2" fmla="*/ 9 w 17"/>
                <a:gd name="T3" fmla="*/ 0 h 17"/>
                <a:gd name="T4" fmla="*/ 17 w 17"/>
                <a:gd name="T5" fmla="*/ 8 h 17"/>
                <a:gd name="T6" fmla="*/ 9 w 17"/>
                <a:gd name="T7" fmla="*/ 17 h 17"/>
                <a:gd name="T8" fmla="*/ 0 w 17"/>
                <a:gd name="T9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0" y="8"/>
                  </a:moveTo>
                  <a:cubicBezTo>
                    <a:pt x="1" y="3"/>
                    <a:pt x="4" y="0"/>
                    <a:pt x="9" y="0"/>
                  </a:cubicBezTo>
                  <a:cubicBezTo>
                    <a:pt x="14" y="0"/>
                    <a:pt x="17" y="4"/>
                    <a:pt x="17" y="8"/>
                  </a:cubicBezTo>
                  <a:cubicBezTo>
                    <a:pt x="17" y="13"/>
                    <a:pt x="13" y="17"/>
                    <a:pt x="9" y="17"/>
                  </a:cubicBezTo>
                  <a:cubicBezTo>
                    <a:pt x="4" y="17"/>
                    <a:pt x="0" y="13"/>
                    <a:pt x="0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5" name="Oval 161"/>
            <p:cNvSpPr>
              <a:spLocks noChangeArrowheads="1"/>
            </p:cNvSpPr>
            <p:nvPr/>
          </p:nvSpPr>
          <p:spPr bwMode="auto">
            <a:xfrm>
              <a:off x="11364913" y="5972175"/>
              <a:ext cx="139700" cy="1317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6" name="Freeform 162"/>
            <p:cNvSpPr/>
            <p:nvPr/>
          </p:nvSpPr>
          <p:spPr bwMode="auto">
            <a:xfrm>
              <a:off x="11134726" y="5734050"/>
              <a:ext cx="139700" cy="139700"/>
            </a:xfrm>
            <a:custGeom>
              <a:avLst/>
              <a:gdLst>
                <a:gd name="T0" fmla="*/ 17 w 17"/>
                <a:gd name="T1" fmla="*/ 9 h 17"/>
                <a:gd name="T2" fmla="*/ 9 w 17"/>
                <a:gd name="T3" fmla="*/ 17 h 17"/>
                <a:gd name="T4" fmla="*/ 0 w 17"/>
                <a:gd name="T5" fmla="*/ 9 h 17"/>
                <a:gd name="T6" fmla="*/ 8 w 17"/>
                <a:gd name="T7" fmla="*/ 1 h 17"/>
                <a:gd name="T8" fmla="*/ 17 w 17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7" y="9"/>
                  </a:moveTo>
                  <a:cubicBezTo>
                    <a:pt x="17" y="13"/>
                    <a:pt x="13" y="17"/>
                    <a:pt x="9" y="17"/>
                  </a:cubicBezTo>
                  <a:cubicBezTo>
                    <a:pt x="4" y="17"/>
                    <a:pt x="0" y="14"/>
                    <a:pt x="0" y="9"/>
                  </a:cubicBezTo>
                  <a:cubicBezTo>
                    <a:pt x="0" y="5"/>
                    <a:pt x="4" y="1"/>
                    <a:pt x="8" y="1"/>
                  </a:cubicBezTo>
                  <a:cubicBezTo>
                    <a:pt x="13" y="0"/>
                    <a:pt x="17" y="4"/>
                    <a:pt x="17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7" name="Freeform 163"/>
            <p:cNvSpPr/>
            <p:nvPr/>
          </p:nvSpPr>
          <p:spPr bwMode="auto">
            <a:xfrm>
              <a:off x="9974263" y="6894513"/>
              <a:ext cx="139700" cy="139700"/>
            </a:xfrm>
            <a:custGeom>
              <a:avLst/>
              <a:gdLst>
                <a:gd name="T0" fmla="*/ 9 w 17"/>
                <a:gd name="T1" fmla="*/ 17 h 17"/>
                <a:gd name="T2" fmla="*/ 0 w 17"/>
                <a:gd name="T3" fmla="*/ 9 h 17"/>
                <a:gd name="T4" fmla="*/ 8 w 17"/>
                <a:gd name="T5" fmla="*/ 0 h 17"/>
                <a:gd name="T6" fmla="*/ 17 w 17"/>
                <a:gd name="T7" fmla="*/ 8 h 17"/>
                <a:gd name="T8" fmla="*/ 9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9" y="17"/>
                  </a:move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8"/>
                  </a:cubicBezTo>
                  <a:cubicBezTo>
                    <a:pt x="17" y="13"/>
                    <a:pt x="13" y="17"/>
                    <a:pt x="9" y="1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8" name="Freeform 164"/>
            <p:cNvSpPr/>
            <p:nvPr/>
          </p:nvSpPr>
          <p:spPr bwMode="auto">
            <a:xfrm>
              <a:off x="10204451" y="7124700"/>
              <a:ext cx="139700" cy="139700"/>
            </a:xfrm>
            <a:custGeom>
              <a:avLst/>
              <a:gdLst>
                <a:gd name="T0" fmla="*/ 9 w 17"/>
                <a:gd name="T1" fmla="*/ 0 h 17"/>
                <a:gd name="T2" fmla="*/ 17 w 17"/>
                <a:gd name="T3" fmla="*/ 9 h 17"/>
                <a:gd name="T4" fmla="*/ 8 w 17"/>
                <a:gd name="T5" fmla="*/ 17 h 17"/>
                <a:gd name="T6" fmla="*/ 0 w 17"/>
                <a:gd name="T7" fmla="*/ 8 h 17"/>
                <a:gd name="T8" fmla="*/ 9 w 17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9" y="0"/>
                  </a:move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8" y="17"/>
                  </a:cubicBezTo>
                  <a:cubicBezTo>
                    <a:pt x="4" y="17"/>
                    <a:pt x="0" y="13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9" name="Freeform 165"/>
            <p:cNvSpPr/>
            <p:nvPr/>
          </p:nvSpPr>
          <p:spPr bwMode="auto">
            <a:xfrm>
              <a:off x="10788651" y="5618163"/>
              <a:ext cx="139700" cy="139700"/>
            </a:xfrm>
            <a:custGeom>
              <a:avLst/>
              <a:gdLst>
                <a:gd name="T0" fmla="*/ 0 w 17"/>
                <a:gd name="T1" fmla="*/ 9 h 17"/>
                <a:gd name="T2" fmla="*/ 9 w 17"/>
                <a:gd name="T3" fmla="*/ 1 h 17"/>
                <a:gd name="T4" fmla="*/ 17 w 17"/>
                <a:gd name="T5" fmla="*/ 9 h 17"/>
                <a:gd name="T6" fmla="*/ 8 w 17"/>
                <a:gd name="T7" fmla="*/ 17 h 17"/>
                <a:gd name="T8" fmla="*/ 0 w 17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0" y="9"/>
                  </a:moveTo>
                  <a:cubicBezTo>
                    <a:pt x="0" y="4"/>
                    <a:pt x="4" y="0"/>
                    <a:pt x="9" y="1"/>
                  </a:cubicBezTo>
                  <a:cubicBezTo>
                    <a:pt x="13" y="1"/>
                    <a:pt x="17" y="4"/>
                    <a:pt x="17" y="9"/>
                  </a:cubicBezTo>
                  <a:cubicBezTo>
                    <a:pt x="17" y="14"/>
                    <a:pt x="13" y="17"/>
                    <a:pt x="8" y="17"/>
                  </a:cubicBezTo>
                  <a:cubicBezTo>
                    <a:pt x="3" y="17"/>
                    <a:pt x="0" y="13"/>
                    <a:pt x="0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0" name="Freeform 166"/>
            <p:cNvSpPr/>
            <p:nvPr/>
          </p:nvSpPr>
          <p:spPr bwMode="auto">
            <a:xfrm>
              <a:off x="10558463" y="5618163"/>
              <a:ext cx="139700" cy="139700"/>
            </a:xfrm>
            <a:custGeom>
              <a:avLst/>
              <a:gdLst>
                <a:gd name="T0" fmla="*/ 8 w 17"/>
                <a:gd name="T1" fmla="*/ 17 h 17"/>
                <a:gd name="T2" fmla="*/ 0 w 17"/>
                <a:gd name="T3" fmla="*/ 9 h 17"/>
                <a:gd name="T4" fmla="*/ 8 w 17"/>
                <a:gd name="T5" fmla="*/ 1 h 17"/>
                <a:gd name="T6" fmla="*/ 17 w 17"/>
                <a:gd name="T7" fmla="*/ 9 h 17"/>
                <a:gd name="T8" fmla="*/ 8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17"/>
                  </a:moveTo>
                  <a:cubicBezTo>
                    <a:pt x="4" y="17"/>
                    <a:pt x="0" y="14"/>
                    <a:pt x="0" y="9"/>
                  </a:cubicBezTo>
                  <a:cubicBezTo>
                    <a:pt x="0" y="4"/>
                    <a:pt x="3" y="1"/>
                    <a:pt x="8" y="1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8" y="1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1" name="Oval 167"/>
            <p:cNvSpPr>
              <a:spLocks noChangeArrowheads="1"/>
            </p:cNvSpPr>
            <p:nvPr/>
          </p:nvSpPr>
          <p:spPr bwMode="auto">
            <a:xfrm>
              <a:off x="11249026" y="5857875"/>
              <a:ext cx="139700" cy="1317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2" name="Oval 168"/>
            <p:cNvSpPr>
              <a:spLocks noChangeArrowheads="1"/>
            </p:cNvSpPr>
            <p:nvPr/>
          </p:nvSpPr>
          <p:spPr bwMode="auto">
            <a:xfrm>
              <a:off x="9974263" y="5964238"/>
              <a:ext cx="139700" cy="13970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3" name="Oval 169"/>
            <p:cNvSpPr>
              <a:spLocks noChangeArrowheads="1"/>
            </p:cNvSpPr>
            <p:nvPr/>
          </p:nvSpPr>
          <p:spPr bwMode="auto">
            <a:xfrm>
              <a:off x="10212388" y="5734050"/>
              <a:ext cx="131763" cy="13970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4" name="Freeform 170"/>
            <p:cNvSpPr/>
            <p:nvPr/>
          </p:nvSpPr>
          <p:spPr bwMode="auto">
            <a:xfrm>
              <a:off x="10318751" y="7240588"/>
              <a:ext cx="141288" cy="139700"/>
            </a:xfrm>
            <a:custGeom>
              <a:avLst/>
              <a:gdLst>
                <a:gd name="T0" fmla="*/ 17 w 17"/>
                <a:gd name="T1" fmla="*/ 9 h 17"/>
                <a:gd name="T2" fmla="*/ 9 w 17"/>
                <a:gd name="T3" fmla="*/ 17 h 17"/>
                <a:gd name="T4" fmla="*/ 0 w 17"/>
                <a:gd name="T5" fmla="*/ 9 h 17"/>
                <a:gd name="T6" fmla="*/ 9 w 17"/>
                <a:gd name="T7" fmla="*/ 0 h 17"/>
                <a:gd name="T8" fmla="*/ 17 w 17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7" y="9"/>
                  </a:moveTo>
                  <a:cubicBezTo>
                    <a:pt x="17" y="13"/>
                    <a:pt x="13" y="17"/>
                    <a:pt x="9" y="17"/>
                  </a:cubicBezTo>
                  <a:cubicBezTo>
                    <a:pt x="4" y="17"/>
                    <a:pt x="1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5" name="Freeform 171"/>
            <p:cNvSpPr/>
            <p:nvPr/>
          </p:nvSpPr>
          <p:spPr bwMode="auto">
            <a:xfrm>
              <a:off x="11018838" y="7248525"/>
              <a:ext cx="139700" cy="131763"/>
            </a:xfrm>
            <a:custGeom>
              <a:avLst/>
              <a:gdLst>
                <a:gd name="T0" fmla="*/ 8 w 17"/>
                <a:gd name="T1" fmla="*/ 16 h 16"/>
                <a:gd name="T2" fmla="*/ 0 w 17"/>
                <a:gd name="T3" fmla="*/ 8 h 16"/>
                <a:gd name="T4" fmla="*/ 8 w 17"/>
                <a:gd name="T5" fmla="*/ 0 h 16"/>
                <a:gd name="T6" fmla="*/ 16 w 17"/>
                <a:gd name="T7" fmla="*/ 8 h 16"/>
                <a:gd name="T8" fmla="*/ 8 w 17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8" y="16"/>
                  </a:move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7" y="3"/>
                    <a:pt x="16" y="8"/>
                  </a:cubicBezTo>
                  <a:cubicBezTo>
                    <a:pt x="16" y="13"/>
                    <a:pt x="13" y="16"/>
                    <a:pt x="8" y="1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6" name="Freeform 172"/>
            <p:cNvSpPr/>
            <p:nvPr/>
          </p:nvSpPr>
          <p:spPr bwMode="auto">
            <a:xfrm>
              <a:off x="11479213" y="6778625"/>
              <a:ext cx="139700" cy="141288"/>
            </a:xfrm>
            <a:custGeom>
              <a:avLst/>
              <a:gdLst>
                <a:gd name="T0" fmla="*/ 17 w 17"/>
                <a:gd name="T1" fmla="*/ 9 h 17"/>
                <a:gd name="T2" fmla="*/ 8 w 17"/>
                <a:gd name="T3" fmla="*/ 17 h 17"/>
                <a:gd name="T4" fmla="*/ 0 w 17"/>
                <a:gd name="T5" fmla="*/ 9 h 17"/>
                <a:gd name="T6" fmla="*/ 9 w 17"/>
                <a:gd name="T7" fmla="*/ 0 h 17"/>
                <a:gd name="T8" fmla="*/ 17 w 17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7" y="9"/>
                  </a:moveTo>
                  <a:cubicBezTo>
                    <a:pt x="17" y="13"/>
                    <a:pt x="13" y="17"/>
                    <a:pt x="8" y="17"/>
                  </a:cubicBez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7" name="Freeform 173"/>
            <p:cNvSpPr/>
            <p:nvPr/>
          </p:nvSpPr>
          <p:spPr bwMode="auto">
            <a:xfrm>
              <a:off x="9858376" y="6088063"/>
              <a:ext cx="139700" cy="131763"/>
            </a:xfrm>
            <a:custGeom>
              <a:avLst/>
              <a:gdLst>
                <a:gd name="T0" fmla="*/ 1 w 17"/>
                <a:gd name="T1" fmla="*/ 8 h 16"/>
                <a:gd name="T2" fmla="*/ 9 w 17"/>
                <a:gd name="T3" fmla="*/ 0 h 16"/>
                <a:gd name="T4" fmla="*/ 17 w 17"/>
                <a:gd name="T5" fmla="*/ 8 h 16"/>
                <a:gd name="T6" fmla="*/ 9 w 17"/>
                <a:gd name="T7" fmla="*/ 16 h 16"/>
                <a:gd name="T8" fmla="*/ 1 w 17"/>
                <a:gd name="T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1" y="8"/>
                  </a:moveTo>
                  <a:cubicBezTo>
                    <a:pt x="0" y="3"/>
                    <a:pt x="4" y="0"/>
                    <a:pt x="9" y="0"/>
                  </a:cubicBezTo>
                  <a:cubicBezTo>
                    <a:pt x="13" y="0"/>
                    <a:pt x="17" y="3"/>
                    <a:pt x="17" y="8"/>
                  </a:cubicBezTo>
                  <a:cubicBezTo>
                    <a:pt x="17" y="12"/>
                    <a:pt x="13" y="16"/>
                    <a:pt x="9" y="16"/>
                  </a:cubicBezTo>
                  <a:cubicBezTo>
                    <a:pt x="4" y="16"/>
                    <a:pt x="1" y="12"/>
                    <a:pt x="1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8" name="Freeform 174"/>
            <p:cNvSpPr/>
            <p:nvPr/>
          </p:nvSpPr>
          <p:spPr bwMode="auto">
            <a:xfrm>
              <a:off x="11487151" y="6088063"/>
              <a:ext cx="131763" cy="131763"/>
            </a:xfrm>
            <a:custGeom>
              <a:avLst/>
              <a:gdLst>
                <a:gd name="T0" fmla="*/ 16 w 16"/>
                <a:gd name="T1" fmla="*/ 8 h 16"/>
                <a:gd name="T2" fmla="*/ 8 w 16"/>
                <a:gd name="T3" fmla="*/ 16 h 16"/>
                <a:gd name="T4" fmla="*/ 0 w 16"/>
                <a:gd name="T5" fmla="*/ 8 h 16"/>
                <a:gd name="T6" fmla="*/ 8 w 16"/>
                <a:gd name="T7" fmla="*/ 0 h 16"/>
                <a:gd name="T8" fmla="*/ 16 w 16"/>
                <a:gd name="T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6" y="8"/>
                  </a:moveTo>
                  <a:cubicBezTo>
                    <a:pt x="16" y="13"/>
                    <a:pt x="12" y="16"/>
                    <a:pt x="8" y="16"/>
                  </a:cubicBezTo>
                  <a:cubicBezTo>
                    <a:pt x="3" y="16"/>
                    <a:pt x="0" y="13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13" y="0"/>
                    <a:pt x="16" y="4"/>
                    <a:pt x="16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9" name="Oval 175"/>
            <p:cNvSpPr>
              <a:spLocks noChangeArrowheads="1"/>
            </p:cNvSpPr>
            <p:nvPr/>
          </p:nvSpPr>
          <p:spPr bwMode="auto">
            <a:xfrm>
              <a:off x="9858376" y="6778625"/>
              <a:ext cx="139700" cy="1412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0" name="Oval 176"/>
            <p:cNvSpPr>
              <a:spLocks noChangeArrowheads="1"/>
            </p:cNvSpPr>
            <p:nvPr/>
          </p:nvSpPr>
          <p:spPr bwMode="auto">
            <a:xfrm>
              <a:off x="11018838" y="5626100"/>
              <a:ext cx="139700" cy="1317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1" name="Oval 177"/>
            <p:cNvSpPr>
              <a:spLocks noChangeArrowheads="1"/>
            </p:cNvSpPr>
            <p:nvPr/>
          </p:nvSpPr>
          <p:spPr bwMode="auto">
            <a:xfrm>
              <a:off x="10328276" y="5618163"/>
              <a:ext cx="131763" cy="13970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2" name="Freeform 178"/>
            <p:cNvSpPr/>
            <p:nvPr/>
          </p:nvSpPr>
          <p:spPr bwMode="auto">
            <a:xfrm>
              <a:off x="10672763" y="7354888"/>
              <a:ext cx="131763" cy="141288"/>
            </a:xfrm>
            <a:custGeom>
              <a:avLst/>
              <a:gdLst>
                <a:gd name="T0" fmla="*/ 8 w 16"/>
                <a:gd name="T1" fmla="*/ 1 h 17"/>
                <a:gd name="T2" fmla="*/ 16 w 16"/>
                <a:gd name="T3" fmla="*/ 9 h 17"/>
                <a:gd name="T4" fmla="*/ 8 w 16"/>
                <a:gd name="T5" fmla="*/ 17 h 17"/>
                <a:gd name="T6" fmla="*/ 0 w 16"/>
                <a:gd name="T7" fmla="*/ 9 h 17"/>
                <a:gd name="T8" fmla="*/ 8 w 16"/>
                <a:gd name="T9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8" y="1"/>
                  </a:moveTo>
                  <a:cubicBezTo>
                    <a:pt x="12" y="0"/>
                    <a:pt x="16" y="4"/>
                    <a:pt x="16" y="9"/>
                  </a:cubicBezTo>
                  <a:cubicBezTo>
                    <a:pt x="16" y="13"/>
                    <a:pt x="13" y="17"/>
                    <a:pt x="8" y="17"/>
                  </a:cubicBez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3" y="1"/>
                    <a:pt x="8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3" name="Freeform 179"/>
            <p:cNvSpPr/>
            <p:nvPr/>
          </p:nvSpPr>
          <p:spPr bwMode="auto">
            <a:xfrm>
              <a:off x="9752013" y="6434138"/>
              <a:ext cx="131763" cy="131763"/>
            </a:xfrm>
            <a:custGeom>
              <a:avLst/>
              <a:gdLst>
                <a:gd name="T0" fmla="*/ 8 w 16"/>
                <a:gd name="T1" fmla="*/ 16 h 16"/>
                <a:gd name="T2" fmla="*/ 0 w 16"/>
                <a:gd name="T3" fmla="*/ 8 h 16"/>
                <a:gd name="T4" fmla="*/ 8 w 16"/>
                <a:gd name="T5" fmla="*/ 0 h 16"/>
                <a:gd name="T6" fmla="*/ 16 w 16"/>
                <a:gd name="T7" fmla="*/ 8 h 16"/>
                <a:gd name="T8" fmla="*/ 8 w 16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8" y="16"/>
                  </a:moveTo>
                  <a:cubicBezTo>
                    <a:pt x="3" y="16"/>
                    <a:pt x="0" y="13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12"/>
                    <a:pt x="12" y="16"/>
                    <a:pt x="8" y="1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4" name="Freeform 180"/>
            <p:cNvSpPr/>
            <p:nvPr/>
          </p:nvSpPr>
          <p:spPr bwMode="auto">
            <a:xfrm>
              <a:off x="11595101" y="6434138"/>
              <a:ext cx="139700" cy="139700"/>
            </a:xfrm>
            <a:custGeom>
              <a:avLst/>
              <a:gdLst>
                <a:gd name="T0" fmla="*/ 8 w 17"/>
                <a:gd name="T1" fmla="*/ 0 h 17"/>
                <a:gd name="T2" fmla="*/ 17 w 17"/>
                <a:gd name="T3" fmla="*/ 8 h 17"/>
                <a:gd name="T4" fmla="*/ 9 w 17"/>
                <a:gd name="T5" fmla="*/ 16 h 17"/>
                <a:gd name="T6" fmla="*/ 0 w 17"/>
                <a:gd name="T7" fmla="*/ 8 h 17"/>
                <a:gd name="T8" fmla="*/ 8 w 17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0"/>
                  </a:moveTo>
                  <a:cubicBezTo>
                    <a:pt x="13" y="0"/>
                    <a:pt x="17" y="4"/>
                    <a:pt x="17" y="8"/>
                  </a:cubicBezTo>
                  <a:cubicBezTo>
                    <a:pt x="17" y="13"/>
                    <a:pt x="13" y="16"/>
                    <a:pt x="9" y="16"/>
                  </a:cubicBezTo>
                  <a:cubicBezTo>
                    <a:pt x="4" y="17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5" name="Oval 181"/>
            <p:cNvSpPr>
              <a:spLocks noChangeArrowheads="1"/>
            </p:cNvSpPr>
            <p:nvPr/>
          </p:nvSpPr>
          <p:spPr bwMode="auto">
            <a:xfrm>
              <a:off x="10672763" y="5511800"/>
              <a:ext cx="131763" cy="1317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6" name="Oval 182"/>
            <p:cNvSpPr>
              <a:spLocks noChangeArrowheads="1"/>
            </p:cNvSpPr>
            <p:nvPr/>
          </p:nvSpPr>
          <p:spPr bwMode="auto">
            <a:xfrm>
              <a:off x="10442576" y="7364413"/>
              <a:ext cx="131763" cy="1317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7" name="Freeform 183"/>
            <p:cNvSpPr/>
            <p:nvPr/>
          </p:nvSpPr>
          <p:spPr bwMode="auto">
            <a:xfrm>
              <a:off x="10902951" y="7364413"/>
              <a:ext cx="131763" cy="131763"/>
            </a:xfrm>
            <a:custGeom>
              <a:avLst/>
              <a:gdLst>
                <a:gd name="T0" fmla="*/ 8 w 16"/>
                <a:gd name="T1" fmla="*/ 0 h 16"/>
                <a:gd name="T2" fmla="*/ 16 w 16"/>
                <a:gd name="T3" fmla="*/ 8 h 16"/>
                <a:gd name="T4" fmla="*/ 8 w 16"/>
                <a:gd name="T5" fmla="*/ 16 h 16"/>
                <a:gd name="T6" fmla="*/ 0 w 16"/>
                <a:gd name="T7" fmla="*/ 8 h 16"/>
                <a:gd name="T8" fmla="*/ 8 w 16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8" y="0"/>
                  </a:moveTo>
                  <a:cubicBezTo>
                    <a:pt x="13" y="0"/>
                    <a:pt x="16" y="4"/>
                    <a:pt x="16" y="8"/>
                  </a:cubicBezTo>
                  <a:cubicBezTo>
                    <a:pt x="16" y="13"/>
                    <a:pt x="13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8" name="Freeform 184"/>
            <p:cNvSpPr/>
            <p:nvPr/>
          </p:nvSpPr>
          <p:spPr bwMode="auto">
            <a:xfrm>
              <a:off x="11595101" y="6672263"/>
              <a:ext cx="139700" cy="131763"/>
            </a:xfrm>
            <a:custGeom>
              <a:avLst/>
              <a:gdLst>
                <a:gd name="T0" fmla="*/ 9 w 17"/>
                <a:gd name="T1" fmla="*/ 0 h 16"/>
                <a:gd name="T2" fmla="*/ 17 w 17"/>
                <a:gd name="T3" fmla="*/ 8 h 16"/>
                <a:gd name="T4" fmla="*/ 9 w 17"/>
                <a:gd name="T5" fmla="*/ 16 h 16"/>
                <a:gd name="T6" fmla="*/ 0 w 17"/>
                <a:gd name="T7" fmla="*/ 7 h 16"/>
                <a:gd name="T8" fmla="*/ 9 w 17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9" y="0"/>
                  </a:moveTo>
                  <a:cubicBezTo>
                    <a:pt x="13" y="0"/>
                    <a:pt x="17" y="3"/>
                    <a:pt x="17" y="8"/>
                  </a:cubicBezTo>
                  <a:cubicBezTo>
                    <a:pt x="17" y="12"/>
                    <a:pt x="13" y="16"/>
                    <a:pt x="9" y="16"/>
                  </a:cubicBezTo>
                  <a:cubicBezTo>
                    <a:pt x="4" y="16"/>
                    <a:pt x="0" y="12"/>
                    <a:pt x="0" y="7"/>
                  </a:cubicBezTo>
                  <a:cubicBezTo>
                    <a:pt x="1" y="3"/>
                    <a:pt x="4" y="0"/>
                    <a:pt x="9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9" name="Freeform 185"/>
            <p:cNvSpPr/>
            <p:nvPr/>
          </p:nvSpPr>
          <p:spPr bwMode="auto">
            <a:xfrm>
              <a:off x="9752013" y="6202363"/>
              <a:ext cx="131763" cy="131763"/>
            </a:xfrm>
            <a:custGeom>
              <a:avLst/>
              <a:gdLst>
                <a:gd name="T0" fmla="*/ 8 w 16"/>
                <a:gd name="T1" fmla="*/ 16 h 16"/>
                <a:gd name="T2" fmla="*/ 0 w 16"/>
                <a:gd name="T3" fmla="*/ 8 h 16"/>
                <a:gd name="T4" fmla="*/ 8 w 16"/>
                <a:gd name="T5" fmla="*/ 0 h 16"/>
                <a:gd name="T6" fmla="*/ 16 w 16"/>
                <a:gd name="T7" fmla="*/ 8 h 16"/>
                <a:gd name="T8" fmla="*/ 8 w 16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8" y="16"/>
                  </a:moveTo>
                  <a:cubicBezTo>
                    <a:pt x="3" y="16"/>
                    <a:pt x="0" y="12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12"/>
                    <a:pt x="12" y="16"/>
                    <a:pt x="8" y="1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0" name="Freeform 186"/>
            <p:cNvSpPr/>
            <p:nvPr/>
          </p:nvSpPr>
          <p:spPr bwMode="auto">
            <a:xfrm>
              <a:off x="10442576" y="5503863"/>
              <a:ext cx="131763" cy="139700"/>
            </a:xfrm>
            <a:custGeom>
              <a:avLst/>
              <a:gdLst>
                <a:gd name="T0" fmla="*/ 8 w 16"/>
                <a:gd name="T1" fmla="*/ 16 h 17"/>
                <a:gd name="T2" fmla="*/ 0 w 16"/>
                <a:gd name="T3" fmla="*/ 9 h 17"/>
                <a:gd name="T4" fmla="*/ 8 w 16"/>
                <a:gd name="T5" fmla="*/ 0 h 17"/>
                <a:gd name="T6" fmla="*/ 16 w 16"/>
                <a:gd name="T7" fmla="*/ 8 h 17"/>
                <a:gd name="T8" fmla="*/ 8 w 16"/>
                <a:gd name="T9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8" y="16"/>
                  </a:move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13"/>
                    <a:pt x="13" y="16"/>
                    <a:pt x="8" y="1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1" name="Oval 187"/>
            <p:cNvSpPr>
              <a:spLocks noChangeArrowheads="1"/>
            </p:cNvSpPr>
            <p:nvPr/>
          </p:nvSpPr>
          <p:spPr bwMode="auto">
            <a:xfrm>
              <a:off x="9744076" y="6664325"/>
              <a:ext cx="131763" cy="1317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2" name="Oval 188"/>
            <p:cNvSpPr>
              <a:spLocks noChangeArrowheads="1"/>
            </p:cNvSpPr>
            <p:nvPr/>
          </p:nvSpPr>
          <p:spPr bwMode="auto">
            <a:xfrm>
              <a:off x="11603038" y="6202363"/>
              <a:ext cx="131763" cy="1317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3" name="Freeform 189"/>
            <p:cNvSpPr/>
            <p:nvPr/>
          </p:nvSpPr>
          <p:spPr bwMode="auto">
            <a:xfrm>
              <a:off x="9982201" y="7124700"/>
              <a:ext cx="131763" cy="139700"/>
            </a:xfrm>
            <a:custGeom>
              <a:avLst/>
              <a:gdLst>
                <a:gd name="T0" fmla="*/ 0 w 16"/>
                <a:gd name="T1" fmla="*/ 8 h 17"/>
                <a:gd name="T2" fmla="*/ 8 w 16"/>
                <a:gd name="T3" fmla="*/ 1 h 17"/>
                <a:gd name="T4" fmla="*/ 15 w 16"/>
                <a:gd name="T5" fmla="*/ 9 h 17"/>
                <a:gd name="T6" fmla="*/ 7 w 16"/>
                <a:gd name="T7" fmla="*/ 17 h 17"/>
                <a:gd name="T8" fmla="*/ 0 w 16"/>
                <a:gd name="T9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0" y="8"/>
                  </a:moveTo>
                  <a:cubicBezTo>
                    <a:pt x="0" y="4"/>
                    <a:pt x="3" y="1"/>
                    <a:pt x="8" y="1"/>
                  </a:cubicBezTo>
                  <a:cubicBezTo>
                    <a:pt x="12" y="0"/>
                    <a:pt x="16" y="4"/>
                    <a:pt x="15" y="9"/>
                  </a:cubicBezTo>
                  <a:cubicBezTo>
                    <a:pt x="15" y="13"/>
                    <a:pt x="12" y="17"/>
                    <a:pt x="7" y="17"/>
                  </a:cubicBezTo>
                  <a:cubicBezTo>
                    <a:pt x="3" y="16"/>
                    <a:pt x="0" y="13"/>
                    <a:pt x="0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4" name="Freeform 190"/>
            <p:cNvSpPr/>
            <p:nvPr/>
          </p:nvSpPr>
          <p:spPr bwMode="auto">
            <a:xfrm>
              <a:off x="10902951" y="5511800"/>
              <a:ext cx="141288" cy="131763"/>
            </a:xfrm>
            <a:custGeom>
              <a:avLst/>
              <a:gdLst>
                <a:gd name="T0" fmla="*/ 8 w 17"/>
                <a:gd name="T1" fmla="*/ 16 h 16"/>
                <a:gd name="T2" fmla="*/ 0 w 17"/>
                <a:gd name="T3" fmla="*/ 8 h 16"/>
                <a:gd name="T4" fmla="*/ 8 w 17"/>
                <a:gd name="T5" fmla="*/ 0 h 16"/>
                <a:gd name="T6" fmla="*/ 16 w 17"/>
                <a:gd name="T7" fmla="*/ 8 h 16"/>
                <a:gd name="T8" fmla="*/ 8 w 17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8" y="16"/>
                  </a:move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7" y="3"/>
                    <a:pt x="16" y="8"/>
                  </a:cubicBezTo>
                  <a:cubicBezTo>
                    <a:pt x="16" y="12"/>
                    <a:pt x="13" y="16"/>
                    <a:pt x="8" y="1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5" name="Freeform 191"/>
            <p:cNvSpPr/>
            <p:nvPr/>
          </p:nvSpPr>
          <p:spPr bwMode="auto">
            <a:xfrm>
              <a:off x="11364913" y="7132638"/>
              <a:ext cx="131763" cy="131763"/>
            </a:xfrm>
            <a:custGeom>
              <a:avLst/>
              <a:gdLst>
                <a:gd name="T0" fmla="*/ 16 w 16"/>
                <a:gd name="T1" fmla="*/ 8 h 16"/>
                <a:gd name="T2" fmla="*/ 8 w 16"/>
                <a:gd name="T3" fmla="*/ 16 h 16"/>
                <a:gd name="T4" fmla="*/ 0 w 16"/>
                <a:gd name="T5" fmla="*/ 8 h 16"/>
                <a:gd name="T6" fmla="*/ 9 w 16"/>
                <a:gd name="T7" fmla="*/ 0 h 16"/>
                <a:gd name="T8" fmla="*/ 16 w 16"/>
                <a:gd name="T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6" y="8"/>
                  </a:moveTo>
                  <a:cubicBezTo>
                    <a:pt x="16" y="12"/>
                    <a:pt x="13" y="16"/>
                    <a:pt x="8" y="16"/>
                  </a:cubicBezTo>
                  <a:cubicBezTo>
                    <a:pt x="4" y="16"/>
                    <a:pt x="1" y="12"/>
                    <a:pt x="0" y="8"/>
                  </a:cubicBezTo>
                  <a:cubicBezTo>
                    <a:pt x="0" y="3"/>
                    <a:pt x="4" y="0"/>
                    <a:pt x="9" y="0"/>
                  </a:cubicBezTo>
                  <a:cubicBezTo>
                    <a:pt x="13" y="0"/>
                    <a:pt x="16" y="3"/>
                    <a:pt x="16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6" name="Freeform 192"/>
            <p:cNvSpPr/>
            <p:nvPr/>
          </p:nvSpPr>
          <p:spPr bwMode="auto">
            <a:xfrm>
              <a:off x="11249026" y="7248525"/>
              <a:ext cx="131763" cy="131763"/>
            </a:xfrm>
            <a:custGeom>
              <a:avLst/>
              <a:gdLst>
                <a:gd name="T0" fmla="*/ 16 w 16"/>
                <a:gd name="T1" fmla="*/ 8 h 16"/>
                <a:gd name="T2" fmla="*/ 8 w 16"/>
                <a:gd name="T3" fmla="*/ 16 h 16"/>
                <a:gd name="T4" fmla="*/ 0 w 16"/>
                <a:gd name="T5" fmla="*/ 8 h 16"/>
                <a:gd name="T6" fmla="*/ 8 w 16"/>
                <a:gd name="T7" fmla="*/ 0 h 16"/>
                <a:gd name="T8" fmla="*/ 16 w 16"/>
                <a:gd name="T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6" y="8"/>
                  </a:moveTo>
                  <a:cubicBezTo>
                    <a:pt x="16" y="12"/>
                    <a:pt x="13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4"/>
                    <a:pt x="16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7" name="Freeform 193"/>
            <p:cNvSpPr/>
            <p:nvPr/>
          </p:nvSpPr>
          <p:spPr bwMode="auto">
            <a:xfrm>
              <a:off x="11479213" y="7018338"/>
              <a:ext cx="131763" cy="131763"/>
            </a:xfrm>
            <a:custGeom>
              <a:avLst/>
              <a:gdLst>
                <a:gd name="T0" fmla="*/ 16 w 16"/>
                <a:gd name="T1" fmla="*/ 8 h 16"/>
                <a:gd name="T2" fmla="*/ 8 w 16"/>
                <a:gd name="T3" fmla="*/ 16 h 16"/>
                <a:gd name="T4" fmla="*/ 1 w 16"/>
                <a:gd name="T5" fmla="*/ 8 h 16"/>
                <a:gd name="T6" fmla="*/ 9 w 16"/>
                <a:gd name="T7" fmla="*/ 0 h 16"/>
                <a:gd name="T8" fmla="*/ 16 w 16"/>
                <a:gd name="T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6" y="8"/>
                  </a:moveTo>
                  <a:cubicBezTo>
                    <a:pt x="16" y="12"/>
                    <a:pt x="13" y="16"/>
                    <a:pt x="8" y="16"/>
                  </a:cubicBezTo>
                  <a:cubicBezTo>
                    <a:pt x="4" y="16"/>
                    <a:pt x="0" y="12"/>
                    <a:pt x="1" y="8"/>
                  </a:cubicBezTo>
                  <a:cubicBezTo>
                    <a:pt x="1" y="3"/>
                    <a:pt x="4" y="0"/>
                    <a:pt x="9" y="0"/>
                  </a:cubicBezTo>
                  <a:cubicBezTo>
                    <a:pt x="13" y="0"/>
                    <a:pt x="16" y="3"/>
                    <a:pt x="16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8" name="Freeform 194"/>
            <p:cNvSpPr/>
            <p:nvPr/>
          </p:nvSpPr>
          <p:spPr bwMode="auto">
            <a:xfrm>
              <a:off x="9982201" y="5741988"/>
              <a:ext cx="131763" cy="131763"/>
            </a:xfrm>
            <a:custGeom>
              <a:avLst/>
              <a:gdLst>
                <a:gd name="T0" fmla="*/ 16 w 16"/>
                <a:gd name="T1" fmla="*/ 8 h 16"/>
                <a:gd name="T2" fmla="*/ 8 w 16"/>
                <a:gd name="T3" fmla="*/ 16 h 16"/>
                <a:gd name="T4" fmla="*/ 0 w 16"/>
                <a:gd name="T5" fmla="*/ 8 h 16"/>
                <a:gd name="T6" fmla="*/ 8 w 16"/>
                <a:gd name="T7" fmla="*/ 0 h 16"/>
                <a:gd name="T8" fmla="*/ 16 w 16"/>
                <a:gd name="T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6" y="8"/>
                  </a:moveTo>
                  <a:cubicBezTo>
                    <a:pt x="16" y="12"/>
                    <a:pt x="12" y="16"/>
                    <a:pt x="8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2" y="0"/>
                    <a:pt x="16" y="3"/>
                    <a:pt x="16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9" name="Freeform 195"/>
            <p:cNvSpPr/>
            <p:nvPr/>
          </p:nvSpPr>
          <p:spPr bwMode="auto">
            <a:xfrm>
              <a:off x="11372851" y="5741988"/>
              <a:ext cx="131763" cy="131763"/>
            </a:xfrm>
            <a:custGeom>
              <a:avLst/>
              <a:gdLst>
                <a:gd name="T0" fmla="*/ 16 w 16"/>
                <a:gd name="T1" fmla="*/ 8 h 16"/>
                <a:gd name="T2" fmla="*/ 8 w 16"/>
                <a:gd name="T3" fmla="*/ 16 h 16"/>
                <a:gd name="T4" fmla="*/ 0 w 16"/>
                <a:gd name="T5" fmla="*/ 8 h 16"/>
                <a:gd name="T6" fmla="*/ 8 w 16"/>
                <a:gd name="T7" fmla="*/ 0 h 16"/>
                <a:gd name="T8" fmla="*/ 16 w 16"/>
                <a:gd name="T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6" y="8"/>
                  </a:moveTo>
                  <a:cubicBezTo>
                    <a:pt x="16" y="12"/>
                    <a:pt x="12" y="16"/>
                    <a:pt x="8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12" y="0"/>
                    <a:pt x="16" y="3"/>
                    <a:pt x="16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0" name="Freeform 196"/>
            <p:cNvSpPr/>
            <p:nvPr/>
          </p:nvSpPr>
          <p:spPr bwMode="auto">
            <a:xfrm>
              <a:off x="9858376" y="7010400"/>
              <a:ext cx="131763" cy="131763"/>
            </a:xfrm>
            <a:custGeom>
              <a:avLst/>
              <a:gdLst>
                <a:gd name="T0" fmla="*/ 9 w 16"/>
                <a:gd name="T1" fmla="*/ 16 h 16"/>
                <a:gd name="T2" fmla="*/ 1 w 16"/>
                <a:gd name="T3" fmla="*/ 9 h 16"/>
                <a:gd name="T4" fmla="*/ 8 w 16"/>
                <a:gd name="T5" fmla="*/ 1 h 16"/>
                <a:gd name="T6" fmla="*/ 16 w 16"/>
                <a:gd name="T7" fmla="*/ 8 h 16"/>
                <a:gd name="T8" fmla="*/ 9 w 16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9" y="16"/>
                  </a:moveTo>
                  <a:cubicBezTo>
                    <a:pt x="4" y="16"/>
                    <a:pt x="1" y="13"/>
                    <a:pt x="1" y="9"/>
                  </a:cubicBezTo>
                  <a:cubicBezTo>
                    <a:pt x="0" y="4"/>
                    <a:pt x="4" y="1"/>
                    <a:pt x="8" y="1"/>
                  </a:cubicBezTo>
                  <a:cubicBezTo>
                    <a:pt x="13" y="0"/>
                    <a:pt x="16" y="4"/>
                    <a:pt x="16" y="8"/>
                  </a:cubicBezTo>
                  <a:cubicBezTo>
                    <a:pt x="16" y="13"/>
                    <a:pt x="13" y="16"/>
                    <a:pt x="9" y="1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1" name="Freeform 197"/>
            <p:cNvSpPr/>
            <p:nvPr/>
          </p:nvSpPr>
          <p:spPr bwMode="auto">
            <a:xfrm>
              <a:off x="10098088" y="7248525"/>
              <a:ext cx="130175" cy="123825"/>
            </a:xfrm>
            <a:custGeom>
              <a:avLst/>
              <a:gdLst>
                <a:gd name="T0" fmla="*/ 8 w 16"/>
                <a:gd name="T1" fmla="*/ 15 h 15"/>
                <a:gd name="T2" fmla="*/ 0 w 16"/>
                <a:gd name="T3" fmla="*/ 8 h 15"/>
                <a:gd name="T4" fmla="*/ 8 w 16"/>
                <a:gd name="T5" fmla="*/ 0 h 15"/>
                <a:gd name="T6" fmla="*/ 15 w 16"/>
                <a:gd name="T7" fmla="*/ 8 h 15"/>
                <a:gd name="T8" fmla="*/ 8 w 16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5">
                  <a:moveTo>
                    <a:pt x="8" y="15"/>
                  </a:moveTo>
                  <a:cubicBezTo>
                    <a:pt x="3" y="15"/>
                    <a:pt x="0" y="12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2" y="0"/>
                    <a:pt x="16" y="3"/>
                    <a:pt x="15" y="8"/>
                  </a:cubicBezTo>
                  <a:cubicBezTo>
                    <a:pt x="15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2" name="Freeform 198"/>
            <p:cNvSpPr/>
            <p:nvPr/>
          </p:nvSpPr>
          <p:spPr bwMode="auto">
            <a:xfrm>
              <a:off x="11487151" y="5857875"/>
              <a:ext cx="131763" cy="131763"/>
            </a:xfrm>
            <a:custGeom>
              <a:avLst/>
              <a:gdLst>
                <a:gd name="T0" fmla="*/ 0 w 16"/>
                <a:gd name="T1" fmla="*/ 8 h 16"/>
                <a:gd name="T2" fmla="*/ 8 w 16"/>
                <a:gd name="T3" fmla="*/ 0 h 16"/>
                <a:gd name="T4" fmla="*/ 16 w 16"/>
                <a:gd name="T5" fmla="*/ 8 h 16"/>
                <a:gd name="T6" fmla="*/ 8 w 16"/>
                <a:gd name="T7" fmla="*/ 16 h 16"/>
                <a:gd name="T8" fmla="*/ 0 w 16"/>
                <a:gd name="T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0" y="8"/>
                  </a:moveTo>
                  <a:cubicBezTo>
                    <a:pt x="0" y="4"/>
                    <a:pt x="3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12"/>
                    <a:pt x="12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3" name="Freeform 199"/>
            <p:cNvSpPr/>
            <p:nvPr/>
          </p:nvSpPr>
          <p:spPr bwMode="auto">
            <a:xfrm>
              <a:off x="11256963" y="5626100"/>
              <a:ext cx="131763" cy="131763"/>
            </a:xfrm>
            <a:custGeom>
              <a:avLst/>
              <a:gdLst>
                <a:gd name="T0" fmla="*/ 0 w 16"/>
                <a:gd name="T1" fmla="*/ 8 h 16"/>
                <a:gd name="T2" fmla="*/ 8 w 16"/>
                <a:gd name="T3" fmla="*/ 0 h 16"/>
                <a:gd name="T4" fmla="*/ 16 w 16"/>
                <a:gd name="T5" fmla="*/ 8 h 16"/>
                <a:gd name="T6" fmla="*/ 8 w 16"/>
                <a:gd name="T7" fmla="*/ 16 h 16"/>
                <a:gd name="T8" fmla="*/ 0 w 16"/>
                <a:gd name="T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0" y="8"/>
                  </a:moveTo>
                  <a:cubicBezTo>
                    <a:pt x="0" y="3"/>
                    <a:pt x="4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12"/>
                    <a:pt x="12" y="16"/>
                    <a:pt x="8" y="16"/>
                  </a:cubicBezTo>
                  <a:cubicBezTo>
                    <a:pt x="3" y="16"/>
                    <a:pt x="0" y="12"/>
                    <a:pt x="0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4" name="Freeform 200"/>
            <p:cNvSpPr/>
            <p:nvPr/>
          </p:nvSpPr>
          <p:spPr bwMode="auto">
            <a:xfrm>
              <a:off x="10098088" y="5626100"/>
              <a:ext cx="130175" cy="123825"/>
            </a:xfrm>
            <a:custGeom>
              <a:avLst/>
              <a:gdLst>
                <a:gd name="T0" fmla="*/ 8 w 16"/>
                <a:gd name="T1" fmla="*/ 0 h 15"/>
                <a:gd name="T2" fmla="*/ 16 w 16"/>
                <a:gd name="T3" fmla="*/ 8 h 15"/>
                <a:gd name="T4" fmla="*/ 8 w 16"/>
                <a:gd name="T5" fmla="*/ 15 h 15"/>
                <a:gd name="T6" fmla="*/ 0 w 16"/>
                <a:gd name="T7" fmla="*/ 8 h 15"/>
                <a:gd name="T8" fmla="*/ 8 w 16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5">
                  <a:moveTo>
                    <a:pt x="8" y="0"/>
                  </a:moveTo>
                  <a:cubicBezTo>
                    <a:pt x="12" y="0"/>
                    <a:pt x="16" y="3"/>
                    <a:pt x="16" y="8"/>
                  </a:cubicBezTo>
                  <a:cubicBezTo>
                    <a:pt x="16" y="12"/>
                    <a:pt x="12" y="15"/>
                    <a:pt x="8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5" name="Freeform 201"/>
            <p:cNvSpPr/>
            <p:nvPr/>
          </p:nvSpPr>
          <p:spPr bwMode="auto">
            <a:xfrm>
              <a:off x="9866313" y="5857875"/>
              <a:ext cx="131763" cy="131763"/>
            </a:xfrm>
            <a:custGeom>
              <a:avLst/>
              <a:gdLst>
                <a:gd name="T0" fmla="*/ 8 w 16"/>
                <a:gd name="T1" fmla="*/ 0 h 16"/>
                <a:gd name="T2" fmla="*/ 16 w 16"/>
                <a:gd name="T3" fmla="*/ 8 h 16"/>
                <a:gd name="T4" fmla="*/ 7 w 16"/>
                <a:gd name="T5" fmla="*/ 16 h 16"/>
                <a:gd name="T6" fmla="*/ 0 w 16"/>
                <a:gd name="T7" fmla="*/ 8 h 16"/>
                <a:gd name="T8" fmla="*/ 8 w 16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8" y="0"/>
                  </a:moveTo>
                  <a:cubicBezTo>
                    <a:pt x="12" y="0"/>
                    <a:pt x="16" y="4"/>
                    <a:pt x="16" y="8"/>
                  </a:cubicBezTo>
                  <a:cubicBezTo>
                    <a:pt x="16" y="12"/>
                    <a:pt x="12" y="16"/>
                    <a:pt x="7" y="16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6" name="Freeform 202"/>
            <p:cNvSpPr/>
            <p:nvPr/>
          </p:nvSpPr>
          <p:spPr bwMode="auto">
            <a:xfrm>
              <a:off x="11603038" y="6902450"/>
              <a:ext cx="123825" cy="131763"/>
            </a:xfrm>
            <a:custGeom>
              <a:avLst/>
              <a:gdLst>
                <a:gd name="T0" fmla="*/ 7 w 15"/>
                <a:gd name="T1" fmla="*/ 15 h 16"/>
                <a:gd name="T2" fmla="*/ 0 w 15"/>
                <a:gd name="T3" fmla="*/ 7 h 16"/>
                <a:gd name="T4" fmla="*/ 8 w 15"/>
                <a:gd name="T5" fmla="*/ 0 h 16"/>
                <a:gd name="T6" fmla="*/ 15 w 15"/>
                <a:gd name="T7" fmla="*/ 8 h 16"/>
                <a:gd name="T8" fmla="*/ 7 w 15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7" y="15"/>
                  </a:moveTo>
                  <a:cubicBezTo>
                    <a:pt x="3" y="15"/>
                    <a:pt x="0" y="12"/>
                    <a:pt x="0" y="7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2" y="0"/>
                    <a:pt x="15" y="3"/>
                    <a:pt x="15" y="8"/>
                  </a:cubicBezTo>
                  <a:cubicBezTo>
                    <a:pt x="15" y="12"/>
                    <a:pt x="12" y="16"/>
                    <a:pt x="7" y="1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7" name="Freeform 203"/>
            <p:cNvSpPr/>
            <p:nvPr/>
          </p:nvSpPr>
          <p:spPr bwMode="auto">
            <a:xfrm>
              <a:off x="11134726" y="7364413"/>
              <a:ext cx="131763" cy="131763"/>
            </a:xfrm>
            <a:custGeom>
              <a:avLst/>
              <a:gdLst>
                <a:gd name="T0" fmla="*/ 8 w 16"/>
                <a:gd name="T1" fmla="*/ 0 h 16"/>
                <a:gd name="T2" fmla="*/ 16 w 16"/>
                <a:gd name="T3" fmla="*/ 8 h 16"/>
                <a:gd name="T4" fmla="*/ 8 w 16"/>
                <a:gd name="T5" fmla="*/ 16 h 16"/>
                <a:gd name="T6" fmla="*/ 0 w 16"/>
                <a:gd name="T7" fmla="*/ 8 h 16"/>
                <a:gd name="T8" fmla="*/ 8 w 16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8" y="0"/>
                  </a:moveTo>
                  <a:cubicBezTo>
                    <a:pt x="13" y="0"/>
                    <a:pt x="16" y="4"/>
                    <a:pt x="16" y="8"/>
                  </a:cubicBezTo>
                  <a:cubicBezTo>
                    <a:pt x="16" y="12"/>
                    <a:pt x="13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1" y="3"/>
                    <a:pt x="4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8" name="Freeform 204"/>
            <p:cNvSpPr/>
            <p:nvPr/>
          </p:nvSpPr>
          <p:spPr bwMode="auto">
            <a:xfrm>
              <a:off x="10212388" y="7364413"/>
              <a:ext cx="131763" cy="131763"/>
            </a:xfrm>
            <a:custGeom>
              <a:avLst/>
              <a:gdLst>
                <a:gd name="T0" fmla="*/ 8 w 16"/>
                <a:gd name="T1" fmla="*/ 0 h 16"/>
                <a:gd name="T2" fmla="*/ 16 w 16"/>
                <a:gd name="T3" fmla="*/ 8 h 16"/>
                <a:gd name="T4" fmla="*/ 8 w 16"/>
                <a:gd name="T5" fmla="*/ 16 h 16"/>
                <a:gd name="T6" fmla="*/ 0 w 16"/>
                <a:gd name="T7" fmla="*/ 7 h 16"/>
                <a:gd name="T8" fmla="*/ 8 w 16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8" y="0"/>
                  </a:moveTo>
                  <a:cubicBezTo>
                    <a:pt x="12" y="0"/>
                    <a:pt x="16" y="3"/>
                    <a:pt x="16" y="8"/>
                  </a:cubicBezTo>
                  <a:cubicBezTo>
                    <a:pt x="16" y="12"/>
                    <a:pt x="12" y="16"/>
                    <a:pt x="8" y="16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3"/>
                    <a:pt x="3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9" name="Oval 205"/>
            <p:cNvSpPr>
              <a:spLocks noChangeArrowheads="1"/>
            </p:cNvSpPr>
            <p:nvPr/>
          </p:nvSpPr>
          <p:spPr bwMode="auto">
            <a:xfrm>
              <a:off x="10558463" y="7478713"/>
              <a:ext cx="131763" cy="1317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0" name="Oval 206"/>
            <p:cNvSpPr>
              <a:spLocks noChangeArrowheads="1"/>
            </p:cNvSpPr>
            <p:nvPr/>
          </p:nvSpPr>
          <p:spPr bwMode="auto">
            <a:xfrm>
              <a:off x="11142663" y="5511800"/>
              <a:ext cx="123825" cy="1317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1" name="Oval 207"/>
            <p:cNvSpPr>
              <a:spLocks noChangeArrowheads="1"/>
            </p:cNvSpPr>
            <p:nvPr/>
          </p:nvSpPr>
          <p:spPr bwMode="auto">
            <a:xfrm>
              <a:off x="11603038" y="5972175"/>
              <a:ext cx="131763" cy="1317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2" name="Freeform 208"/>
            <p:cNvSpPr/>
            <p:nvPr/>
          </p:nvSpPr>
          <p:spPr bwMode="auto">
            <a:xfrm>
              <a:off x="9628188" y="6548438"/>
              <a:ext cx="131763" cy="131763"/>
            </a:xfrm>
            <a:custGeom>
              <a:avLst/>
              <a:gdLst>
                <a:gd name="T0" fmla="*/ 16 w 16"/>
                <a:gd name="T1" fmla="*/ 8 h 16"/>
                <a:gd name="T2" fmla="*/ 9 w 16"/>
                <a:gd name="T3" fmla="*/ 16 h 16"/>
                <a:gd name="T4" fmla="*/ 0 w 16"/>
                <a:gd name="T5" fmla="*/ 8 h 16"/>
                <a:gd name="T6" fmla="*/ 8 w 16"/>
                <a:gd name="T7" fmla="*/ 0 h 16"/>
                <a:gd name="T8" fmla="*/ 16 w 16"/>
                <a:gd name="T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6" y="8"/>
                  </a:moveTo>
                  <a:cubicBezTo>
                    <a:pt x="16" y="12"/>
                    <a:pt x="13" y="16"/>
                    <a:pt x="9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3" name="Freeform 209"/>
            <p:cNvSpPr/>
            <p:nvPr/>
          </p:nvSpPr>
          <p:spPr bwMode="auto">
            <a:xfrm>
              <a:off x="9636126" y="6318250"/>
              <a:ext cx="123825" cy="131763"/>
            </a:xfrm>
            <a:custGeom>
              <a:avLst/>
              <a:gdLst>
                <a:gd name="T0" fmla="*/ 8 w 15"/>
                <a:gd name="T1" fmla="*/ 16 h 16"/>
                <a:gd name="T2" fmla="*/ 0 w 15"/>
                <a:gd name="T3" fmla="*/ 8 h 16"/>
                <a:gd name="T4" fmla="*/ 7 w 15"/>
                <a:gd name="T5" fmla="*/ 0 h 16"/>
                <a:gd name="T6" fmla="*/ 15 w 15"/>
                <a:gd name="T7" fmla="*/ 8 h 16"/>
                <a:gd name="T8" fmla="*/ 8 w 15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8" y="16"/>
                  </a:moveTo>
                  <a:cubicBezTo>
                    <a:pt x="3" y="16"/>
                    <a:pt x="0" y="12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12" y="0"/>
                    <a:pt x="15" y="4"/>
                    <a:pt x="15" y="8"/>
                  </a:cubicBezTo>
                  <a:cubicBezTo>
                    <a:pt x="15" y="12"/>
                    <a:pt x="12" y="16"/>
                    <a:pt x="8" y="1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4" name="Oval 210"/>
            <p:cNvSpPr>
              <a:spLocks noChangeArrowheads="1"/>
            </p:cNvSpPr>
            <p:nvPr/>
          </p:nvSpPr>
          <p:spPr bwMode="auto">
            <a:xfrm>
              <a:off x="9752013" y="6902450"/>
              <a:ext cx="123825" cy="1238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5" name="Oval 211"/>
            <p:cNvSpPr>
              <a:spLocks noChangeArrowheads="1"/>
            </p:cNvSpPr>
            <p:nvPr/>
          </p:nvSpPr>
          <p:spPr bwMode="auto">
            <a:xfrm>
              <a:off x="10788651" y="7478713"/>
              <a:ext cx="131763" cy="1317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6" name="Freeform 212"/>
            <p:cNvSpPr/>
            <p:nvPr/>
          </p:nvSpPr>
          <p:spPr bwMode="auto">
            <a:xfrm>
              <a:off x="9752013" y="5972175"/>
              <a:ext cx="123825" cy="131763"/>
            </a:xfrm>
            <a:custGeom>
              <a:avLst/>
              <a:gdLst>
                <a:gd name="T0" fmla="*/ 8 w 15"/>
                <a:gd name="T1" fmla="*/ 0 h 16"/>
                <a:gd name="T2" fmla="*/ 15 w 15"/>
                <a:gd name="T3" fmla="*/ 8 h 16"/>
                <a:gd name="T4" fmla="*/ 8 w 15"/>
                <a:gd name="T5" fmla="*/ 16 h 16"/>
                <a:gd name="T6" fmla="*/ 0 w 15"/>
                <a:gd name="T7" fmla="*/ 8 h 16"/>
                <a:gd name="T8" fmla="*/ 8 w 15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8" y="0"/>
                  </a:moveTo>
                  <a:cubicBezTo>
                    <a:pt x="12" y="0"/>
                    <a:pt x="15" y="3"/>
                    <a:pt x="15" y="8"/>
                  </a:cubicBezTo>
                  <a:cubicBezTo>
                    <a:pt x="15" y="12"/>
                    <a:pt x="12" y="16"/>
                    <a:pt x="8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7" name="Freeform 213"/>
            <p:cNvSpPr/>
            <p:nvPr/>
          </p:nvSpPr>
          <p:spPr bwMode="auto">
            <a:xfrm>
              <a:off x="11718926" y="6556375"/>
              <a:ext cx="122238" cy="123825"/>
            </a:xfrm>
            <a:custGeom>
              <a:avLst/>
              <a:gdLst>
                <a:gd name="T0" fmla="*/ 8 w 15"/>
                <a:gd name="T1" fmla="*/ 0 h 15"/>
                <a:gd name="T2" fmla="*/ 15 w 15"/>
                <a:gd name="T3" fmla="*/ 8 h 15"/>
                <a:gd name="T4" fmla="*/ 8 w 15"/>
                <a:gd name="T5" fmla="*/ 15 h 15"/>
                <a:gd name="T6" fmla="*/ 0 w 15"/>
                <a:gd name="T7" fmla="*/ 7 h 15"/>
                <a:gd name="T8" fmla="*/ 8 w 15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8" y="0"/>
                  </a:moveTo>
                  <a:cubicBezTo>
                    <a:pt x="12" y="0"/>
                    <a:pt x="15" y="3"/>
                    <a:pt x="15" y="8"/>
                  </a:cubicBezTo>
                  <a:cubicBezTo>
                    <a:pt x="15" y="12"/>
                    <a:pt x="12" y="15"/>
                    <a:pt x="8" y="15"/>
                  </a:cubicBezTo>
                  <a:cubicBezTo>
                    <a:pt x="3" y="15"/>
                    <a:pt x="0" y="11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8" name="Oval 214"/>
            <p:cNvSpPr>
              <a:spLocks noChangeArrowheads="1"/>
            </p:cNvSpPr>
            <p:nvPr/>
          </p:nvSpPr>
          <p:spPr bwMode="auto">
            <a:xfrm>
              <a:off x="10212388" y="5511800"/>
              <a:ext cx="131763" cy="1238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9" name="Freeform 215"/>
            <p:cNvSpPr/>
            <p:nvPr/>
          </p:nvSpPr>
          <p:spPr bwMode="auto">
            <a:xfrm>
              <a:off x="11718926" y="6318250"/>
              <a:ext cx="130175" cy="131763"/>
            </a:xfrm>
            <a:custGeom>
              <a:avLst/>
              <a:gdLst>
                <a:gd name="T0" fmla="*/ 8 w 16"/>
                <a:gd name="T1" fmla="*/ 1 h 16"/>
                <a:gd name="T2" fmla="*/ 16 w 16"/>
                <a:gd name="T3" fmla="*/ 8 h 16"/>
                <a:gd name="T4" fmla="*/ 8 w 16"/>
                <a:gd name="T5" fmla="*/ 16 h 16"/>
                <a:gd name="T6" fmla="*/ 0 w 16"/>
                <a:gd name="T7" fmla="*/ 8 h 16"/>
                <a:gd name="T8" fmla="*/ 8 w 16"/>
                <a:gd name="T9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8" y="1"/>
                  </a:moveTo>
                  <a:cubicBezTo>
                    <a:pt x="12" y="1"/>
                    <a:pt x="16" y="4"/>
                    <a:pt x="16" y="8"/>
                  </a:cubicBezTo>
                  <a:cubicBezTo>
                    <a:pt x="16" y="13"/>
                    <a:pt x="12" y="16"/>
                    <a:pt x="8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4"/>
                    <a:pt x="4" y="0"/>
                    <a:pt x="8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0" name="Freeform 216"/>
            <p:cNvSpPr/>
            <p:nvPr/>
          </p:nvSpPr>
          <p:spPr bwMode="auto">
            <a:xfrm>
              <a:off x="10558463" y="5395913"/>
              <a:ext cx="131763" cy="123825"/>
            </a:xfrm>
            <a:custGeom>
              <a:avLst/>
              <a:gdLst>
                <a:gd name="T0" fmla="*/ 8 w 16"/>
                <a:gd name="T1" fmla="*/ 15 h 15"/>
                <a:gd name="T2" fmla="*/ 0 w 16"/>
                <a:gd name="T3" fmla="*/ 8 h 15"/>
                <a:gd name="T4" fmla="*/ 8 w 16"/>
                <a:gd name="T5" fmla="*/ 0 h 15"/>
                <a:gd name="T6" fmla="*/ 16 w 16"/>
                <a:gd name="T7" fmla="*/ 8 h 15"/>
                <a:gd name="T8" fmla="*/ 8 w 16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5">
                  <a:moveTo>
                    <a:pt x="8" y="15"/>
                  </a:moveTo>
                  <a:cubicBezTo>
                    <a:pt x="4" y="15"/>
                    <a:pt x="1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2" y="0"/>
                    <a:pt x="16" y="3"/>
                    <a:pt x="16" y="8"/>
                  </a:cubicBezTo>
                  <a:cubicBezTo>
                    <a:pt x="16" y="12"/>
                    <a:pt x="13" y="15"/>
                    <a:pt x="8" y="1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1" name="Oval 217"/>
            <p:cNvSpPr>
              <a:spLocks noChangeArrowheads="1"/>
            </p:cNvSpPr>
            <p:nvPr/>
          </p:nvSpPr>
          <p:spPr bwMode="auto">
            <a:xfrm>
              <a:off x="10796588" y="5395913"/>
              <a:ext cx="123825" cy="1238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2" name="Freeform 218"/>
            <p:cNvSpPr/>
            <p:nvPr/>
          </p:nvSpPr>
          <p:spPr bwMode="auto">
            <a:xfrm>
              <a:off x="10328276" y="7478713"/>
              <a:ext cx="122238" cy="131763"/>
            </a:xfrm>
            <a:custGeom>
              <a:avLst/>
              <a:gdLst>
                <a:gd name="T0" fmla="*/ 0 w 15"/>
                <a:gd name="T1" fmla="*/ 8 h 16"/>
                <a:gd name="T2" fmla="*/ 8 w 15"/>
                <a:gd name="T3" fmla="*/ 0 h 16"/>
                <a:gd name="T4" fmla="*/ 15 w 15"/>
                <a:gd name="T5" fmla="*/ 8 h 16"/>
                <a:gd name="T6" fmla="*/ 8 w 15"/>
                <a:gd name="T7" fmla="*/ 15 h 16"/>
                <a:gd name="T8" fmla="*/ 0 w 15"/>
                <a:gd name="T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0" y="8"/>
                  </a:moveTo>
                  <a:cubicBezTo>
                    <a:pt x="0" y="3"/>
                    <a:pt x="4" y="0"/>
                    <a:pt x="8" y="0"/>
                  </a:cubicBezTo>
                  <a:cubicBezTo>
                    <a:pt x="12" y="0"/>
                    <a:pt x="15" y="4"/>
                    <a:pt x="15" y="8"/>
                  </a:cubicBezTo>
                  <a:cubicBezTo>
                    <a:pt x="15" y="12"/>
                    <a:pt x="12" y="16"/>
                    <a:pt x="8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3" name="Freeform 219"/>
            <p:cNvSpPr/>
            <p:nvPr/>
          </p:nvSpPr>
          <p:spPr bwMode="auto">
            <a:xfrm>
              <a:off x="11718926" y="6788150"/>
              <a:ext cx="122238" cy="122238"/>
            </a:xfrm>
            <a:custGeom>
              <a:avLst/>
              <a:gdLst>
                <a:gd name="T0" fmla="*/ 8 w 15"/>
                <a:gd name="T1" fmla="*/ 0 h 15"/>
                <a:gd name="T2" fmla="*/ 15 w 15"/>
                <a:gd name="T3" fmla="*/ 8 h 15"/>
                <a:gd name="T4" fmla="*/ 8 w 15"/>
                <a:gd name="T5" fmla="*/ 15 h 15"/>
                <a:gd name="T6" fmla="*/ 0 w 15"/>
                <a:gd name="T7" fmla="*/ 7 h 15"/>
                <a:gd name="T8" fmla="*/ 8 w 15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8" y="0"/>
                  </a:moveTo>
                  <a:cubicBezTo>
                    <a:pt x="12" y="0"/>
                    <a:pt x="15" y="3"/>
                    <a:pt x="15" y="8"/>
                  </a:cubicBezTo>
                  <a:cubicBezTo>
                    <a:pt x="15" y="12"/>
                    <a:pt x="12" y="15"/>
                    <a:pt x="8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3"/>
                    <a:pt x="3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4" name="Freeform 220"/>
            <p:cNvSpPr/>
            <p:nvPr/>
          </p:nvSpPr>
          <p:spPr bwMode="auto">
            <a:xfrm>
              <a:off x="11018838" y="7478713"/>
              <a:ext cx="131763" cy="131763"/>
            </a:xfrm>
            <a:custGeom>
              <a:avLst/>
              <a:gdLst>
                <a:gd name="T0" fmla="*/ 16 w 16"/>
                <a:gd name="T1" fmla="*/ 8 h 16"/>
                <a:gd name="T2" fmla="*/ 8 w 16"/>
                <a:gd name="T3" fmla="*/ 16 h 16"/>
                <a:gd name="T4" fmla="*/ 1 w 16"/>
                <a:gd name="T5" fmla="*/ 8 h 16"/>
                <a:gd name="T6" fmla="*/ 9 w 16"/>
                <a:gd name="T7" fmla="*/ 0 h 16"/>
                <a:gd name="T8" fmla="*/ 16 w 16"/>
                <a:gd name="T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6" y="8"/>
                  </a:moveTo>
                  <a:cubicBezTo>
                    <a:pt x="16" y="13"/>
                    <a:pt x="12" y="16"/>
                    <a:pt x="8" y="16"/>
                  </a:cubicBezTo>
                  <a:cubicBezTo>
                    <a:pt x="3" y="15"/>
                    <a:pt x="0" y="12"/>
                    <a:pt x="1" y="8"/>
                  </a:cubicBezTo>
                  <a:cubicBezTo>
                    <a:pt x="1" y="3"/>
                    <a:pt x="4" y="0"/>
                    <a:pt x="9" y="0"/>
                  </a:cubicBezTo>
                  <a:cubicBezTo>
                    <a:pt x="13" y="1"/>
                    <a:pt x="16" y="4"/>
                    <a:pt x="16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5" name="Freeform 221"/>
            <p:cNvSpPr/>
            <p:nvPr/>
          </p:nvSpPr>
          <p:spPr bwMode="auto">
            <a:xfrm>
              <a:off x="9636126" y="6788150"/>
              <a:ext cx="123825" cy="122238"/>
            </a:xfrm>
            <a:custGeom>
              <a:avLst/>
              <a:gdLst>
                <a:gd name="T0" fmla="*/ 15 w 15"/>
                <a:gd name="T1" fmla="*/ 7 h 15"/>
                <a:gd name="T2" fmla="*/ 7 w 15"/>
                <a:gd name="T3" fmla="*/ 15 h 15"/>
                <a:gd name="T4" fmla="*/ 0 w 15"/>
                <a:gd name="T5" fmla="*/ 7 h 15"/>
                <a:gd name="T6" fmla="*/ 7 w 15"/>
                <a:gd name="T7" fmla="*/ 0 h 15"/>
                <a:gd name="T8" fmla="*/ 15 w 15"/>
                <a:gd name="T9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5" y="7"/>
                  </a:moveTo>
                  <a:cubicBezTo>
                    <a:pt x="15" y="11"/>
                    <a:pt x="12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6" name="Freeform 222"/>
            <p:cNvSpPr/>
            <p:nvPr/>
          </p:nvSpPr>
          <p:spPr bwMode="auto">
            <a:xfrm>
              <a:off x="9636126" y="6088063"/>
              <a:ext cx="123825" cy="131763"/>
            </a:xfrm>
            <a:custGeom>
              <a:avLst/>
              <a:gdLst>
                <a:gd name="T0" fmla="*/ 15 w 15"/>
                <a:gd name="T1" fmla="*/ 8 h 16"/>
                <a:gd name="T2" fmla="*/ 8 w 15"/>
                <a:gd name="T3" fmla="*/ 15 h 16"/>
                <a:gd name="T4" fmla="*/ 0 w 15"/>
                <a:gd name="T5" fmla="*/ 8 h 16"/>
                <a:gd name="T6" fmla="*/ 8 w 15"/>
                <a:gd name="T7" fmla="*/ 0 h 16"/>
                <a:gd name="T8" fmla="*/ 15 w 15"/>
                <a:gd name="T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15" y="8"/>
                  </a:moveTo>
                  <a:cubicBezTo>
                    <a:pt x="15" y="12"/>
                    <a:pt x="12" y="15"/>
                    <a:pt x="8" y="15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5" y="4"/>
                    <a:pt x="15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7" name="Freeform 223"/>
            <p:cNvSpPr/>
            <p:nvPr/>
          </p:nvSpPr>
          <p:spPr bwMode="auto">
            <a:xfrm>
              <a:off x="10328276" y="5395913"/>
              <a:ext cx="131763" cy="123825"/>
            </a:xfrm>
            <a:custGeom>
              <a:avLst/>
              <a:gdLst>
                <a:gd name="T0" fmla="*/ 16 w 16"/>
                <a:gd name="T1" fmla="*/ 7 h 15"/>
                <a:gd name="T2" fmla="*/ 8 w 16"/>
                <a:gd name="T3" fmla="*/ 15 h 15"/>
                <a:gd name="T4" fmla="*/ 0 w 16"/>
                <a:gd name="T5" fmla="*/ 7 h 15"/>
                <a:gd name="T6" fmla="*/ 8 w 16"/>
                <a:gd name="T7" fmla="*/ 0 h 15"/>
                <a:gd name="T8" fmla="*/ 16 w 16"/>
                <a:gd name="T9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5">
                  <a:moveTo>
                    <a:pt x="16" y="7"/>
                  </a:moveTo>
                  <a:cubicBezTo>
                    <a:pt x="16" y="11"/>
                    <a:pt x="12" y="15"/>
                    <a:pt x="8" y="15"/>
                  </a:cubicBezTo>
                  <a:cubicBezTo>
                    <a:pt x="4" y="15"/>
                    <a:pt x="0" y="12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2" y="0"/>
                    <a:pt x="16" y="3"/>
                    <a:pt x="16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8" name="Freeform 224"/>
            <p:cNvSpPr/>
            <p:nvPr/>
          </p:nvSpPr>
          <p:spPr bwMode="auto">
            <a:xfrm>
              <a:off x="11718926" y="6096000"/>
              <a:ext cx="130175" cy="123825"/>
            </a:xfrm>
            <a:custGeom>
              <a:avLst/>
              <a:gdLst>
                <a:gd name="T0" fmla="*/ 8 w 16"/>
                <a:gd name="T1" fmla="*/ 0 h 15"/>
                <a:gd name="T2" fmla="*/ 16 w 16"/>
                <a:gd name="T3" fmla="*/ 7 h 15"/>
                <a:gd name="T4" fmla="*/ 8 w 16"/>
                <a:gd name="T5" fmla="*/ 15 h 15"/>
                <a:gd name="T6" fmla="*/ 0 w 16"/>
                <a:gd name="T7" fmla="*/ 7 h 15"/>
                <a:gd name="T8" fmla="*/ 8 w 16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5">
                  <a:moveTo>
                    <a:pt x="8" y="0"/>
                  </a:moveTo>
                  <a:cubicBezTo>
                    <a:pt x="12" y="0"/>
                    <a:pt x="15" y="3"/>
                    <a:pt x="16" y="7"/>
                  </a:cubicBezTo>
                  <a:cubicBezTo>
                    <a:pt x="16" y="11"/>
                    <a:pt x="12" y="15"/>
                    <a:pt x="8" y="15"/>
                  </a:cubicBezTo>
                  <a:cubicBezTo>
                    <a:pt x="4" y="15"/>
                    <a:pt x="0" y="11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9" name="Freeform 225"/>
            <p:cNvSpPr/>
            <p:nvPr/>
          </p:nvSpPr>
          <p:spPr bwMode="auto">
            <a:xfrm>
              <a:off x="11026776" y="5395913"/>
              <a:ext cx="123825" cy="123825"/>
            </a:xfrm>
            <a:custGeom>
              <a:avLst/>
              <a:gdLst>
                <a:gd name="T0" fmla="*/ 15 w 15"/>
                <a:gd name="T1" fmla="*/ 8 h 15"/>
                <a:gd name="T2" fmla="*/ 8 w 15"/>
                <a:gd name="T3" fmla="*/ 15 h 15"/>
                <a:gd name="T4" fmla="*/ 0 w 15"/>
                <a:gd name="T5" fmla="*/ 8 h 15"/>
                <a:gd name="T6" fmla="*/ 7 w 15"/>
                <a:gd name="T7" fmla="*/ 0 h 15"/>
                <a:gd name="T8" fmla="*/ 15 w 15"/>
                <a:gd name="T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5" y="8"/>
                  </a:moveTo>
                  <a:cubicBezTo>
                    <a:pt x="15" y="12"/>
                    <a:pt x="12" y="15"/>
                    <a:pt x="8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0" name="Freeform 226"/>
            <p:cNvSpPr/>
            <p:nvPr/>
          </p:nvSpPr>
          <p:spPr bwMode="auto">
            <a:xfrm>
              <a:off x="9866313" y="7248525"/>
              <a:ext cx="123825" cy="123825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15 w 15"/>
                <a:gd name="T5" fmla="*/ 7 h 15"/>
                <a:gd name="T6" fmla="*/ 8 w 15"/>
                <a:gd name="T7" fmla="*/ 15 h 15"/>
                <a:gd name="T8" fmla="*/ 0 w 15"/>
                <a:gd name="T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12"/>
                    <a:pt x="12" y="15"/>
                    <a:pt x="8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1" name="Freeform 227"/>
            <p:cNvSpPr/>
            <p:nvPr/>
          </p:nvSpPr>
          <p:spPr bwMode="auto">
            <a:xfrm>
              <a:off x="11487151" y="7248525"/>
              <a:ext cx="123825" cy="123825"/>
            </a:xfrm>
            <a:custGeom>
              <a:avLst/>
              <a:gdLst>
                <a:gd name="T0" fmla="*/ 8 w 15"/>
                <a:gd name="T1" fmla="*/ 0 h 15"/>
                <a:gd name="T2" fmla="*/ 15 w 15"/>
                <a:gd name="T3" fmla="*/ 8 h 15"/>
                <a:gd name="T4" fmla="*/ 7 w 15"/>
                <a:gd name="T5" fmla="*/ 15 h 15"/>
                <a:gd name="T6" fmla="*/ 0 w 15"/>
                <a:gd name="T7" fmla="*/ 8 h 15"/>
                <a:gd name="T8" fmla="*/ 8 w 15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8" y="0"/>
                  </a:moveTo>
                  <a:cubicBezTo>
                    <a:pt x="12" y="0"/>
                    <a:pt x="15" y="4"/>
                    <a:pt x="15" y="8"/>
                  </a:cubicBezTo>
                  <a:cubicBezTo>
                    <a:pt x="15" y="12"/>
                    <a:pt x="12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2" name="Freeform 228"/>
            <p:cNvSpPr/>
            <p:nvPr/>
          </p:nvSpPr>
          <p:spPr bwMode="auto">
            <a:xfrm>
              <a:off x="11603038" y="7132638"/>
              <a:ext cx="123825" cy="123825"/>
            </a:xfrm>
            <a:custGeom>
              <a:avLst/>
              <a:gdLst>
                <a:gd name="T0" fmla="*/ 7 w 15"/>
                <a:gd name="T1" fmla="*/ 0 h 15"/>
                <a:gd name="T2" fmla="*/ 15 w 15"/>
                <a:gd name="T3" fmla="*/ 8 h 15"/>
                <a:gd name="T4" fmla="*/ 8 w 15"/>
                <a:gd name="T5" fmla="*/ 15 h 15"/>
                <a:gd name="T6" fmla="*/ 0 w 15"/>
                <a:gd name="T7" fmla="*/ 8 h 15"/>
                <a:gd name="T8" fmla="*/ 7 w 15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7" y="0"/>
                  </a:moveTo>
                  <a:cubicBezTo>
                    <a:pt x="12" y="0"/>
                    <a:pt x="15" y="4"/>
                    <a:pt x="15" y="8"/>
                  </a:cubicBezTo>
                  <a:cubicBezTo>
                    <a:pt x="15" y="12"/>
                    <a:pt x="12" y="15"/>
                    <a:pt x="8" y="15"/>
                  </a:cubicBezTo>
                  <a:cubicBezTo>
                    <a:pt x="4" y="15"/>
                    <a:pt x="0" y="12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3" name="Freeform 229"/>
            <p:cNvSpPr/>
            <p:nvPr/>
          </p:nvSpPr>
          <p:spPr bwMode="auto">
            <a:xfrm>
              <a:off x="9982201" y="7364413"/>
              <a:ext cx="123825" cy="122238"/>
            </a:xfrm>
            <a:custGeom>
              <a:avLst/>
              <a:gdLst>
                <a:gd name="T0" fmla="*/ 15 w 15"/>
                <a:gd name="T1" fmla="*/ 8 h 15"/>
                <a:gd name="T2" fmla="*/ 7 w 15"/>
                <a:gd name="T3" fmla="*/ 15 h 15"/>
                <a:gd name="T4" fmla="*/ 0 w 15"/>
                <a:gd name="T5" fmla="*/ 8 h 15"/>
                <a:gd name="T6" fmla="*/ 8 w 15"/>
                <a:gd name="T7" fmla="*/ 0 h 15"/>
                <a:gd name="T8" fmla="*/ 15 w 15"/>
                <a:gd name="T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5" y="8"/>
                  </a:moveTo>
                  <a:cubicBezTo>
                    <a:pt x="15" y="12"/>
                    <a:pt x="11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12" y="0"/>
                    <a:pt x="15" y="4"/>
                    <a:pt x="15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4" name="Oval 230"/>
            <p:cNvSpPr>
              <a:spLocks noChangeArrowheads="1"/>
            </p:cNvSpPr>
            <p:nvPr/>
          </p:nvSpPr>
          <p:spPr bwMode="auto">
            <a:xfrm>
              <a:off x="11487151" y="5626100"/>
              <a:ext cx="123825" cy="1238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5" name="Oval 231"/>
            <p:cNvSpPr>
              <a:spLocks noChangeArrowheads="1"/>
            </p:cNvSpPr>
            <p:nvPr/>
          </p:nvSpPr>
          <p:spPr bwMode="auto">
            <a:xfrm>
              <a:off x="10672763" y="7594600"/>
              <a:ext cx="123825" cy="1238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6" name="Freeform 232"/>
            <p:cNvSpPr/>
            <p:nvPr/>
          </p:nvSpPr>
          <p:spPr bwMode="auto">
            <a:xfrm>
              <a:off x="11372851" y="7372350"/>
              <a:ext cx="123825" cy="123825"/>
            </a:xfrm>
            <a:custGeom>
              <a:avLst/>
              <a:gdLst>
                <a:gd name="T0" fmla="*/ 15 w 15"/>
                <a:gd name="T1" fmla="*/ 7 h 15"/>
                <a:gd name="T2" fmla="*/ 7 w 15"/>
                <a:gd name="T3" fmla="*/ 14 h 15"/>
                <a:gd name="T4" fmla="*/ 0 w 15"/>
                <a:gd name="T5" fmla="*/ 7 h 15"/>
                <a:gd name="T6" fmla="*/ 7 w 15"/>
                <a:gd name="T7" fmla="*/ 0 h 15"/>
                <a:gd name="T8" fmla="*/ 15 w 15"/>
                <a:gd name="T9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5" y="7"/>
                  </a:moveTo>
                  <a:cubicBezTo>
                    <a:pt x="15" y="11"/>
                    <a:pt x="12" y="15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7" name="Freeform 233"/>
            <p:cNvSpPr/>
            <p:nvPr/>
          </p:nvSpPr>
          <p:spPr bwMode="auto">
            <a:xfrm>
              <a:off x="9752013" y="7132638"/>
              <a:ext cx="123825" cy="123825"/>
            </a:xfrm>
            <a:custGeom>
              <a:avLst/>
              <a:gdLst>
                <a:gd name="T0" fmla="*/ 15 w 15"/>
                <a:gd name="T1" fmla="*/ 8 h 15"/>
                <a:gd name="T2" fmla="*/ 7 w 15"/>
                <a:gd name="T3" fmla="*/ 15 h 15"/>
                <a:gd name="T4" fmla="*/ 0 w 15"/>
                <a:gd name="T5" fmla="*/ 7 h 15"/>
                <a:gd name="T6" fmla="*/ 7 w 15"/>
                <a:gd name="T7" fmla="*/ 0 h 15"/>
                <a:gd name="T8" fmla="*/ 15 w 15"/>
                <a:gd name="T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5" y="8"/>
                  </a:moveTo>
                  <a:cubicBezTo>
                    <a:pt x="15" y="12"/>
                    <a:pt x="11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5" y="3"/>
                    <a:pt x="15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8" name="Freeform 234"/>
            <p:cNvSpPr/>
            <p:nvPr/>
          </p:nvSpPr>
          <p:spPr bwMode="auto">
            <a:xfrm>
              <a:off x="9521826" y="6442075"/>
              <a:ext cx="123825" cy="123825"/>
            </a:xfrm>
            <a:custGeom>
              <a:avLst/>
              <a:gdLst>
                <a:gd name="T0" fmla="*/ 8 w 15"/>
                <a:gd name="T1" fmla="*/ 15 h 15"/>
                <a:gd name="T2" fmla="*/ 0 w 15"/>
                <a:gd name="T3" fmla="*/ 7 h 15"/>
                <a:gd name="T4" fmla="*/ 7 w 15"/>
                <a:gd name="T5" fmla="*/ 0 h 15"/>
                <a:gd name="T6" fmla="*/ 15 w 15"/>
                <a:gd name="T7" fmla="*/ 7 h 15"/>
                <a:gd name="T8" fmla="*/ 8 w 15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8" y="15"/>
                  </a:moveTo>
                  <a:cubicBezTo>
                    <a:pt x="4" y="15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11"/>
                    <a:pt x="12" y="14"/>
                    <a:pt x="8" y="1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9" name="Freeform 235"/>
            <p:cNvSpPr/>
            <p:nvPr/>
          </p:nvSpPr>
          <p:spPr bwMode="auto">
            <a:xfrm>
              <a:off x="11603038" y="5741988"/>
              <a:ext cx="123825" cy="123825"/>
            </a:xfrm>
            <a:custGeom>
              <a:avLst/>
              <a:gdLst>
                <a:gd name="T0" fmla="*/ 8 w 15"/>
                <a:gd name="T1" fmla="*/ 15 h 15"/>
                <a:gd name="T2" fmla="*/ 0 w 15"/>
                <a:gd name="T3" fmla="*/ 8 h 15"/>
                <a:gd name="T4" fmla="*/ 8 w 15"/>
                <a:gd name="T5" fmla="*/ 1 h 15"/>
                <a:gd name="T6" fmla="*/ 15 w 15"/>
                <a:gd name="T7" fmla="*/ 8 h 15"/>
                <a:gd name="T8" fmla="*/ 8 w 15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8" y="15"/>
                  </a:moveTo>
                  <a:cubicBezTo>
                    <a:pt x="4" y="15"/>
                    <a:pt x="1" y="12"/>
                    <a:pt x="0" y="8"/>
                  </a:cubicBezTo>
                  <a:cubicBezTo>
                    <a:pt x="0" y="4"/>
                    <a:pt x="4" y="1"/>
                    <a:pt x="8" y="1"/>
                  </a:cubicBezTo>
                  <a:cubicBezTo>
                    <a:pt x="12" y="0"/>
                    <a:pt x="15" y="4"/>
                    <a:pt x="15" y="8"/>
                  </a:cubicBezTo>
                  <a:cubicBezTo>
                    <a:pt x="15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0" name="Oval 236"/>
            <p:cNvSpPr>
              <a:spLocks noChangeArrowheads="1"/>
            </p:cNvSpPr>
            <p:nvPr/>
          </p:nvSpPr>
          <p:spPr bwMode="auto">
            <a:xfrm>
              <a:off x="9752013" y="5741988"/>
              <a:ext cx="123825" cy="1238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1" name="Oval 237"/>
            <p:cNvSpPr>
              <a:spLocks noChangeArrowheads="1"/>
            </p:cNvSpPr>
            <p:nvPr/>
          </p:nvSpPr>
          <p:spPr bwMode="auto">
            <a:xfrm>
              <a:off x="9866313" y="5626100"/>
              <a:ext cx="123825" cy="1238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2" name="Freeform 238"/>
            <p:cNvSpPr/>
            <p:nvPr/>
          </p:nvSpPr>
          <p:spPr bwMode="auto">
            <a:xfrm>
              <a:off x="9982201" y="5511800"/>
              <a:ext cx="123825" cy="123825"/>
            </a:xfrm>
            <a:custGeom>
              <a:avLst/>
              <a:gdLst>
                <a:gd name="T0" fmla="*/ 8 w 15"/>
                <a:gd name="T1" fmla="*/ 0 h 15"/>
                <a:gd name="T2" fmla="*/ 15 w 15"/>
                <a:gd name="T3" fmla="*/ 8 h 15"/>
                <a:gd name="T4" fmla="*/ 8 w 15"/>
                <a:gd name="T5" fmla="*/ 15 h 15"/>
                <a:gd name="T6" fmla="*/ 0 w 15"/>
                <a:gd name="T7" fmla="*/ 8 h 15"/>
                <a:gd name="T8" fmla="*/ 8 w 15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8" y="0"/>
                  </a:moveTo>
                  <a:cubicBezTo>
                    <a:pt x="12" y="0"/>
                    <a:pt x="15" y="3"/>
                    <a:pt x="15" y="8"/>
                  </a:cubicBezTo>
                  <a:cubicBezTo>
                    <a:pt x="15" y="12"/>
                    <a:pt x="12" y="15"/>
                    <a:pt x="8" y="15"/>
                  </a:cubicBezTo>
                  <a:cubicBezTo>
                    <a:pt x="4" y="15"/>
                    <a:pt x="1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3" name="Oval 239"/>
            <p:cNvSpPr>
              <a:spLocks noChangeArrowheads="1"/>
            </p:cNvSpPr>
            <p:nvPr/>
          </p:nvSpPr>
          <p:spPr bwMode="auto">
            <a:xfrm>
              <a:off x="10442576" y="7594600"/>
              <a:ext cx="123825" cy="1238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4" name="Freeform 240"/>
            <p:cNvSpPr/>
            <p:nvPr/>
          </p:nvSpPr>
          <p:spPr bwMode="auto">
            <a:xfrm>
              <a:off x="11833226" y="6442075"/>
              <a:ext cx="123825" cy="123825"/>
            </a:xfrm>
            <a:custGeom>
              <a:avLst/>
              <a:gdLst>
                <a:gd name="T0" fmla="*/ 8 w 15"/>
                <a:gd name="T1" fmla="*/ 15 h 15"/>
                <a:gd name="T2" fmla="*/ 0 w 15"/>
                <a:gd name="T3" fmla="*/ 7 h 15"/>
                <a:gd name="T4" fmla="*/ 8 w 15"/>
                <a:gd name="T5" fmla="*/ 0 h 15"/>
                <a:gd name="T6" fmla="*/ 15 w 15"/>
                <a:gd name="T7" fmla="*/ 8 h 15"/>
                <a:gd name="T8" fmla="*/ 8 w 15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8" y="15"/>
                  </a:moveTo>
                  <a:cubicBezTo>
                    <a:pt x="4" y="15"/>
                    <a:pt x="0" y="11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2" y="0"/>
                    <a:pt x="15" y="3"/>
                    <a:pt x="15" y="8"/>
                  </a:cubicBezTo>
                  <a:cubicBezTo>
                    <a:pt x="15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5" name="Oval 241"/>
            <p:cNvSpPr>
              <a:spLocks noChangeArrowheads="1"/>
            </p:cNvSpPr>
            <p:nvPr/>
          </p:nvSpPr>
          <p:spPr bwMode="auto">
            <a:xfrm>
              <a:off x="9521826" y="6672263"/>
              <a:ext cx="123825" cy="1238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6" name="Freeform 242"/>
            <p:cNvSpPr/>
            <p:nvPr/>
          </p:nvSpPr>
          <p:spPr bwMode="auto">
            <a:xfrm>
              <a:off x="9521826" y="6202363"/>
              <a:ext cx="123825" cy="123825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15 w 15"/>
                <a:gd name="T5" fmla="*/ 8 h 15"/>
                <a:gd name="T6" fmla="*/ 8 w 15"/>
                <a:gd name="T7" fmla="*/ 15 h 15"/>
                <a:gd name="T8" fmla="*/ 0 w 15"/>
                <a:gd name="T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11" y="0"/>
                    <a:pt x="15" y="4"/>
                    <a:pt x="15" y="8"/>
                  </a:cubicBezTo>
                  <a:cubicBezTo>
                    <a:pt x="15" y="12"/>
                    <a:pt x="12" y="15"/>
                    <a:pt x="8" y="15"/>
                  </a:cubicBezTo>
                  <a:cubicBezTo>
                    <a:pt x="4" y="15"/>
                    <a:pt x="0" y="12"/>
                    <a:pt x="0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7" name="Freeform 243"/>
            <p:cNvSpPr/>
            <p:nvPr/>
          </p:nvSpPr>
          <p:spPr bwMode="auto">
            <a:xfrm>
              <a:off x="11256963" y="7486650"/>
              <a:ext cx="123825" cy="123825"/>
            </a:xfrm>
            <a:custGeom>
              <a:avLst/>
              <a:gdLst>
                <a:gd name="T0" fmla="*/ 0 w 15"/>
                <a:gd name="T1" fmla="*/ 7 h 15"/>
                <a:gd name="T2" fmla="*/ 7 w 15"/>
                <a:gd name="T3" fmla="*/ 0 h 15"/>
                <a:gd name="T4" fmla="*/ 15 w 15"/>
                <a:gd name="T5" fmla="*/ 7 h 15"/>
                <a:gd name="T6" fmla="*/ 7 w 15"/>
                <a:gd name="T7" fmla="*/ 14 h 15"/>
                <a:gd name="T8" fmla="*/ 0 w 15"/>
                <a:gd name="T9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0" y="7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11"/>
                    <a:pt x="11" y="15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8" name="Freeform 244"/>
            <p:cNvSpPr/>
            <p:nvPr/>
          </p:nvSpPr>
          <p:spPr bwMode="auto">
            <a:xfrm>
              <a:off x="10682288" y="5281613"/>
              <a:ext cx="122238" cy="122238"/>
            </a:xfrm>
            <a:custGeom>
              <a:avLst/>
              <a:gdLst>
                <a:gd name="T0" fmla="*/ 7 w 15"/>
                <a:gd name="T1" fmla="*/ 15 h 15"/>
                <a:gd name="T2" fmla="*/ 0 w 15"/>
                <a:gd name="T3" fmla="*/ 8 h 15"/>
                <a:gd name="T4" fmla="*/ 7 w 15"/>
                <a:gd name="T5" fmla="*/ 0 h 15"/>
                <a:gd name="T6" fmla="*/ 15 w 15"/>
                <a:gd name="T7" fmla="*/ 8 h 15"/>
                <a:gd name="T8" fmla="*/ 7 w 15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7" y="15"/>
                  </a:moveTo>
                  <a:cubicBezTo>
                    <a:pt x="3" y="15"/>
                    <a:pt x="0" y="12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11" y="0"/>
                    <a:pt x="15" y="3"/>
                    <a:pt x="15" y="8"/>
                  </a:cubicBezTo>
                  <a:cubicBezTo>
                    <a:pt x="15" y="12"/>
                    <a:pt x="12" y="15"/>
                    <a:pt x="7" y="1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9" name="Oval 245"/>
            <p:cNvSpPr>
              <a:spLocks noChangeArrowheads="1"/>
            </p:cNvSpPr>
            <p:nvPr/>
          </p:nvSpPr>
          <p:spPr bwMode="auto">
            <a:xfrm>
              <a:off x="11372851" y="5511800"/>
              <a:ext cx="123825" cy="1238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0" name="Freeform 246"/>
            <p:cNvSpPr/>
            <p:nvPr/>
          </p:nvSpPr>
          <p:spPr bwMode="auto">
            <a:xfrm>
              <a:off x="10912476" y="7602538"/>
              <a:ext cx="122238" cy="123825"/>
            </a:xfrm>
            <a:custGeom>
              <a:avLst/>
              <a:gdLst>
                <a:gd name="T0" fmla="*/ 15 w 15"/>
                <a:gd name="T1" fmla="*/ 7 h 15"/>
                <a:gd name="T2" fmla="*/ 7 w 15"/>
                <a:gd name="T3" fmla="*/ 14 h 15"/>
                <a:gd name="T4" fmla="*/ 0 w 15"/>
                <a:gd name="T5" fmla="*/ 7 h 15"/>
                <a:gd name="T6" fmla="*/ 7 w 15"/>
                <a:gd name="T7" fmla="*/ 0 h 15"/>
                <a:gd name="T8" fmla="*/ 15 w 15"/>
                <a:gd name="T9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5" y="7"/>
                  </a:moveTo>
                  <a:cubicBezTo>
                    <a:pt x="14" y="11"/>
                    <a:pt x="11" y="15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1" name="Oval 247"/>
            <p:cNvSpPr>
              <a:spLocks noChangeArrowheads="1"/>
            </p:cNvSpPr>
            <p:nvPr/>
          </p:nvSpPr>
          <p:spPr bwMode="auto">
            <a:xfrm>
              <a:off x="11726863" y="5865813"/>
              <a:ext cx="114300" cy="11430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2" name="Freeform 248"/>
            <p:cNvSpPr/>
            <p:nvPr/>
          </p:nvSpPr>
          <p:spPr bwMode="auto">
            <a:xfrm>
              <a:off x="10450513" y="5281613"/>
              <a:ext cx="123825" cy="122238"/>
            </a:xfrm>
            <a:custGeom>
              <a:avLst/>
              <a:gdLst>
                <a:gd name="T0" fmla="*/ 0 w 15"/>
                <a:gd name="T1" fmla="*/ 7 h 15"/>
                <a:gd name="T2" fmla="*/ 7 w 15"/>
                <a:gd name="T3" fmla="*/ 0 h 15"/>
                <a:gd name="T4" fmla="*/ 14 w 15"/>
                <a:gd name="T5" fmla="*/ 7 h 15"/>
                <a:gd name="T6" fmla="*/ 7 w 15"/>
                <a:gd name="T7" fmla="*/ 15 h 15"/>
                <a:gd name="T8" fmla="*/ 0 w 15"/>
                <a:gd name="T9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0" y="7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5" y="11"/>
                    <a:pt x="11" y="15"/>
                    <a:pt x="7" y="15"/>
                  </a:cubicBezTo>
                  <a:cubicBezTo>
                    <a:pt x="3" y="15"/>
                    <a:pt x="0" y="11"/>
                    <a:pt x="0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3" name="Freeform 249"/>
            <p:cNvSpPr/>
            <p:nvPr/>
          </p:nvSpPr>
          <p:spPr bwMode="auto">
            <a:xfrm>
              <a:off x="11718926" y="7018338"/>
              <a:ext cx="122238" cy="123825"/>
            </a:xfrm>
            <a:custGeom>
              <a:avLst/>
              <a:gdLst>
                <a:gd name="T0" fmla="*/ 15 w 15"/>
                <a:gd name="T1" fmla="*/ 8 h 15"/>
                <a:gd name="T2" fmla="*/ 7 w 15"/>
                <a:gd name="T3" fmla="*/ 15 h 15"/>
                <a:gd name="T4" fmla="*/ 0 w 15"/>
                <a:gd name="T5" fmla="*/ 7 h 15"/>
                <a:gd name="T6" fmla="*/ 8 w 15"/>
                <a:gd name="T7" fmla="*/ 0 h 15"/>
                <a:gd name="T8" fmla="*/ 15 w 15"/>
                <a:gd name="T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5" y="8"/>
                  </a:moveTo>
                  <a:cubicBezTo>
                    <a:pt x="15" y="12"/>
                    <a:pt x="11" y="15"/>
                    <a:pt x="7" y="15"/>
                  </a:cubicBezTo>
                  <a:cubicBezTo>
                    <a:pt x="3" y="15"/>
                    <a:pt x="0" y="11"/>
                    <a:pt x="0" y="7"/>
                  </a:cubicBezTo>
                  <a:cubicBezTo>
                    <a:pt x="1" y="3"/>
                    <a:pt x="4" y="0"/>
                    <a:pt x="8" y="0"/>
                  </a:cubicBezTo>
                  <a:cubicBezTo>
                    <a:pt x="12" y="1"/>
                    <a:pt x="15" y="4"/>
                    <a:pt x="15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4" name="Freeform 250"/>
            <p:cNvSpPr/>
            <p:nvPr/>
          </p:nvSpPr>
          <p:spPr bwMode="auto">
            <a:xfrm>
              <a:off x="10098088" y="7478713"/>
              <a:ext cx="122238" cy="123825"/>
            </a:xfrm>
            <a:custGeom>
              <a:avLst/>
              <a:gdLst>
                <a:gd name="T0" fmla="*/ 7 w 15"/>
                <a:gd name="T1" fmla="*/ 15 h 15"/>
                <a:gd name="T2" fmla="*/ 0 w 15"/>
                <a:gd name="T3" fmla="*/ 8 h 15"/>
                <a:gd name="T4" fmla="*/ 8 w 15"/>
                <a:gd name="T5" fmla="*/ 0 h 15"/>
                <a:gd name="T6" fmla="*/ 15 w 15"/>
                <a:gd name="T7" fmla="*/ 8 h 15"/>
                <a:gd name="T8" fmla="*/ 7 w 15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7" y="15"/>
                  </a:moveTo>
                  <a:cubicBezTo>
                    <a:pt x="3" y="15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2" y="1"/>
                    <a:pt x="15" y="4"/>
                    <a:pt x="15" y="8"/>
                  </a:cubicBezTo>
                  <a:cubicBezTo>
                    <a:pt x="15" y="12"/>
                    <a:pt x="12" y="15"/>
                    <a:pt x="7" y="1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5" name="Oval 251"/>
            <p:cNvSpPr>
              <a:spLocks noChangeArrowheads="1"/>
            </p:cNvSpPr>
            <p:nvPr/>
          </p:nvSpPr>
          <p:spPr bwMode="auto">
            <a:xfrm>
              <a:off x="11833226" y="6672263"/>
              <a:ext cx="123825" cy="1238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6" name="Freeform 252"/>
            <p:cNvSpPr/>
            <p:nvPr/>
          </p:nvSpPr>
          <p:spPr bwMode="auto">
            <a:xfrm>
              <a:off x="11841163" y="6211888"/>
              <a:ext cx="123825" cy="122238"/>
            </a:xfrm>
            <a:custGeom>
              <a:avLst/>
              <a:gdLst>
                <a:gd name="T0" fmla="*/ 7 w 15"/>
                <a:gd name="T1" fmla="*/ 15 h 15"/>
                <a:gd name="T2" fmla="*/ 0 w 15"/>
                <a:gd name="T3" fmla="*/ 7 h 15"/>
                <a:gd name="T4" fmla="*/ 7 w 15"/>
                <a:gd name="T5" fmla="*/ 0 h 15"/>
                <a:gd name="T6" fmla="*/ 14 w 15"/>
                <a:gd name="T7" fmla="*/ 7 h 15"/>
                <a:gd name="T8" fmla="*/ 7 w 15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7" y="15"/>
                  </a:moveTo>
                  <a:cubicBezTo>
                    <a:pt x="3" y="15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5" y="3"/>
                    <a:pt x="14" y="7"/>
                  </a:cubicBezTo>
                  <a:cubicBezTo>
                    <a:pt x="14" y="11"/>
                    <a:pt x="11" y="15"/>
                    <a:pt x="7" y="1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7" name="Oval 253"/>
            <p:cNvSpPr>
              <a:spLocks noChangeArrowheads="1"/>
            </p:cNvSpPr>
            <p:nvPr/>
          </p:nvSpPr>
          <p:spPr bwMode="auto">
            <a:xfrm>
              <a:off x="11256963" y="5395913"/>
              <a:ext cx="123825" cy="1238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8" name="Freeform 254"/>
            <p:cNvSpPr/>
            <p:nvPr/>
          </p:nvSpPr>
          <p:spPr bwMode="auto">
            <a:xfrm>
              <a:off x="10912476" y="5281613"/>
              <a:ext cx="122238" cy="122238"/>
            </a:xfrm>
            <a:custGeom>
              <a:avLst/>
              <a:gdLst>
                <a:gd name="T0" fmla="*/ 8 w 15"/>
                <a:gd name="T1" fmla="*/ 0 h 15"/>
                <a:gd name="T2" fmla="*/ 15 w 15"/>
                <a:gd name="T3" fmla="*/ 8 h 15"/>
                <a:gd name="T4" fmla="*/ 7 w 15"/>
                <a:gd name="T5" fmla="*/ 15 h 15"/>
                <a:gd name="T6" fmla="*/ 0 w 15"/>
                <a:gd name="T7" fmla="*/ 7 h 15"/>
                <a:gd name="T8" fmla="*/ 8 w 15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8" y="0"/>
                  </a:moveTo>
                  <a:cubicBezTo>
                    <a:pt x="12" y="0"/>
                    <a:pt x="15" y="4"/>
                    <a:pt x="15" y="8"/>
                  </a:cubicBezTo>
                  <a:cubicBezTo>
                    <a:pt x="15" y="12"/>
                    <a:pt x="11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3"/>
                    <a:pt x="3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9" name="Freeform 255"/>
            <p:cNvSpPr/>
            <p:nvPr/>
          </p:nvSpPr>
          <p:spPr bwMode="auto">
            <a:xfrm>
              <a:off x="9636126" y="7018338"/>
              <a:ext cx="123825" cy="123825"/>
            </a:xfrm>
            <a:custGeom>
              <a:avLst/>
              <a:gdLst>
                <a:gd name="T0" fmla="*/ 7 w 15"/>
                <a:gd name="T1" fmla="*/ 15 h 15"/>
                <a:gd name="T2" fmla="*/ 0 w 15"/>
                <a:gd name="T3" fmla="*/ 7 h 15"/>
                <a:gd name="T4" fmla="*/ 7 w 15"/>
                <a:gd name="T5" fmla="*/ 0 h 15"/>
                <a:gd name="T6" fmla="*/ 15 w 15"/>
                <a:gd name="T7" fmla="*/ 8 h 15"/>
                <a:gd name="T8" fmla="*/ 7 w 15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7" y="15"/>
                  </a:moveTo>
                  <a:cubicBezTo>
                    <a:pt x="3" y="15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5" y="3"/>
                    <a:pt x="15" y="8"/>
                  </a:cubicBezTo>
                  <a:cubicBezTo>
                    <a:pt x="15" y="12"/>
                    <a:pt x="11" y="15"/>
                    <a:pt x="7" y="1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0" name="Freeform 256"/>
            <p:cNvSpPr/>
            <p:nvPr/>
          </p:nvSpPr>
          <p:spPr bwMode="auto">
            <a:xfrm>
              <a:off x="10098088" y="5395913"/>
              <a:ext cx="122238" cy="123825"/>
            </a:xfrm>
            <a:custGeom>
              <a:avLst/>
              <a:gdLst>
                <a:gd name="T0" fmla="*/ 15 w 15"/>
                <a:gd name="T1" fmla="*/ 7 h 15"/>
                <a:gd name="T2" fmla="*/ 8 w 15"/>
                <a:gd name="T3" fmla="*/ 15 h 15"/>
                <a:gd name="T4" fmla="*/ 1 w 15"/>
                <a:gd name="T5" fmla="*/ 8 h 15"/>
                <a:gd name="T6" fmla="*/ 8 w 15"/>
                <a:gd name="T7" fmla="*/ 0 h 15"/>
                <a:gd name="T8" fmla="*/ 15 w 15"/>
                <a:gd name="T9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5" y="7"/>
                  </a:moveTo>
                  <a:cubicBezTo>
                    <a:pt x="15" y="11"/>
                    <a:pt x="12" y="15"/>
                    <a:pt x="8" y="15"/>
                  </a:cubicBezTo>
                  <a:cubicBezTo>
                    <a:pt x="4" y="15"/>
                    <a:pt x="1" y="12"/>
                    <a:pt x="1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5" y="3"/>
                    <a:pt x="15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1" name="Freeform 257"/>
            <p:cNvSpPr/>
            <p:nvPr/>
          </p:nvSpPr>
          <p:spPr bwMode="auto">
            <a:xfrm>
              <a:off x="9636126" y="5857875"/>
              <a:ext cx="123825" cy="122238"/>
            </a:xfrm>
            <a:custGeom>
              <a:avLst/>
              <a:gdLst>
                <a:gd name="T0" fmla="*/ 15 w 15"/>
                <a:gd name="T1" fmla="*/ 8 h 15"/>
                <a:gd name="T2" fmla="*/ 7 w 15"/>
                <a:gd name="T3" fmla="*/ 15 h 15"/>
                <a:gd name="T4" fmla="*/ 0 w 15"/>
                <a:gd name="T5" fmla="*/ 8 h 15"/>
                <a:gd name="T6" fmla="*/ 8 w 15"/>
                <a:gd name="T7" fmla="*/ 0 h 15"/>
                <a:gd name="T8" fmla="*/ 15 w 15"/>
                <a:gd name="T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5" y="8"/>
                  </a:moveTo>
                  <a:cubicBezTo>
                    <a:pt x="15" y="12"/>
                    <a:pt x="12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5" y="4"/>
                    <a:pt x="15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2" name="Freeform 258"/>
            <p:cNvSpPr/>
            <p:nvPr/>
          </p:nvSpPr>
          <p:spPr bwMode="auto">
            <a:xfrm>
              <a:off x="11142663" y="7602538"/>
              <a:ext cx="123825" cy="115888"/>
            </a:xfrm>
            <a:custGeom>
              <a:avLst/>
              <a:gdLst>
                <a:gd name="T0" fmla="*/ 7 w 15"/>
                <a:gd name="T1" fmla="*/ 0 h 14"/>
                <a:gd name="T2" fmla="*/ 15 w 15"/>
                <a:gd name="T3" fmla="*/ 7 h 14"/>
                <a:gd name="T4" fmla="*/ 7 w 15"/>
                <a:gd name="T5" fmla="*/ 14 h 14"/>
                <a:gd name="T6" fmla="*/ 0 w 15"/>
                <a:gd name="T7" fmla="*/ 7 h 14"/>
                <a:gd name="T8" fmla="*/ 7 w 15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7" y="0"/>
                  </a:moveTo>
                  <a:cubicBezTo>
                    <a:pt x="11" y="0"/>
                    <a:pt x="14" y="3"/>
                    <a:pt x="15" y="7"/>
                  </a:cubicBezTo>
                  <a:cubicBezTo>
                    <a:pt x="15" y="11"/>
                    <a:pt x="11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3" name="Freeform 259"/>
            <p:cNvSpPr/>
            <p:nvPr/>
          </p:nvSpPr>
          <p:spPr bwMode="auto">
            <a:xfrm>
              <a:off x="10212388" y="7602538"/>
              <a:ext cx="123825" cy="115888"/>
            </a:xfrm>
            <a:custGeom>
              <a:avLst/>
              <a:gdLst>
                <a:gd name="T0" fmla="*/ 8 w 15"/>
                <a:gd name="T1" fmla="*/ 0 h 14"/>
                <a:gd name="T2" fmla="*/ 15 w 15"/>
                <a:gd name="T3" fmla="*/ 7 h 14"/>
                <a:gd name="T4" fmla="*/ 8 w 15"/>
                <a:gd name="T5" fmla="*/ 14 h 14"/>
                <a:gd name="T6" fmla="*/ 1 w 15"/>
                <a:gd name="T7" fmla="*/ 7 h 14"/>
                <a:gd name="T8" fmla="*/ 8 w 15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8" y="0"/>
                  </a:moveTo>
                  <a:cubicBezTo>
                    <a:pt x="12" y="0"/>
                    <a:pt x="15" y="3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4" y="14"/>
                    <a:pt x="0" y="11"/>
                    <a:pt x="1" y="7"/>
                  </a:cubicBezTo>
                  <a:cubicBezTo>
                    <a:pt x="1" y="3"/>
                    <a:pt x="4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4" name="Oval 260"/>
            <p:cNvSpPr>
              <a:spLocks noChangeArrowheads="1"/>
            </p:cNvSpPr>
            <p:nvPr/>
          </p:nvSpPr>
          <p:spPr bwMode="auto">
            <a:xfrm>
              <a:off x="11841163" y="5980113"/>
              <a:ext cx="115888" cy="1158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5" name="Oval 261"/>
            <p:cNvSpPr>
              <a:spLocks noChangeArrowheads="1"/>
            </p:cNvSpPr>
            <p:nvPr/>
          </p:nvSpPr>
          <p:spPr bwMode="auto">
            <a:xfrm>
              <a:off x="11841163" y="6902450"/>
              <a:ext cx="115888" cy="1238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6" name="Freeform 262"/>
            <p:cNvSpPr/>
            <p:nvPr/>
          </p:nvSpPr>
          <p:spPr bwMode="auto">
            <a:xfrm>
              <a:off x="9521826" y="6902450"/>
              <a:ext cx="123825" cy="123825"/>
            </a:xfrm>
            <a:custGeom>
              <a:avLst/>
              <a:gdLst>
                <a:gd name="T0" fmla="*/ 8 w 15"/>
                <a:gd name="T1" fmla="*/ 0 h 15"/>
                <a:gd name="T2" fmla="*/ 14 w 15"/>
                <a:gd name="T3" fmla="*/ 8 h 15"/>
                <a:gd name="T4" fmla="*/ 7 w 15"/>
                <a:gd name="T5" fmla="*/ 15 h 15"/>
                <a:gd name="T6" fmla="*/ 0 w 15"/>
                <a:gd name="T7" fmla="*/ 7 h 15"/>
                <a:gd name="T8" fmla="*/ 8 w 15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8" y="0"/>
                  </a:moveTo>
                  <a:cubicBezTo>
                    <a:pt x="11" y="0"/>
                    <a:pt x="15" y="4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7" name="Freeform 263"/>
            <p:cNvSpPr/>
            <p:nvPr/>
          </p:nvSpPr>
          <p:spPr bwMode="auto">
            <a:xfrm>
              <a:off x="11142663" y="5281613"/>
              <a:ext cx="123825" cy="122238"/>
            </a:xfrm>
            <a:custGeom>
              <a:avLst/>
              <a:gdLst>
                <a:gd name="T0" fmla="*/ 15 w 15"/>
                <a:gd name="T1" fmla="*/ 8 h 15"/>
                <a:gd name="T2" fmla="*/ 7 w 15"/>
                <a:gd name="T3" fmla="*/ 15 h 15"/>
                <a:gd name="T4" fmla="*/ 0 w 15"/>
                <a:gd name="T5" fmla="*/ 7 h 15"/>
                <a:gd name="T6" fmla="*/ 8 w 15"/>
                <a:gd name="T7" fmla="*/ 0 h 15"/>
                <a:gd name="T8" fmla="*/ 15 w 15"/>
                <a:gd name="T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5" y="8"/>
                  </a:moveTo>
                  <a:cubicBezTo>
                    <a:pt x="15" y="12"/>
                    <a:pt x="11" y="15"/>
                    <a:pt x="7" y="15"/>
                  </a:cubicBezTo>
                  <a:cubicBezTo>
                    <a:pt x="4" y="15"/>
                    <a:pt x="0" y="11"/>
                    <a:pt x="0" y="7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2" y="1"/>
                    <a:pt x="15" y="4"/>
                    <a:pt x="15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8" name="Freeform 264"/>
            <p:cNvSpPr/>
            <p:nvPr/>
          </p:nvSpPr>
          <p:spPr bwMode="auto">
            <a:xfrm>
              <a:off x="9521826" y="5980113"/>
              <a:ext cx="123825" cy="115888"/>
            </a:xfrm>
            <a:custGeom>
              <a:avLst/>
              <a:gdLst>
                <a:gd name="T0" fmla="*/ 7 w 15"/>
                <a:gd name="T1" fmla="*/ 0 h 14"/>
                <a:gd name="T2" fmla="*/ 15 w 15"/>
                <a:gd name="T3" fmla="*/ 7 h 14"/>
                <a:gd name="T4" fmla="*/ 8 w 15"/>
                <a:gd name="T5" fmla="*/ 14 h 14"/>
                <a:gd name="T6" fmla="*/ 0 w 15"/>
                <a:gd name="T7" fmla="*/ 7 h 14"/>
                <a:gd name="T8" fmla="*/ 7 w 15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7" y="0"/>
                  </a:moveTo>
                  <a:cubicBezTo>
                    <a:pt x="11" y="0"/>
                    <a:pt x="15" y="3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4" y="14"/>
                    <a:pt x="0" y="11"/>
                    <a:pt x="0" y="7"/>
                  </a:cubicBezTo>
                  <a:cubicBezTo>
                    <a:pt x="0" y="3"/>
                    <a:pt x="4" y="0"/>
                    <a:pt x="7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9" name="Oval 265"/>
            <p:cNvSpPr>
              <a:spLocks noChangeArrowheads="1"/>
            </p:cNvSpPr>
            <p:nvPr/>
          </p:nvSpPr>
          <p:spPr bwMode="auto">
            <a:xfrm>
              <a:off x="10566401" y="7718425"/>
              <a:ext cx="115888" cy="11430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0" name="Oval 266"/>
            <p:cNvSpPr>
              <a:spLocks noChangeArrowheads="1"/>
            </p:cNvSpPr>
            <p:nvPr/>
          </p:nvSpPr>
          <p:spPr bwMode="auto">
            <a:xfrm>
              <a:off x="10220326" y="5281613"/>
              <a:ext cx="115888" cy="11430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1" name="Oval 267"/>
            <p:cNvSpPr>
              <a:spLocks noChangeArrowheads="1"/>
            </p:cNvSpPr>
            <p:nvPr/>
          </p:nvSpPr>
          <p:spPr bwMode="auto">
            <a:xfrm>
              <a:off x="10796588" y="7718425"/>
              <a:ext cx="115888" cy="11430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2" name="Oval 268"/>
            <p:cNvSpPr>
              <a:spLocks noChangeArrowheads="1"/>
            </p:cNvSpPr>
            <p:nvPr/>
          </p:nvSpPr>
          <p:spPr bwMode="auto">
            <a:xfrm>
              <a:off x="9405938" y="6556375"/>
              <a:ext cx="115888" cy="1158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3" name="Freeform 269"/>
            <p:cNvSpPr/>
            <p:nvPr/>
          </p:nvSpPr>
          <p:spPr bwMode="auto">
            <a:xfrm>
              <a:off x="9405938" y="6326188"/>
              <a:ext cx="123825" cy="115888"/>
            </a:xfrm>
            <a:custGeom>
              <a:avLst/>
              <a:gdLst>
                <a:gd name="T0" fmla="*/ 8 w 15"/>
                <a:gd name="T1" fmla="*/ 0 h 14"/>
                <a:gd name="T2" fmla="*/ 15 w 15"/>
                <a:gd name="T3" fmla="*/ 7 h 14"/>
                <a:gd name="T4" fmla="*/ 7 w 15"/>
                <a:gd name="T5" fmla="*/ 14 h 14"/>
                <a:gd name="T6" fmla="*/ 0 w 15"/>
                <a:gd name="T7" fmla="*/ 7 h 14"/>
                <a:gd name="T8" fmla="*/ 8 w 15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8" y="0"/>
                  </a:moveTo>
                  <a:cubicBezTo>
                    <a:pt x="11" y="0"/>
                    <a:pt x="15" y="3"/>
                    <a:pt x="15" y="7"/>
                  </a:cubicBezTo>
                  <a:cubicBezTo>
                    <a:pt x="14" y="11"/>
                    <a:pt x="11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4" name="Oval 270"/>
            <p:cNvSpPr>
              <a:spLocks noChangeArrowheads="1"/>
            </p:cNvSpPr>
            <p:nvPr/>
          </p:nvSpPr>
          <p:spPr bwMode="auto">
            <a:xfrm>
              <a:off x="11957051" y="6326188"/>
              <a:ext cx="114300" cy="1158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5" name="Freeform 271"/>
            <p:cNvSpPr/>
            <p:nvPr/>
          </p:nvSpPr>
          <p:spPr bwMode="auto">
            <a:xfrm>
              <a:off x="11957051" y="6556375"/>
              <a:ext cx="114300" cy="115888"/>
            </a:xfrm>
            <a:custGeom>
              <a:avLst/>
              <a:gdLst>
                <a:gd name="T0" fmla="*/ 7 w 14"/>
                <a:gd name="T1" fmla="*/ 14 h 14"/>
                <a:gd name="T2" fmla="*/ 0 w 14"/>
                <a:gd name="T3" fmla="*/ 7 h 14"/>
                <a:gd name="T4" fmla="*/ 7 w 14"/>
                <a:gd name="T5" fmla="*/ 0 h 14"/>
                <a:gd name="T6" fmla="*/ 14 w 14"/>
                <a:gd name="T7" fmla="*/ 7 h 14"/>
                <a:gd name="T8" fmla="*/ 7 w 14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7" y="14"/>
                  </a:move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4"/>
                    <a:pt x="14" y="7"/>
                  </a:cubicBezTo>
                  <a:cubicBezTo>
                    <a:pt x="14" y="11"/>
                    <a:pt x="11" y="14"/>
                    <a:pt x="7" y="1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6" name="Freeform 272"/>
            <p:cNvSpPr/>
            <p:nvPr/>
          </p:nvSpPr>
          <p:spPr bwMode="auto">
            <a:xfrm>
              <a:off x="10566401" y="5165725"/>
              <a:ext cx="115888" cy="123825"/>
            </a:xfrm>
            <a:custGeom>
              <a:avLst/>
              <a:gdLst>
                <a:gd name="T0" fmla="*/ 7 w 14"/>
                <a:gd name="T1" fmla="*/ 15 h 15"/>
                <a:gd name="T2" fmla="*/ 0 w 14"/>
                <a:gd name="T3" fmla="*/ 8 h 15"/>
                <a:gd name="T4" fmla="*/ 7 w 14"/>
                <a:gd name="T5" fmla="*/ 1 h 15"/>
                <a:gd name="T6" fmla="*/ 14 w 14"/>
                <a:gd name="T7" fmla="*/ 8 h 15"/>
                <a:gd name="T8" fmla="*/ 7 w 14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5">
                  <a:moveTo>
                    <a:pt x="7" y="15"/>
                  </a:moveTo>
                  <a:cubicBezTo>
                    <a:pt x="3" y="15"/>
                    <a:pt x="0" y="11"/>
                    <a:pt x="0" y="8"/>
                  </a:cubicBezTo>
                  <a:cubicBezTo>
                    <a:pt x="0" y="4"/>
                    <a:pt x="3" y="1"/>
                    <a:pt x="7" y="1"/>
                  </a:cubicBezTo>
                  <a:cubicBezTo>
                    <a:pt x="11" y="0"/>
                    <a:pt x="14" y="4"/>
                    <a:pt x="14" y="8"/>
                  </a:cubicBezTo>
                  <a:cubicBezTo>
                    <a:pt x="14" y="11"/>
                    <a:pt x="11" y="14"/>
                    <a:pt x="7" y="1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7" name="Freeform 273"/>
            <p:cNvSpPr/>
            <p:nvPr/>
          </p:nvSpPr>
          <p:spPr bwMode="auto">
            <a:xfrm>
              <a:off x="10796588" y="5165725"/>
              <a:ext cx="115888" cy="123825"/>
            </a:xfrm>
            <a:custGeom>
              <a:avLst/>
              <a:gdLst>
                <a:gd name="T0" fmla="*/ 7 w 14"/>
                <a:gd name="T1" fmla="*/ 15 h 15"/>
                <a:gd name="T2" fmla="*/ 0 w 14"/>
                <a:gd name="T3" fmla="*/ 8 h 15"/>
                <a:gd name="T4" fmla="*/ 7 w 14"/>
                <a:gd name="T5" fmla="*/ 1 h 15"/>
                <a:gd name="T6" fmla="*/ 14 w 14"/>
                <a:gd name="T7" fmla="*/ 8 h 15"/>
                <a:gd name="T8" fmla="*/ 7 w 14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5">
                  <a:moveTo>
                    <a:pt x="7" y="15"/>
                  </a:moveTo>
                  <a:cubicBezTo>
                    <a:pt x="3" y="15"/>
                    <a:pt x="0" y="11"/>
                    <a:pt x="0" y="8"/>
                  </a:cubicBezTo>
                  <a:cubicBezTo>
                    <a:pt x="0" y="4"/>
                    <a:pt x="3" y="1"/>
                    <a:pt x="7" y="1"/>
                  </a:cubicBezTo>
                  <a:cubicBezTo>
                    <a:pt x="11" y="0"/>
                    <a:pt x="14" y="4"/>
                    <a:pt x="14" y="8"/>
                  </a:cubicBezTo>
                  <a:cubicBezTo>
                    <a:pt x="14" y="11"/>
                    <a:pt x="11" y="14"/>
                    <a:pt x="7" y="1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8" name="Freeform 274"/>
            <p:cNvSpPr/>
            <p:nvPr/>
          </p:nvSpPr>
          <p:spPr bwMode="auto">
            <a:xfrm>
              <a:off x="11610976" y="7372350"/>
              <a:ext cx="115888" cy="114300"/>
            </a:xfrm>
            <a:custGeom>
              <a:avLst/>
              <a:gdLst>
                <a:gd name="T0" fmla="*/ 14 w 14"/>
                <a:gd name="T1" fmla="*/ 7 h 14"/>
                <a:gd name="T2" fmla="*/ 7 w 14"/>
                <a:gd name="T3" fmla="*/ 14 h 14"/>
                <a:gd name="T4" fmla="*/ 0 w 14"/>
                <a:gd name="T5" fmla="*/ 7 h 14"/>
                <a:gd name="T6" fmla="*/ 7 w 14"/>
                <a:gd name="T7" fmla="*/ 0 h 14"/>
                <a:gd name="T8" fmla="*/ 14 w 14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4" y="7"/>
                  </a:moveTo>
                  <a:cubicBezTo>
                    <a:pt x="14" y="11"/>
                    <a:pt x="10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9" name="Freeform 275"/>
            <p:cNvSpPr/>
            <p:nvPr/>
          </p:nvSpPr>
          <p:spPr bwMode="auto">
            <a:xfrm>
              <a:off x="9752013" y="7372350"/>
              <a:ext cx="114300" cy="114300"/>
            </a:xfrm>
            <a:custGeom>
              <a:avLst/>
              <a:gdLst>
                <a:gd name="T0" fmla="*/ 14 w 14"/>
                <a:gd name="T1" fmla="*/ 7 h 14"/>
                <a:gd name="T2" fmla="*/ 8 w 14"/>
                <a:gd name="T3" fmla="*/ 14 h 14"/>
                <a:gd name="T4" fmla="*/ 0 w 14"/>
                <a:gd name="T5" fmla="*/ 7 h 14"/>
                <a:gd name="T6" fmla="*/ 7 w 14"/>
                <a:gd name="T7" fmla="*/ 0 h 14"/>
                <a:gd name="T8" fmla="*/ 14 w 14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4" y="7"/>
                  </a:moveTo>
                  <a:cubicBezTo>
                    <a:pt x="14" y="10"/>
                    <a:pt x="11" y="14"/>
                    <a:pt x="8" y="14"/>
                  </a:cubicBezTo>
                  <a:cubicBezTo>
                    <a:pt x="4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0" name="Freeform 276"/>
            <p:cNvSpPr/>
            <p:nvPr/>
          </p:nvSpPr>
          <p:spPr bwMode="auto">
            <a:xfrm>
              <a:off x="9875838" y="7486650"/>
              <a:ext cx="114300" cy="115888"/>
            </a:xfrm>
            <a:custGeom>
              <a:avLst/>
              <a:gdLst>
                <a:gd name="T0" fmla="*/ 0 w 14"/>
                <a:gd name="T1" fmla="*/ 7 h 14"/>
                <a:gd name="T2" fmla="*/ 6 w 14"/>
                <a:gd name="T3" fmla="*/ 0 h 14"/>
                <a:gd name="T4" fmla="*/ 13 w 14"/>
                <a:gd name="T5" fmla="*/ 7 h 14"/>
                <a:gd name="T6" fmla="*/ 6 w 14"/>
                <a:gd name="T7" fmla="*/ 14 h 14"/>
                <a:gd name="T8" fmla="*/ 0 w 14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0" y="7"/>
                  </a:move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4" y="3"/>
                    <a:pt x="13" y="7"/>
                  </a:cubicBezTo>
                  <a:cubicBezTo>
                    <a:pt x="13" y="11"/>
                    <a:pt x="10" y="14"/>
                    <a:pt x="6" y="14"/>
                  </a:cubicBezTo>
                  <a:cubicBezTo>
                    <a:pt x="3" y="14"/>
                    <a:pt x="0" y="11"/>
                    <a:pt x="0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1" name="Freeform 277"/>
            <p:cNvSpPr/>
            <p:nvPr/>
          </p:nvSpPr>
          <p:spPr bwMode="auto">
            <a:xfrm>
              <a:off x="11610976" y="5519738"/>
              <a:ext cx="115888" cy="115888"/>
            </a:xfrm>
            <a:custGeom>
              <a:avLst/>
              <a:gdLst>
                <a:gd name="T0" fmla="*/ 7 w 14"/>
                <a:gd name="T1" fmla="*/ 0 h 14"/>
                <a:gd name="T2" fmla="*/ 14 w 14"/>
                <a:gd name="T3" fmla="*/ 7 h 14"/>
                <a:gd name="T4" fmla="*/ 7 w 14"/>
                <a:gd name="T5" fmla="*/ 14 h 14"/>
                <a:gd name="T6" fmla="*/ 0 w 14"/>
                <a:gd name="T7" fmla="*/ 7 h 14"/>
                <a:gd name="T8" fmla="*/ 7 w 14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7" y="0"/>
                  </a:moveTo>
                  <a:cubicBezTo>
                    <a:pt x="11" y="0"/>
                    <a:pt x="14" y="3"/>
                    <a:pt x="14" y="7"/>
                  </a:cubicBezTo>
                  <a:cubicBezTo>
                    <a:pt x="14" y="11"/>
                    <a:pt x="10" y="14"/>
                    <a:pt x="7" y="14"/>
                  </a:cubicBezTo>
                  <a:cubicBezTo>
                    <a:pt x="3" y="14"/>
                    <a:pt x="0" y="10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2" name="Freeform 278"/>
            <p:cNvSpPr/>
            <p:nvPr/>
          </p:nvSpPr>
          <p:spPr bwMode="auto">
            <a:xfrm>
              <a:off x="10336213" y="7718425"/>
              <a:ext cx="114300" cy="114300"/>
            </a:xfrm>
            <a:custGeom>
              <a:avLst/>
              <a:gdLst>
                <a:gd name="T0" fmla="*/ 7 w 14"/>
                <a:gd name="T1" fmla="*/ 0 h 14"/>
                <a:gd name="T2" fmla="*/ 14 w 14"/>
                <a:gd name="T3" fmla="*/ 7 h 14"/>
                <a:gd name="T4" fmla="*/ 7 w 14"/>
                <a:gd name="T5" fmla="*/ 14 h 14"/>
                <a:gd name="T6" fmla="*/ 0 w 14"/>
                <a:gd name="T7" fmla="*/ 7 h 14"/>
                <a:gd name="T8" fmla="*/ 7 w 14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7" y="0"/>
                  </a:moveTo>
                  <a:cubicBezTo>
                    <a:pt x="10" y="0"/>
                    <a:pt x="14" y="3"/>
                    <a:pt x="14" y="7"/>
                  </a:cubicBezTo>
                  <a:cubicBezTo>
                    <a:pt x="14" y="11"/>
                    <a:pt x="11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3" name="Freeform 279"/>
            <p:cNvSpPr/>
            <p:nvPr/>
          </p:nvSpPr>
          <p:spPr bwMode="auto">
            <a:xfrm>
              <a:off x="9636126" y="7256463"/>
              <a:ext cx="115888" cy="115888"/>
            </a:xfrm>
            <a:custGeom>
              <a:avLst/>
              <a:gdLst>
                <a:gd name="T0" fmla="*/ 0 w 14"/>
                <a:gd name="T1" fmla="*/ 6 h 14"/>
                <a:gd name="T2" fmla="*/ 7 w 14"/>
                <a:gd name="T3" fmla="*/ 0 h 14"/>
                <a:gd name="T4" fmla="*/ 14 w 14"/>
                <a:gd name="T5" fmla="*/ 7 h 14"/>
                <a:gd name="T6" fmla="*/ 7 w 14"/>
                <a:gd name="T7" fmla="*/ 14 h 14"/>
                <a:gd name="T8" fmla="*/ 0 w 14"/>
                <a:gd name="T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0" y="6"/>
                  </a:moveTo>
                  <a:cubicBezTo>
                    <a:pt x="0" y="3"/>
                    <a:pt x="4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0"/>
                    <a:pt x="11" y="14"/>
                    <a:pt x="7" y="14"/>
                  </a:cubicBezTo>
                  <a:cubicBezTo>
                    <a:pt x="3" y="13"/>
                    <a:pt x="0" y="10"/>
                    <a:pt x="0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4" name="Freeform 280"/>
            <p:cNvSpPr/>
            <p:nvPr/>
          </p:nvSpPr>
          <p:spPr bwMode="auto">
            <a:xfrm>
              <a:off x="9759951" y="5519738"/>
              <a:ext cx="115888" cy="106363"/>
            </a:xfrm>
            <a:custGeom>
              <a:avLst/>
              <a:gdLst>
                <a:gd name="T0" fmla="*/ 7 w 14"/>
                <a:gd name="T1" fmla="*/ 13 h 13"/>
                <a:gd name="T2" fmla="*/ 0 w 14"/>
                <a:gd name="T3" fmla="*/ 6 h 13"/>
                <a:gd name="T4" fmla="*/ 7 w 14"/>
                <a:gd name="T5" fmla="*/ 0 h 13"/>
                <a:gd name="T6" fmla="*/ 14 w 14"/>
                <a:gd name="T7" fmla="*/ 7 h 13"/>
                <a:gd name="T8" fmla="*/ 7 w 14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13"/>
                  </a:moveTo>
                  <a:cubicBezTo>
                    <a:pt x="3" y="13"/>
                    <a:pt x="0" y="10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0"/>
                    <a:pt x="10" y="13"/>
                    <a:pt x="7" y="1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5" name="Freeform 281"/>
            <p:cNvSpPr/>
            <p:nvPr/>
          </p:nvSpPr>
          <p:spPr bwMode="auto">
            <a:xfrm>
              <a:off x="11726863" y="7256463"/>
              <a:ext cx="114300" cy="115888"/>
            </a:xfrm>
            <a:custGeom>
              <a:avLst/>
              <a:gdLst>
                <a:gd name="T0" fmla="*/ 7 w 14"/>
                <a:gd name="T1" fmla="*/ 14 h 14"/>
                <a:gd name="T2" fmla="*/ 0 w 14"/>
                <a:gd name="T3" fmla="*/ 7 h 14"/>
                <a:gd name="T4" fmla="*/ 7 w 14"/>
                <a:gd name="T5" fmla="*/ 0 h 14"/>
                <a:gd name="T6" fmla="*/ 14 w 14"/>
                <a:gd name="T7" fmla="*/ 7 h 14"/>
                <a:gd name="T8" fmla="*/ 7 w 14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7" y="14"/>
                  </a:move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1"/>
                    <a:pt x="10" y="14"/>
                    <a:pt x="7" y="1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6" name="Oval 282"/>
            <p:cNvSpPr>
              <a:spLocks noChangeArrowheads="1"/>
            </p:cNvSpPr>
            <p:nvPr/>
          </p:nvSpPr>
          <p:spPr bwMode="auto">
            <a:xfrm>
              <a:off x="11026776" y="7718425"/>
              <a:ext cx="115888" cy="11430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7" name="Freeform 283"/>
            <p:cNvSpPr/>
            <p:nvPr/>
          </p:nvSpPr>
          <p:spPr bwMode="auto">
            <a:xfrm>
              <a:off x="11487151" y="7486650"/>
              <a:ext cx="115888" cy="115888"/>
            </a:xfrm>
            <a:custGeom>
              <a:avLst/>
              <a:gdLst>
                <a:gd name="T0" fmla="*/ 8 w 14"/>
                <a:gd name="T1" fmla="*/ 14 h 14"/>
                <a:gd name="T2" fmla="*/ 1 w 14"/>
                <a:gd name="T3" fmla="*/ 7 h 14"/>
                <a:gd name="T4" fmla="*/ 8 w 14"/>
                <a:gd name="T5" fmla="*/ 0 h 14"/>
                <a:gd name="T6" fmla="*/ 14 w 14"/>
                <a:gd name="T7" fmla="*/ 7 h 14"/>
                <a:gd name="T8" fmla="*/ 8 w 14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8" y="14"/>
                  </a:moveTo>
                  <a:cubicBezTo>
                    <a:pt x="4" y="14"/>
                    <a:pt x="1" y="11"/>
                    <a:pt x="1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1"/>
                    <a:pt x="11" y="14"/>
                    <a:pt x="8" y="1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8" name="Oval 284"/>
            <p:cNvSpPr>
              <a:spLocks noChangeArrowheads="1"/>
            </p:cNvSpPr>
            <p:nvPr/>
          </p:nvSpPr>
          <p:spPr bwMode="auto">
            <a:xfrm>
              <a:off x="11957051" y="6796088"/>
              <a:ext cx="114300" cy="11430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9" name="Freeform 285"/>
            <p:cNvSpPr/>
            <p:nvPr/>
          </p:nvSpPr>
          <p:spPr bwMode="auto">
            <a:xfrm>
              <a:off x="9405938" y="6096000"/>
              <a:ext cx="115888" cy="115888"/>
            </a:xfrm>
            <a:custGeom>
              <a:avLst/>
              <a:gdLst>
                <a:gd name="T0" fmla="*/ 14 w 14"/>
                <a:gd name="T1" fmla="*/ 7 h 14"/>
                <a:gd name="T2" fmla="*/ 7 w 14"/>
                <a:gd name="T3" fmla="*/ 14 h 14"/>
                <a:gd name="T4" fmla="*/ 0 w 14"/>
                <a:gd name="T5" fmla="*/ 7 h 14"/>
                <a:gd name="T6" fmla="*/ 8 w 14"/>
                <a:gd name="T7" fmla="*/ 0 h 14"/>
                <a:gd name="T8" fmla="*/ 14 w 14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4" y="7"/>
                  </a:moveTo>
                  <a:cubicBezTo>
                    <a:pt x="14" y="11"/>
                    <a:pt x="11" y="14"/>
                    <a:pt x="7" y="14"/>
                  </a:cubicBezTo>
                  <a:cubicBezTo>
                    <a:pt x="4" y="14"/>
                    <a:pt x="0" y="10"/>
                    <a:pt x="0" y="7"/>
                  </a:cubicBezTo>
                  <a:cubicBezTo>
                    <a:pt x="1" y="3"/>
                    <a:pt x="4" y="0"/>
                    <a:pt x="8" y="0"/>
                  </a:cubicBezTo>
                  <a:cubicBezTo>
                    <a:pt x="11" y="0"/>
                    <a:pt x="14" y="3"/>
                    <a:pt x="14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0" name="Freeform 286"/>
            <p:cNvSpPr/>
            <p:nvPr/>
          </p:nvSpPr>
          <p:spPr bwMode="auto">
            <a:xfrm>
              <a:off x="9645651" y="5635625"/>
              <a:ext cx="114300" cy="114300"/>
            </a:xfrm>
            <a:custGeom>
              <a:avLst/>
              <a:gdLst>
                <a:gd name="T0" fmla="*/ 13 w 14"/>
                <a:gd name="T1" fmla="*/ 6 h 14"/>
                <a:gd name="T2" fmla="*/ 7 w 14"/>
                <a:gd name="T3" fmla="*/ 14 h 14"/>
                <a:gd name="T4" fmla="*/ 0 w 14"/>
                <a:gd name="T5" fmla="*/ 7 h 14"/>
                <a:gd name="T6" fmla="*/ 7 w 14"/>
                <a:gd name="T7" fmla="*/ 0 h 14"/>
                <a:gd name="T8" fmla="*/ 13 w 14"/>
                <a:gd name="T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3" y="6"/>
                  </a:moveTo>
                  <a:cubicBezTo>
                    <a:pt x="14" y="10"/>
                    <a:pt x="10" y="13"/>
                    <a:pt x="7" y="14"/>
                  </a:cubicBezTo>
                  <a:cubicBezTo>
                    <a:pt x="3" y="14"/>
                    <a:pt x="0" y="10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3" y="3"/>
                    <a:pt x="1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1" name="Freeform 287"/>
            <p:cNvSpPr/>
            <p:nvPr/>
          </p:nvSpPr>
          <p:spPr bwMode="auto">
            <a:xfrm>
              <a:off x="9405938" y="6788150"/>
              <a:ext cx="115888" cy="114300"/>
            </a:xfrm>
            <a:custGeom>
              <a:avLst/>
              <a:gdLst>
                <a:gd name="T0" fmla="*/ 0 w 14"/>
                <a:gd name="T1" fmla="*/ 7 h 14"/>
                <a:gd name="T2" fmla="*/ 7 w 14"/>
                <a:gd name="T3" fmla="*/ 0 h 14"/>
                <a:gd name="T4" fmla="*/ 14 w 14"/>
                <a:gd name="T5" fmla="*/ 7 h 14"/>
                <a:gd name="T6" fmla="*/ 7 w 14"/>
                <a:gd name="T7" fmla="*/ 14 h 14"/>
                <a:gd name="T8" fmla="*/ 0 w 14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0" y="7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4"/>
                    <a:pt x="14" y="7"/>
                  </a:cubicBezTo>
                  <a:cubicBezTo>
                    <a:pt x="14" y="11"/>
                    <a:pt x="11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2" name="Freeform 288"/>
            <p:cNvSpPr/>
            <p:nvPr/>
          </p:nvSpPr>
          <p:spPr bwMode="auto">
            <a:xfrm>
              <a:off x="9875838" y="5395913"/>
              <a:ext cx="114300" cy="115888"/>
            </a:xfrm>
            <a:custGeom>
              <a:avLst/>
              <a:gdLst>
                <a:gd name="T0" fmla="*/ 14 w 14"/>
                <a:gd name="T1" fmla="*/ 7 h 14"/>
                <a:gd name="T2" fmla="*/ 7 w 14"/>
                <a:gd name="T3" fmla="*/ 14 h 14"/>
                <a:gd name="T4" fmla="*/ 0 w 14"/>
                <a:gd name="T5" fmla="*/ 8 h 14"/>
                <a:gd name="T6" fmla="*/ 7 w 14"/>
                <a:gd name="T7" fmla="*/ 0 h 14"/>
                <a:gd name="T8" fmla="*/ 14 w 14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4" y="7"/>
                  </a:moveTo>
                  <a:cubicBezTo>
                    <a:pt x="14" y="11"/>
                    <a:pt x="11" y="14"/>
                    <a:pt x="7" y="14"/>
                  </a:cubicBezTo>
                  <a:cubicBezTo>
                    <a:pt x="3" y="14"/>
                    <a:pt x="0" y="11"/>
                    <a:pt x="0" y="8"/>
                  </a:cubicBezTo>
                  <a:cubicBezTo>
                    <a:pt x="0" y="4"/>
                    <a:pt x="3" y="1"/>
                    <a:pt x="7" y="0"/>
                  </a:cubicBezTo>
                  <a:cubicBezTo>
                    <a:pt x="10" y="0"/>
                    <a:pt x="14" y="3"/>
                    <a:pt x="14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3" name="Oval 289"/>
            <p:cNvSpPr>
              <a:spLocks noChangeArrowheads="1"/>
            </p:cNvSpPr>
            <p:nvPr/>
          </p:nvSpPr>
          <p:spPr bwMode="auto">
            <a:xfrm>
              <a:off x="11726863" y="5635625"/>
              <a:ext cx="114300" cy="11430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4" name="Oval 290"/>
            <p:cNvSpPr>
              <a:spLocks noChangeArrowheads="1"/>
            </p:cNvSpPr>
            <p:nvPr/>
          </p:nvSpPr>
          <p:spPr bwMode="auto">
            <a:xfrm>
              <a:off x="11957051" y="6096000"/>
              <a:ext cx="114300" cy="1158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5" name="Freeform 291"/>
            <p:cNvSpPr/>
            <p:nvPr/>
          </p:nvSpPr>
          <p:spPr bwMode="auto">
            <a:xfrm>
              <a:off x="11034713" y="5173663"/>
              <a:ext cx="107950" cy="107950"/>
            </a:xfrm>
            <a:custGeom>
              <a:avLst/>
              <a:gdLst>
                <a:gd name="T0" fmla="*/ 13 w 13"/>
                <a:gd name="T1" fmla="*/ 7 h 13"/>
                <a:gd name="T2" fmla="*/ 7 w 13"/>
                <a:gd name="T3" fmla="*/ 13 h 13"/>
                <a:gd name="T4" fmla="*/ 0 w 13"/>
                <a:gd name="T5" fmla="*/ 7 h 13"/>
                <a:gd name="T6" fmla="*/ 6 w 13"/>
                <a:gd name="T7" fmla="*/ 0 h 13"/>
                <a:gd name="T8" fmla="*/ 13 w 13"/>
                <a:gd name="T9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13" y="7"/>
                  </a:moveTo>
                  <a:cubicBezTo>
                    <a:pt x="13" y="10"/>
                    <a:pt x="10" y="13"/>
                    <a:pt x="7" y="13"/>
                  </a:cubicBez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3" y="3"/>
                    <a:pt x="13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6" name="Freeform 292"/>
            <p:cNvSpPr/>
            <p:nvPr/>
          </p:nvSpPr>
          <p:spPr bwMode="auto">
            <a:xfrm>
              <a:off x="11496676" y="5403850"/>
              <a:ext cx="114300" cy="115888"/>
            </a:xfrm>
            <a:custGeom>
              <a:avLst/>
              <a:gdLst>
                <a:gd name="T0" fmla="*/ 14 w 14"/>
                <a:gd name="T1" fmla="*/ 7 h 14"/>
                <a:gd name="T2" fmla="*/ 7 w 14"/>
                <a:gd name="T3" fmla="*/ 14 h 14"/>
                <a:gd name="T4" fmla="*/ 0 w 14"/>
                <a:gd name="T5" fmla="*/ 7 h 14"/>
                <a:gd name="T6" fmla="*/ 7 w 14"/>
                <a:gd name="T7" fmla="*/ 0 h 14"/>
                <a:gd name="T8" fmla="*/ 14 w 14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4" y="7"/>
                  </a:moveTo>
                  <a:cubicBezTo>
                    <a:pt x="14" y="11"/>
                    <a:pt x="11" y="14"/>
                    <a:pt x="7" y="14"/>
                  </a:cubicBezTo>
                  <a:cubicBezTo>
                    <a:pt x="3" y="14"/>
                    <a:pt x="0" y="10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7" name="Oval 293"/>
            <p:cNvSpPr>
              <a:spLocks noChangeArrowheads="1"/>
            </p:cNvSpPr>
            <p:nvPr/>
          </p:nvSpPr>
          <p:spPr bwMode="auto">
            <a:xfrm>
              <a:off x="10336213" y="5165725"/>
              <a:ext cx="114300" cy="1158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8" name="Freeform 295"/>
            <p:cNvSpPr/>
            <p:nvPr/>
          </p:nvSpPr>
          <p:spPr bwMode="auto">
            <a:xfrm>
              <a:off x="9990138" y="7602538"/>
              <a:ext cx="107950" cy="115888"/>
            </a:xfrm>
            <a:custGeom>
              <a:avLst/>
              <a:gdLst>
                <a:gd name="T0" fmla="*/ 13 w 13"/>
                <a:gd name="T1" fmla="*/ 7 h 14"/>
                <a:gd name="T2" fmla="*/ 6 w 13"/>
                <a:gd name="T3" fmla="*/ 14 h 14"/>
                <a:gd name="T4" fmla="*/ 0 w 13"/>
                <a:gd name="T5" fmla="*/ 7 h 14"/>
                <a:gd name="T6" fmla="*/ 7 w 13"/>
                <a:gd name="T7" fmla="*/ 0 h 14"/>
                <a:gd name="T8" fmla="*/ 13 w 13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3" y="7"/>
                  </a:moveTo>
                  <a:cubicBezTo>
                    <a:pt x="13" y="11"/>
                    <a:pt x="10" y="14"/>
                    <a:pt x="6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3" y="3"/>
                    <a:pt x="13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9" name="Freeform 296"/>
            <p:cNvSpPr/>
            <p:nvPr/>
          </p:nvSpPr>
          <p:spPr bwMode="auto">
            <a:xfrm>
              <a:off x="9521826" y="7142163"/>
              <a:ext cx="114300" cy="106363"/>
            </a:xfrm>
            <a:custGeom>
              <a:avLst/>
              <a:gdLst>
                <a:gd name="T0" fmla="*/ 14 w 14"/>
                <a:gd name="T1" fmla="*/ 7 h 13"/>
                <a:gd name="T2" fmla="*/ 7 w 14"/>
                <a:gd name="T3" fmla="*/ 13 h 13"/>
                <a:gd name="T4" fmla="*/ 0 w 14"/>
                <a:gd name="T5" fmla="*/ 6 h 13"/>
                <a:gd name="T6" fmla="*/ 7 w 14"/>
                <a:gd name="T7" fmla="*/ 0 h 13"/>
                <a:gd name="T8" fmla="*/ 14 w 14"/>
                <a:gd name="T9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14" y="7"/>
                  </a:moveTo>
                  <a:cubicBezTo>
                    <a:pt x="14" y="10"/>
                    <a:pt x="11" y="13"/>
                    <a:pt x="7" y="13"/>
                  </a:cubicBezTo>
                  <a:cubicBezTo>
                    <a:pt x="3" y="13"/>
                    <a:pt x="0" y="10"/>
                    <a:pt x="0" y="6"/>
                  </a:cubicBezTo>
                  <a:cubicBezTo>
                    <a:pt x="0" y="3"/>
                    <a:pt x="4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0" name="Oval 297"/>
            <p:cNvSpPr>
              <a:spLocks noChangeArrowheads="1"/>
            </p:cNvSpPr>
            <p:nvPr/>
          </p:nvSpPr>
          <p:spPr bwMode="auto">
            <a:xfrm>
              <a:off x="11841163" y="7142163"/>
              <a:ext cx="115888" cy="11430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1" name="Freeform 298"/>
            <p:cNvSpPr/>
            <p:nvPr/>
          </p:nvSpPr>
          <p:spPr bwMode="auto">
            <a:xfrm>
              <a:off x="9990138" y="5281613"/>
              <a:ext cx="115888" cy="114300"/>
            </a:xfrm>
            <a:custGeom>
              <a:avLst/>
              <a:gdLst>
                <a:gd name="T0" fmla="*/ 0 w 14"/>
                <a:gd name="T1" fmla="*/ 7 h 14"/>
                <a:gd name="T2" fmla="*/ 7 w 14"/>
                <a:gd name="T3" fmla="*/ 0 h 14"/>
                <a:gd name="T4" fmla="*/ 14 w 14"/>
                <a:gd name="T5" fmla="*/ 7 h 14"/>
                <a:gd name="T6" fmla="*/ 7 w 14"/>
                <a:gd name="T7" fmla="*/ 14 h 14"/>
                <a:gd name="T8" fmla="*/ 0 w 14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0" y="7"/>
                  </a:moveTo>
                  <a:cubicBezTo>
                    <a:pt x="0" y="4"/>
                    <a:pt x="3" y="0"/>
                    <a:pt x="7" y="0"/>
                  </a:cubicBezTo>
                  <a:cubicBezTo>
                    <a:pt x="10" y="0"/>
                    <a:pt x="14" y="4"/>
                    <a:pt x="14" y="7"/>
                  </a:cubicBezTo>
                  <a:cubicBezTo>
                    <a:pt x="14" y="11"/>
                    <a:pt x="11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2" name="Freeform 299"/>
            <p:cNvSpPr/>
            <p:nvPr/>
          </p:nvSpPr>
          <p:spPr bwMode="auto">
            <a:xfrm>
              <a:off x="9529763" y="5749926"/>
              <a:ext cx="106363" cy="107950"/>
            </a:xfrm>
            <a:custGeom>
              <a:avLst/>
              <a:gdLst>
                <a:gd name="T0" fmla="*/ 0 w 13"/>
                <a:gd name="T1" fmla="*/ 7 h 13"/>
                <a:gd name="T2" fmla="*/ 7 w 13"/>
                <a:gd name="T3" fmla="*/ 0 h 13"/>
                <a:gd name="T4" fmla="*/ 13 w 13"/>
                <a:gd name="T5" fmla="*/ 6 h 13"/>
                <a:gd name="T6" fmla="*/ 7 w 13"/>
                <a:gd name="T7" fmla="*/ 13 h 13"/>
                <a:gd name="T8" fmla="*/ 0 w 13"/>
                <a:gd name="T9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0" y="7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3" y="3"/>
                    <a:pt x="13" y="6"/>
                  </a:cubicBezTo>
                  <a:cubicBezTo>
                    <a:pt x="13" y="10"/>
                    <a:pt x="10" y="13"/>
                    <a:pt x="7" y="13"/>
                  </a:cubicBezTo>
                  <a:cubicBezTo>
                    <a:pt x="3" y="13"/>
                    <a:pt x="0" y="10"/>
                    <a:pt x="0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3" name="Freeform 300"/>
            <p:cNvSpPr/>
            <p:nvPr/>
          </p:nvSpPr>
          <p:spPr bwMode="auto">
            <a:xfrm>
              <a:off x="11380788" y="7602538"/>
              <a:ext cx="106363" cy="115888"/>
            </a:xfrm>
            <a:custGeom>
              <a:avLst/>
              <a:gdLst>
                <a:gd name="T0" fmla="*/ 7 w 13"/>
                <a:gd name="T1" fmla="*/ 0 h 14"/>
                <a:gd name="T2" fmla="*/ 13 w 13"/>
                <a:gd name="T3" fmla="*/ 7 h 14"/>
                <a:gd name="T4" fmla="*/ 6 w 13"/>
                <a:gd name="T5" fmla="*/ 14 h 14"/>
                <a:gd name="T6" fmla="*/ 0 w 13"/>
                <a:gd name="T7" fmla="*/ 7 h 14"/>
                <a:gd name="T8" fmla="*/ 7 w 13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7" y="0"/>
                  </a:moveTo>
                  <a:cubicBezTo>
                    <a:pt x="10" y="0"/>
                    <a:pt x="13" y="3"/>
                    <a:pt x="13" y="7"/>
                  </a:cubicBezTo>
                  <a:cubicBezTo>
                    <a:pt x="13" y="11"/>
                    <a:pt x="10" y="14"/>
                    <a:pt x="6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4" name="Freeform 301"/>
            <p:cNvSpPr/>
            <p:nvPr/>
          </p:nvSpPr>
          <p:spPr bwMode="auto">
            <a:xfrm>
              <a:off x="11380788" y="5289551"/>
              <a:ext cx="115888" cy="114300"/>
            </a:xfrm>
            <a:custGeom>
              <a:avLst/>
              <a:gdLst>
                <a:gd name="T0" fmla="*/ 0 w 14"/>
                <a:gd name="T1" fmla="*/ 7 h 14"/>
                <a:gd name="T2" fmla="*/ 7 w 14"/>
                <a:gd name="T3" fmla="*/ 0 h 14"/>
                <a:gd name="T4" fmla="*/ 14 w 14"/>
                <a:gd name="T5" fmla="*/ 7 h 14"/>
                <a:gd name="T6" fmla="*/ 7 w 14"/>
                <a:gd name="T7" fmla="*/ 13 h 14"/>
                <a:gd name="T8" fmla="*/ 0 w 14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0" y="7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0"/>
                    <a:pt x="10" y="14"/>
                    <a:pt x="7" y="13"/>
                  </a:cubicBezTo>
                  <a:cubicBezTo>
                    <a:pt x="3" y="13"/>
                    <a:pt x="0" y="10"/>
                    <a:pt x="0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5" name="Oval 302"/>
            <p:cNvSpPr>
              <a:spLocks noChangeArrowheads="1"/>
            </p:cNvSpPr>
            <p:nvPr/>
          </p:nvSpPr>
          <p:spPr bwMode="auto">
            <a:xfrm>
              <a:off x="11841163" y="5749926"/>
              <a:ext cx="115888" cy="1158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6" name="Freeform 303"/>
            <p:cNvSpPr/>
            <p:nvPr/>
          </p:nvSpPr>
          <p:spPr bwMode="auto">
            <a:xfrm>
              <a:off x="10682288" y="7832726"/>
              <a:ext cx="114300" cy="115888"/>
            </a:xfrm>
            <a:custGeom>
              <a:avLst/>
              <a:gdLst>
                <a:gd name="T0" fmla="*/ 14 w 14"/>
                <a:gd name="T1" fmla="*/ 7 h 14"/>
                <a:gd name="T2" fmla="*/ 7 w 14"/>
                <a:gd name="T3" fmla="*/ 14 h 14"/>
                <a:gd name="T4" fmla="*/ 0 w 14"/>
                <a:gd name="T5" fmla="*/ 7 h 14"/>
                <a:gd name="T6" fmla="*/ 7 w 14"/>
                <a:gd name="T7" fmla="*/ 0 h 14"/>
                <a:gd name="T8" fmla="*/ 14 w 14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4" y="7"/>
                  </a:moveTo>
                  <a:cubicBezTo>
                    <a:pt x="14" y="11"/>
                    <a:pt x="10" y="14"/>
                    <a:pt x="7" y="14"/>
                  </a:cubicBezTo>
                  <a:cubicBezTo>
                    <a:pt x="3" y="14"/>
                    <a:pt x="0" y="10"/>
                    <a:pt x="0" y="7"/>
                  </a:cubicBezTo>
                  <a:cubicBezTo>
                    <a:pt x="0" y="3"/>
                    <a:pt x="4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7" name="Freeform 304"/>
            <p:cNvSpPr/>
            <p:nvPr/>
          </p:nvSpPr>
          <p:spPr bwMode="auto">
            <a:xfrm>
              <a:off x="11957051" y="7026276"/>
              <a:ext cx="114300" cy="115888"/>
            </a:xfrm>
            <a:custGeom>
              <a:avLst/>
              <a:gdLst>
                <a:gd name="T0" fmla="*/ 7 w 14"/>
                <a:gd name="T1" fmla="*/ 0 h 14"/>
                <a:gd name="T2" fmla="*/ 14 w 14"/>
                <a:gd name="T3" fmla="*/ 7 h 14"/>
                <a:gd name="T4" fmla="*/ 7 w 14"/>
                <a:gd name="T5" fmla="*/ 14 h 14"/>
                <a:gd name="T6" fmla="*/ 0 w 14"/>
                <a:gd name="T7" fmla="*/ 7 h 14"/>
                <a:gd name="T8" fmla="*/ 7 w 14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7" y="0"/>
                  </a:moveTo>
                  <a:cubicBezTo>
                    <a:pt x="10" y="0"/>
                    <a:pt x="13" y="3"/>
                    <a:pt x="14" y="7"/>
                  </a:cubicBezTo>
                  <a:cubicBezTo>
                    <a:pt x="14" y="10"/>
                    <a:pt x="10" y="13"/>
                    <a:pt x="7" y="14"/>
                  </a:cubicBezTo>
                  <a:cubicBezTo>
                    <a:pt x="3" y="14"/>
                    <a:pt x="0" y="10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8" name="Oval 305"/>
            <p:cNvSpPr>
              <a:spLocks noChangeArrowheads="1"/>
            </p:cNvSpPr>
            <p:nvPr/>
          </p:nvSpPr>
          <p:spPr bwMode="auto">
            <a:xfrm>
              <a:off x="9299576" y="6442076"/>
              <a:ext cx="106363" cy="11430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9" name="Freeform 306"/>
            <p:cNvSpPr/>
            <p:nvPr/>
          </p:nvSpPr>
          <p:spPr bwMode="auto">
            <a:xfrm>
              <a:off x="11266488" y="7718426"/>
              <a:ext cx="106363" cy="114300"/>
            </a:xfrm>
            <a:custGeom>
              <a:avLst/>
              <a:gdLst>
                <a:gd name="T0" fmla="*/ 13 w 13"/>
                <a:gd name="T1" fmla="*/ 7 h 14"/>
                <a:gd name="T2" fmla="*/ 6 w 13"/>
                <a:gd name="T3" fmla="*/ 14 h 14"/>
                <a:gd name="T4" fmla="*/ 0 w 13"/>
                <a:gd name="T5" fmla="*/ 7 h 14"/>
                <a:gd name="T6" fmla="*/ 6 w 13"/>
                <a:gd name="T7" fmla="*/ 0 h 14"/>
                <a:gd name="T8" fmla="*/ 13 w 13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3" y="7"/>
                  </a:moveTo>
                  <a:cubicBezTo>
                    <a:pt x="13" y="11"/>
                    <a:pt x="10" y="14"/>
                    <a:pt x="6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4"/>
                    <a:pt x="3" y="1"/>
                    <a:pt x="6" y="0"/>
                  </a:cubicBezTo>
                  <a:cubicBezTo>
                    <a:pt x="10" y="0"/>
                    <a:pt x="13" y="3"/>
                    <a:pt x="13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0" name="Oval 307"/>
            <p:cNvSpPr>
              <a:spLocks noChangeArrowheads="1"/>
            </p:cNvSpPr>
            <p:nvPr/>
          </p:nvSpPr>
          <p:spPr bwMode="auto">
            <a:xfrm>
              <a:off x="12071351" y="6450013"/>
              <a:ext cx="115888" cy="1063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1" name="Freeform 308"/>
            <p:cNvSpPr/>
            <p:nvPr/>
          </p:nvSpPr>
          <p:spPr bwMode="auto">
            <a:xfrm>
              <a:off x="10106026" y="7718426"/>
              <a:ext cx="106363" cy="114300"/>
            </a:xfrm>
            <a:custGeom>
              <a:avLst/>
              <a:gdLst>
                <a:gd name="T0" fmla="*/ 7 w 13"/>
                <a:gd name="T1" fmla="*/ 14 h 14"/>
                <a:gd name="T2" fmla="*/ 0 w 13"/>
                <a:gd name="T3" fmla="*/ 7 h 14"/>
                <a:gd name="T4" fmla="*/ 7 w 13"/>
                <a:gd name="T5" fmla="*/ 0 h 14"/>
                <a:gd name="T6" fmla="*/ 13 w 13"/>
                <a:gd name="T7" fmla="*/ 7 h 14"/>
                <a:gd name="T8" fmla="*/ 7 w 1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7" y="14"/>
                  </a:move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3" y="3"/>
                    <a:pt x="13" y="7"/>
                  </a:cubicBezTo>
                  <a:cubicBezTo>
                    <a:pt x="13" y="10"/>
                    <a:pt x="10" y="13"/>
                    <a:pt x="7" y="1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2" name="Oval 309"/>
            <p:cNvSpPr>
              <a:spLocks noChangeArrowheads="1"/>
            </p:cNvSpPr>
            <p:nvPr/>
          </p:nvSpPr>
          <p:spPr bwMode="auto">
            <a:xfrm>
              <a:off x="9413876" y="5865813"/>
              <a:ext cx="107950" cy="1063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3" name="Freeform 310"/>
            <p:cNvSpPr/>
            <p:nvPr/>
          </p:nvSpPr>
          <p:spPr bwMode="auto">
            <a:xfrm>
              <a:off x="11957051" y="5865813"/>
              <a:ext cx="114300" cy="114300"/>
            </a:xfrm>
            <a:custGeom>
              <a:avLst/>
              <a:gdLst>
                <a:gd name="T0" fmla="*/ 0 w 14"/>
                <a:gd name="T1" fmla="*/ 7 h 14"/>
                <a:gd name="T2" fmla="*/ 7 w 14"/>
                <a:gd name="T3" fmla="*/ 0 h 14"/>
                <a:gd name="T4" fmla="*/ 14 w 14"/>
                <a:gd name="T5" fmla="*/ 7 h 14"/>
                <a:gd name="T6" fmla="*/ 7 w 14"/>
                <a:gd name="T7" fmla="*/ 14 h 14"/>
                <a:gd name="T8" fmla="*/ 0 w 14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0" y="7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1"/>
                    <a:pt x="11" y="14"/>
                    <a:pt x="7" y="14"/>
                  </a:cubicBezTo>
                  <a:cubicBezTo>
                    <a:pt x="4" y="14"/>
                    <a:pt x="1" y="11"/>
                    <a:pt x="0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4" name="Freeform 311"/>
            <p:cNvSpPr/>
            <p:nvPr/>
          </p:nvSpPr>
          <p:spPr bwMode="auto">
            <a:xfrm>
              <a:off x="10912476" y="7840663"/>
              <a:ext cx="114300" cy="107950"/>
            </a:xfrm>
            <a:custGeom>
              <a:avLst/>
              <a:gdLst>
                <a:gd name="T0" fmla="*/ 7 w 14"/>
                <a:gd name="T1" fmla="*/ 13 h 13"/>
                <a:gd name="T2" fmla="*/ 0 w 14"/>
                <a:gd name="T3" fmla="*/ 6 h 13"/>
                <a:gd name="T4" fmla="*/ 7 w 14"/>
                <a:gd name="T5" fmla="*/ 0 h 13"/>
                <a:gd name="T6" fmla="*/ 14 w 14"/>
                <a:gd name="T7" fmla="*/ 6 h 13"/>
                <a:gd name="T8" fmla="*/ 7 w 14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13"/>
                  </a:moveTo>
                  <a:cubicBezTo>
                    <a:pt x="3" y="13"/>
                    <a:pt x="1" y="10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2"/>
                    <a:pt x="14" y="6"/>
                  </a:cubicBezTo>
                  <a:cubicBezTo>
                    <a:pt x="14" y="10"/>
                    <a:pt x="11" y="13"/>
                    <a:pt x="7" y="1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5" name="Freeform 312"/>
            <p:cNvSpPr/>
            <p:nvPr/>
          </p:nvSpPr>
          <p:spPr bwMode="auto">
            <a:xfrm>
              <a:off x="9405938" y="7026276"/>
              <a:ext cx="115888" cy="106363"/>
            </a:xfrm>
            <a:custGeom>
              <a:avLst/>
              <a:gdLst>
                <a:gd name="T0" fmla="*/ 7 w 14"/>
                <a:gd name="T1" fmla="*/ 0 h 13"/>
                <a:gd name="T2" fmla="*/ 14 w 14"/>
                <a:gd name="T3" fmla="*/ 6 h 13"/>
                <a:gd name="T4" fmla="*/ 7 w 14"/>
                <a:gd name="T5" fmla="*/ 13 h 13"/>
                <a:gd name="T6" fmla="*/ 0 w 14"/>
                <a:gd name="T7" fmla="*/ 7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11" y="0"/>
                    <a:pt x="14" y="3"/>
                    <a:pt x="14" y="6"/>
                  </a:cubicBezTo>
                  <a:cubicBezTo>
                    <a:pt x="14" y="10"/>
                    <a:pt x="11" y="13"/>
                    <a:pt x="7" y="13"/>
                  </a:cubicBezTo>
                  <a:cubicBezTo>
                    <a:pt x="4" y="13"/>
                    <a:pt x="1" y="10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6" name="Freeform 313"/>
            <p:cNvSpPr/>
            <p:nvPr/>
          </p:nvSpPr>
          <p:spPr bwMode="auto">
            <a:xfrm>
              <a:off x="10450513" y="7832726"/>
              <a:ext cx="115888" cy="115888"/>
            </a:xfrm>
            <a:custGeom>
              <a:avLst/>
              <a:gdLst>
                <a:gd name="T0" fmla="*/ 0 w 14"/>
                <a:gd name="T1" fmla="*/ 7 h 14"/>
                <a:gd name="T2" fmla="*/ 7 w 14"/>
                <a:gd name="T3" fmla="*/ 0 h 14"/>
                <a:gd name="T4" fmla="*/ 14 w 14"/>
                <a:gd name="T5" fmla="*/ 7 h 14"/>
                <a:gd name="T6" fmla="*/ 7 w 14"/>
                <a:gd name="T7" fmla="*/ 14 h 14"/>
                <a:gd name="T8" fmla="*/ 0 w 14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0" y="7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3" y="3"/>
                    <a:pt x="14" y="7"/>
                  </a:cubicBezTo>
                  <a:cubicBezTo>
                    <a:pt x="14" y="10"/>
                    <a:pt x="11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7" name="Oval 314"/>
            <p:cNvSpPr>
              <a:spLocks noChangeArrowheads="1"/>
            </p:cNvSpPr>
            <p:nvPr/>
          </p:nvSpPr>
          <p:spPr bwMode="auto">
            <a:xfrm>
              <a:off x="10690226" y="5059363"/>
              <a:ext cx="106363" cy="1063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8" name="Freeform 315"/>
            <p:cNvSpPr/>
            <p:nvPr/>
          </p:nvSpPr>
          <p:spPr bwMode="auto">
            <a:xfrm>
              <a:off x="12071351" y="6680201"/>
              <a:ext cx="115888" cy="107950"/>
            </a:xfrm>
            <a:custGeom>
              <a:avLst/>
              <a:gdLst>
                <a:gd name="T0" fmla="*/ 7 w 14"/>
                <a:gd name="T1" fmla="*/ 0 h 13"/>
                <a:gd name="T2" fmla="*/ 14 w 14"/>
                <a:gd name="T3" fmla="*/ 7 h 13"/>
                <a:gd name="T4" fmla="*/ 7 w 14"/>
                <a:gd name="T5" fmla="*/ 13 h 13"/>
                <a:gd name="T6" fmla="*/ 0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11" y="0"/>
                    <a:pt x="14" y="3"/>
                    <a:pt x="14" y="7"/>
                  </a:cubicBezTo>
                  <a:cubicBezTo>
                    <a:pt x="13" y="10"/>
                    <a:pt x="11" y="13"/>
                    <a:pt x="7" y="13"/>
                  </a:cubicBezTo>
                  <a:cubicBezTo>
                    <a:pt x="3" y="13"/>
                    <a:pt x="0" y="10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9" name="Freeform 316"/>
            <p:cNvSpPr/>
            <p:nvPr/>
          </p:nvSpPr>
          <p:spPr bwMode="auto">
            <a:xfrm>
              <a:off x="12071351" y="6219826"/>
              <a:ext cx="115888" cy="106363"/>
            </a:xfrm>
            <a:custGeom>
              <a:avLst/>
              <a:gdLst>
                <a:gd name="T0" fmla="*/ 14 w 14"/>
                <a:gd name="T1" fmla="*/ 6 h 13"/>
                <a:gd name="T2" fmla="*/ 7 w 14"/>
                <a:gd name="T3" fmla="*/ 13 h 13"/>
                <a:gd name="T4" fmla="*/ 1 w 14"/>
                <a:gd name="T5" fmla="*/ 6 h 13"/>
                <a:gd name="T6" fmla="*/ 7 w 14"/>
                <a:gd name="T7" fmla="*/ 0 h 13"/>
                <a:gd name="T8" fmla="*/ 14 w 14"/>
                <a:gd name="T9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14" y="6"/>
                  </a:moveTo>
                  <a:cubicBezTo>
                    <a:pt x="14" y="10"/>
                    <a:pt x="11" y="13"/>
                    <a:pt x="7" y="13"/>
                  </a:cubicBezTo>
                  <a:cubicBezTo>
                    <a:pt x="4" y="13"/>
                    <a:pt x="1" y="10"/>
                    <a:pt x="1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2"/>
                    <a:pt x="14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0" name="Freeform 317"/>
            <p:cNvSpPr/>
            <p:nvPr/>
          </p:nvSpPr>
          <p:spPr bwMode="auto">
            <a:xfrm>
              <a:off x="10106026" y="5173663"/>
              <a:ext cx="114300" cy="107950"/>
            </a:xfrm>
            <a:custGeom>
              <a:avLst/>
              <a:gdLst>
                <a:gd name="T0" fmla="*/ 7 w 14"/>
                <a:gd name="T1" fmla="*/ 13 h 13"/>
                <a:gd name="T2" fmla="*/ 0 w 14"/>
                <a:gd name="T3" fmla="*/ 6 h 13"/>
                <a:gd name="T4" fmla="*/ 7 w 14"/>
                <a:gd name="T5" fmla="*/ 0 h 13"/>
                <a:gd name="T6" fmla="*/ 14 w 14"/>
                <a:gd name="T7" fmla="*/ 6 h 13"/>
                <a:gd name="T8" fmla="*/ 7 w 14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13"/>
                  </a:moveTo>
                  <a:cubicBezTo>
                    <a:pt x="3" y="13"/>
                    <a:pt x="0" y="10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11" y="0"/>
                    <a:pt x="14" y="3"/>
                    <a:pt x="14" y="6"/>
                  </a:cubicBezTo>
                  <a:cubicBezTo>
                    <a:pt x="14" y="10"/>
                    <a:pt x="11" y="13"/>
                    <a:pt x="7" y="1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1" name="Freeform 318"/>
            <p:cNvSpPr/>
            <p:nvPr/>
          </p:nvSpPr>
          <p:spPr bwMode="auto">
            <a:xfrm>
              <a:off x="10920413" y="5059363"/>
              <a:ext cx="106363" cy="106363"/>
            </a:xfrm>
            <a:custGeom>
              <a:avLst/>
              <a:gdLst>
                <a:gd name="T0" fmla="*/ 13 w 13"/>
                <a:gd name="T1" fmla="*/ 6 h 13"/>
                <a:gd name="T2" fmla="*/ 7 w 13"/>
                <a:gd name="T3" fmla="*/ 13 h 13"/>
                <a:gd name="T4" fmla="*/ 0 w 13"/>
                <a:gd name="T5" fmla="*/ 7 h 13"/>
                <a:gd name="T6" fmla="*/ 6 w 13"/>
                <a:gd name="T7" fmla="*/ 0 h 13"/>
                <a:gd name="T8" fmla="*/ 13 w 13"/>
                <a:gd name="T9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13" y="6"/>
                  </a:moveTo>
                  <a:cubicBezTo>
                    <a:pt x="13" y="10"/>
                    <a:pt x="10" y="13"/>
                    <a:pt x="7" y="13"/>
                  </a:cubicBez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3" y="3"/>
                    <a:pt x="1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2" name="Freeform 319"/>
            <p:cNvSpPr/>
            <p:nvPr/>
          </p:nvSpPr>
          <p:spPr bwMode="auto">
            <a:xfrm>
              <a:off x="11266488" y="5173663"/>
              <a:ext cx="106363" cy="107950"/>
            </a:xfrm>
            <a:custGeom>
              <a:avLst/>
              <a:gdLst>
                <a:gd name="T0" fmla="*/ 0 w 13"/>
                <a:gd name="T1" fmla="*/ 6 h 13"/>
                <a:gd name="T2" fmla="*/ 7 w 13"/>
                <a:gd name="T3" fmla="*/ 0 h 13"/>
                <a:gd name="T4" fmla="*/ 13 w 13"/>
                <a:gd name="T5" fmla="*/ 7 h 13"/>
                <a:gd name="T6" fmla="*/ 7 w 13"/>
                <a:gd name="T7" fmla="*/ 13 h 13"/>
                <a:gd name="T8" fmla="*/ 0 w 13"/>
                <a:gd name="T9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0" y="6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3" y="3"/>
                    <a:pt x="13" y="7"/>
                  </a:cubicBezTo>
                  <a:cubicBezTo>
                    <a:pt x="13" y="10"/>
                    <a:pt x="10" y="13"/>
                    <a:pt x="7" y="13"/>
                  </a:cubicBezTo>
                  <a:cubicBezTo>
                    <a:pt x="3" y="13"/>
                    <a:pt x="0" y="10"/>
                    <a:pt x="0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3" name="Freeform 320"/>
            <p:cNvSpPr/>
            <p:nvPr/>
          </p:nvSpPr>
          <p:spPr bwMode="auto">
            <a:xfrm>
              <a:off x="9299576" y="6211888"/>
              <a:ext cx="106363" cy="114300"/>
            </a:xfrm>
            <a:custGeom>
              <a:avLst/>
              <a:gdLst>
                <a:gd name="T0" fmla="*/ 13 w 13"/>
                <a:gd name="T1" fmla="*/ 7 h 14"/>
                <a:gd name="T2" fmla="*/ 6 w 13"/>
                <a:gd name="T3" fmla="*/ 14 h 14"/>
                <a:gd name="T4" fmla="*/ 0 w 13"/>
                <a:gd name="T5" fmla="*/ 7 h 14"/>
                <a:gd name="T6" fmla="*/ 6 w 13"/>
                <a:gd name="T7" fmla="*/ 0 h 14"/>
                <a:gd name="T8" fmla="*/ 13 w 13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3" y="7"/>
                  </a:moveTo>
                  <a:cubicBezTo>
                    <a:pt x="13" y="11"/>
                    <a:pt x="10" y="14"/>
                    <a:pt x="6" y="14"/>
                  </a:cubicBezTo>
                  <a:cubicBezTo>
                    <a:pt x="3" y="14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3" y="3"/>
                    <a:pt x="13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4" name="Freeform 321"/>
            <p:cNvSpPr/>
            <p:nvPr/>
          </p:nvSpPr>
          <p:spPr bwMode="auto">
            <a:xfrm>
              <a:off x="9291638" y="6672263"/>
              <a:ext cx="114300" cy="115888"/>
            </a:xfrm>
            <a:custGeom>
              <a:avLst/>
              <a:gdLst>
                <a:gd name="T0" fmla="*/ 0 w 14"/>
                <a:gd name="T1" fmla="*/ 7 h 14"/>
                <a:gd name="T2" fmla="*/ 7 w 14"/>
                <a:gd name="T3" fmla="*/ 1 h 14"/>
                <a:gd name="T4" fmla="*/ 14 w 14"/>
                <a:gd name="T5" fmla="*/ 7 h 14"/>
                <a:gd name="T6" fmla="*/ 7 w 14"/>
                <a:gd name="T7" fmla="*/ 14 h 14"/>
                <a:gd name="T8" fmla="*/ 0 w 14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0" y="7"/>
                  </a:moveTo>
                  <a:cubicBezTo>
                    <a:pt x="0" y="4"/>
                    <a:pt x="3" y="1"/>
                    <a:pt x="7" y="1"/>
                  </a:cubicBezTo>
                  <a:cubicBezTo>
                    <a:pt x="11" y="0"/>
                    <a:pt x="14" y="4"/>
                    <a:pt x="14" y="7"/>
                  </a:cubicBezTo>
                  <a:cubicBezTo>
                    <a:pt x="14" y="11"/>
                    <a:pt x="11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5" name="Freeform 322"/>
            <p:cNvSpPr/>
            <p:nvPr/>
          </p:nvSpPr>
          <p:spPr bwMode="auto">
            <a:xfrm>
              <a:off x="10450513" y="5059363"/>
              <a:ext cx="115888" cy="106363"/>
            </a:xfrm>
            <a:custGeom>
              <a:avLst/>
              <a:gdLst>
                <a:gd name="T0" fmla="*/ 14 w 14"/>
                <a:gd name="T1" fmla="*/ 6 h 13"/>
                <a:gd name="T2" fmla="*/ 7 w 14"/>
                <a:gd name="T3" fmla="*/ 13 h 13"/>
                <a:gd name="T4" fmla="*/ 0 w 14"/>
                <a:gd name="T5" fmla="*/ 6 h 13"/>
                <a:gd name="T6" fmla="*/ 7 w 14"/>
                <a:gd name="T7" fmla="*/ 0 h 13"/>
                <a:gd name="T8" fmla="*/ 14 w 14"/>
                <a:gd name="T9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14" y="6"/>
                  </a:moveTo>
                  <a:cubicBezTo>
                    <a:pt x="14" y="10"/>
                    <a:pt x="11" y="13"/>
                    <a:pt x="7" y="13"/>
                  </a:cubicBezTo>
                  <a:cubicBezTo>
                    <a:pt x="4" y="13"/>
                    <a:pt x="0" y="10"/>
                    <a:pt x="0" y="6"/>
                  </a:cubicBezTo>
                  <a:cubicBezTo>
                    <a:pt x="1" y="2"/>
                    <a:pt x="4" y="0"/>
                    <a:pt x="7" y="0"/>
                  </a:cubicBezTo>
                  <a:cubicBezTo>
                    <a:pt x="11" y="0"/>
                    <a:pt x="14" y="2"/>
                    <a:pt x="14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6" name="Freeform 323"/>
            <p:cNvSpPr/>
            <p:nvPr/>
          </p:nvSpPr>
          <p:spPr bwMode="auto">
            <a:xfrm>
              <a:off x="10220326" y="7832726"/>
              <a:ext cx="107950" cy="115888"/>
            </a:xfrm>
            <a:custGeom>
              <a:avLst/>
              <a:gdLst>
                <a:gd name="T0" fmla="*/ 0 w 13"/>
                <a:gd name="T1" fmla="*/ 7 h 14"/>
                <a:gd name="T2" fmla="*/ 7 w 13"/>
                <a:gd name="T3" fmla="*/ 1 h 14"/>
                <a:gd name="T4" fmla="*/ 13 w 13"/>
                <a:gd name="T5" fmla="*/ 7 h 14"/>
                <a:gd name="T6" fmla="*/ 7 w 13"/>
                <a:gd name="T7" fmla="*/ 13 h 14"/>
                <a:gd name="T8" fmla="*/ 0 w 13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0" y="7"/>
                  </a:moveTo>
                  <a:cubicBezTo>
                    <a:pt x="0" y="3"/>
                    <a:pt x="3" y="1"/>
                    <a:pt x="7" y="1"/>
                  </a:cubicBezTo>
                  <a:cubicBezTo>
                    <a:pt x="10" y="0"/>
                    <a:pt x="13" y="3"/>
                    <a:pt x="13" y="7"/>
                  </a:cubicBezTo>
                  <a:cubicBezTo>
                    <a:pt x="13" y="10"/>
                    <a:pt x="10" y="13"/>
                    <a:pt x="7" y="13"/>
                  </a:cubicBezTo>
                  <a:cubicBezTo>
                    <a:pt x="3" y="14"/>
                    <a:pt x="0" y="11"/>
                    <a:pt x="0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7" name="Oval 324"/>
            <p:cNvSpPr>
              <a:spLocks noChangeArrowheads="1"/>
            </p:cNvSpPr>
            <p:nvPr/>
          </p:nvSpPr>
          <p:spPr bwMode="auto">
            <a:xfrm>
              <a:off x="12071351" y="6910388"/>
              <a:ext cx="107950" cy="1079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8" name="Oval 325"/>
            <p:cNvSpPr>
              <a:spLocks noChangeArrowheads="1"/>
            </p:cNvSpPr>
            <p:nvPr/>
          </p:nvSpPr>
          <p:spPr bwMode="auto">
            <a:xfrm>
              <a:off x="11150601" y="7840663"/>
              <a:ext cx="106363" cy="1079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9" name="Freeform 326"/>
            <p:cNvSpPr/>
            <p:nvPr/>
          </p:nvSpPr>
          <p:spPr bwMode="auto">
            <a:xfrm>
              <a:off x="12080876" y="5989638"/>
              <a:ext cx="106363" cy="106363"/>
            </a:xfrm>
            <a:custGeom>
              <a:avLst/>
              <a:gdLst>
                <a:gd name="T0" fmla="*/ 13 w 13"/>
                <a:gd name="T1" fmla="*/ 6 h 13"/>
                <a:gd name="T2" fmla="*/ 6 w 13"/>
                <a:gd name="T3" fmla="*/ 13 h 13"/>
                <a:gd name="T4" fmla="*/ 0 w 13"/>
                <a:gd name="T5" fmla="*/ 6 h 13"/>
                <a:gd name="T6" fmla="*/ 6 w 13"/>
                <a:gd name="T7" fmla="*/ 0 h 13"/>
                <a:gd name="T8" fmla="*/ 13 w 13"/>
                <a:gd name="T9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13" y="6"/>
                  </a:moveTo>
                  <a:cubicBezTo>
                    <a:pt x="13" y="10"/>
                    <a:pt x="10" y="12"/>
                    <a:pt x="6" y="13"/>
                  </a:cubicBezTo>
                  <a:cubicBezTo>
                    <a:pt x="3" y="13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3" y="3"/>
                    <a:pt x="1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0" name="Freeform 327"/>
            <p:cNvSpPr/>
            <p:nvPr/>
          </p:nvSpPr>
          <p:spPr bwMode="auto">
            <a:xfrm>
              <a:off x="9645651" y="7486651"/>
              <a:ext cx="106363" cy="107950"/>
            </a:xfrm>
            <a:custGeom>
              <a:avLst/>
              <a:gdLst>
                <a:gd name="T0" fmla="*/ 6 w 13"/>
                <a:gd name="T1" fmla="*/ 13 h 13"/>
                <a:gd name="T2" fmla="*/ 0 w 13"/>
                <a:gd name="T3" fmla="*/ 7 h 13"/>
                <a:gd name="T4" fmla="*/ 6 w 13"/>
                <a:gd name="T5" fmla="*/ 0 h 13"/>
                <a:gd name="T6" fmla="*/ 13 w 13"/>
                <a:gd name="T7" fmla="*/ 6 h 13"/>
                <a:gd name="T8" fmla="*/ 6 w 13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6" y="13"/>
                  </a:move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3" y="3"/>
                    <a:pt x="13" y="6"/>
                  </a:cubicBezTo>
                  <a:cubicBezTo>
                    <a:pt x="13" y="10"/>
                    <a:pt x="10" y="13"/>
                    <a:pt x="6" y="1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1" name="Freeform 328"/>
            <p:cNvSpPr/>
            <p:nvPr/>
          </p:nvSpPr>
          <p:spPr bwMode="auto">
            <a:xfrm>
              <a:off x="11150601" y="5059363"/>
              <a:ext cx="106363" cy="106363"/>
            </a:xfrm>
            <a:custGeom>
              <a:avLst/>
              <a:gdLst>
                <a:gd name="T0" fmla="*/ 7 w 13"/>
                <a:gd name="T1" fmla="*/ 13 h 13"/>
                <a:gd name="T2" fmla="*/ 0 w 13"/>
                <a:gd name="T3" fmla="*/ 7 h 13"/>
                <a:gd name="T4" fmla="*/ 6 w 13"/>
                <a:gd name="T5" fmla="*/ 0 h 13"/>
                <a:gd name="T6" fmla="*/ 13 w 13"/>
                <a:gd name="T7" fmla="*/ 6 h 13"/>
                <a:gd name="T8" fmla="*/ 7 w 13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7" y="13"/>
                  </a:move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3" y="3"/>
                    <a:pt x="13" y="6"/>
                  </a:cubicBezTo>
                  <a:cubicBezTo>
                    <a:pt x="13" y="10"/>
                    <a:pt x="10" y="13"/>
                    <a:pt x="7" y="1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2" name="Freeform 329"/>
            <p:cNvSpPr/>
            <p:nvPr/>
          </p:nvSpPr>
          <p:spPr bwMode="auto">
            <a:xfrm>
              <a:off x="11841163" y="7372351"/>
              <a:ext cx="107950" cy="114300"/>
            </a:xfrm>
            <a:custGeom>
              <a:avLst/>
              <a:gdLst>
                <a:gd name="T0" fmla="*/ 13 w 13"/>
                <a:gd name="T1" fmla="*/ 7 h 14"/>
                <a:gd name="T2" fmla="*/ 7 w 13"/>
                <a:gd name="T3" fmla="*/ 13 h 14"/>
                <a:gd name="T4" fmla="*/ 0 w 13"/>
                <a:gd name="T5" fmla="*/ 7 h 14"/>
                <a:gd name="T6" fmla="*/ 7 w 13"/>
                <a:gd name="T7" fmla="*/ 1 h 14"/>
                <a:gd name="T8" fmla="*/ 13 w 13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3" y="7"/>
                  </a:moveTo>
                  <a:cubicBezTo>
                    <a:pt x="13" y="11"/>
                    <a:pt x="10" y="14"/>
                    <a:pt x="7" y="13"/>
                  </a:cubicBezTo>
                  <a:cubicBezTo>
                    <a:pt x="3" y="13"/>
                    <a:pt x="0" y="10"/>
                    <a:pt x="0" y="7"/>
                  </a:cubicBezTo>
                  <a:cubicBezTo>
                    <a:pt x="1" y="3"/>
                    <a:pt x="4" y="0"/>
                    <a:pt x="7" y="1"/>
                  </a:cubicBezTo>
                  <a:cubicBezTo>
                    <a:pt x="11" y="1"/>
                    <a:pt x="13" y="4"/>
                    <a:pt x="13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3" name="Oval 330"/>
            <p:cNvSpPr>
              <a:spLocks noChangeArrowheads="1"/>
            </p:cNvSpPr>
            <p:nvPr/>
          </p:nvSpPr>
          <p:spPr bwMode="auto">
            <a:xfrm>
              <a:off x="11610976" y="7610476"/>
              <a:ext cx="107950" cy="1079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4" name="Freeform 331"/>
            <p:cNvSpPr/>
            <p:nvPr/>
          </p:nvSpPr>
          <p:spPr bwMode="auto">
            <a:xfrm>
              <a:off x="9299576" y="6910388"/>
              <a:ext cx="106363" cy="107950"/>
            </a:xfrm>
            <a:custGeom>
              <a:avLst/>
              <a:gdLst>
                <a:gd name="T0" fmla="*/ 6 w 13"/>
                <a:gd name="T1" fmla="*/ 13 h 13"/>
                <a:gd name="T2" fmla="*/ 0 w 13"/>
                <a:gd name="T3" fmla="*/ 6 h 13"/>
                <a:gd name="T4" fmla="*/ 6 w 13"/>
                <a:gd name="T5" fmla="*/ 0 h 13"/>
                <a:gd name="T6" fmla="*/ 13 w 13"/>
                <a:gd name="T7" fmla="*/ 6 h 13"/>
                <a:gd name="T8" fmla="*/ 6 w 13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6" y="13"/>
                  </a:moveTo>
                  <a:cubicBezTo>
                    <a:pt x="3" y="13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" y="0"/>
                    <a:pt x="13" y="3"/>
                    <a:pt x="13" y="6"/>
                  </a:cubicBezTo>
                  <a:cubicBezTo>
                    <a:pt x="13" y="10"/>
                    <a:pt x="10" y="13"/>
                    <a:pt x="6" y="1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5" name="Oval 332"/>
            <p:cNvSpPr>
              <a:spLocks noChangeArrowheads="1"/>
            </p:cNvSpPr>
            <p:nvPr/>
          </p:nvSpPr>
          <p:spPr bwMode="auto">
            <a:xfrm>
              <a:off x="9299576" y="5980113"/>
              <a:ext cx="106363" cy="1079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6" name="Freeform 333"/>
            <p:cNvSpPr/>
            <p:nvPr/>
          </p:nvSpPr>
          <p:spPr bwMode="auto">
            <a:xfrm>
              <a:off x="9645651" y="5403851"/>
              <a:ext cx="106363" cy="107950"/>
            </a:xfrm>
            <a:custGeom>
              <a:avLst/>
              <a:gdLst>
                <a:gd name="T0" fmla="*/ 13 w 13"/>
                <a:gd name="T1" fmla="*/ 6 h 13"/>
                <a:gd name="T2" fmla="*/ 7 w 13"/>
                <a:gd name="T3" fmla="*/ 13 h 13"/>
                <a:gd name="T4" fmla="*/ 0 w 13"/>
                <a:gd name="T5" fmla="*/ 7 h 13"/>
                <a:gd name="T6" fmla="*/ 7 w 13"/>
                <a:gd name="T7" fmla="*/ 0 h 13"/>
                <a:gd name="T8" fmla="*/ 13 w 13"/>
                <a:gd name="T9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13" y="6"/>
                  </a:moveTo>
                  <a:cubicBezTo>
                    <a:pt x="13" y="10"/>
                    <a:pt x="10" y="13"/>
                    <a:pt x="7" y="13"/>
                  </a:cubicBez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3" y="3"/>
                    <a:pt x="1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7" name="Oval 334"/>
            <p:cNvSpPr>
              <a:spLocks noChangeArrowheads="1"/>
            </p:cNvSpPr>
            <p:nvPr/>
          </p:nvSpPr>
          <p:spPr bwMode="auto">
            <a:xfrm>
              <a:off x="11726863" y="7496176"/>
              <a:ext cx="106363" cy="984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8" name="Freeform 335"/>
            <p:cNvSpPr/>
            <p:nvPr/>
          </p:nvSpPr>
          <p:spPr bwMode="auto">
            <a:xfrm>
              <a:off x="11849101" y="5519738"/>
              <a:ext cx="100013" cy="106363"/>
            </a:xfrm>
            <a:custGeom>
              <a:avLst/>
              <a:gdLst>
                <a:gd name="T0" fmla="*/ 6 w 12"/>
                <a:gd name="T1" fmla="*/ 0 h 13"/>
                <a:gd name="T2" fmla="*/ 12 w 12"/>
                <a:gd name="T3" fmla="*/ 7 h 13"/>
                <a:gd name="T4" fmla="*/ 6 w 12"/>
                <a:gd name="T5" fmla="*/ 13 h 13"/>
                <a:gd name="T6" fmla="*/ 0 w 12"/>
                <a:gd name="T7" fmla="*/ 7 h 13"/>
                <a:gd name="T8" fmla="*/ 6 w 12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3">
                  <a:moveTo>
                    <a:pt x="6" y="0"/>
                  </a:moveTo>
                  <a:cubicBezTo>
                    <a:pt x="9" y="0"/>
                    <a:pt x="12" y="3"/>
                    <a:pt x="12" y="7"/>
                  </a:cubicBezTo>
                  <a:cubicBezTo>
                    <a:pt x="12" y="10"/>
                    <a:pt x="9" y="13"/>
                    <a:pt x="6" y="13"/>
                  </a:cubicBezTo>
                  <a:cubicBezTo>
                    <a:pt x="2" y="13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9" name="Freeform 336"/>
            <p:cNvSpPr/>
            <p:nvPr/>
          </p:nvSpPr>
          <p:spPr bwMode="auto">
            <a:xfrm>
              <a:off x="11610976" y="5289551"/>
              <a:ext cx="107950" cy="106363"/>
            </a:xfrm>
            <a:custGeom>
              <a:avLst/>
              <a:gdLst>
                <a:gd name="T0" fmla="*/ 13 w 13"/>
                <a:gd name="T1" fmla="*/ 6 h 13"/>
                <a:gd name="T2" fmla="*/ 7 w 13"/>
                <a:gd name="T3" fmla="*/ 13 h 13"/>
                <a:gd name="T4" fmla="*/ 1 w 13"/>
                <a:gd name="T5" fmla="*/ 7 h 13"/>
                <a:gd name="T6" fmla="*/ 7 w 13"/>
                <a:gd name="T7" fmla="*/ 0 h 13"/>
                <a:gd name="T8" fmla="*/ 13 w 13"/>
                <a:gd name="T9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13" y="6"/>
                  </a:moveTo>
                  <a:cubicBezTo>
                    <a:pt x="13" y="10"/>
                    <a:pt x="11" y="13"/>
                    <a:pt x="7" y="13"/>
                  </a:cubicBezTo>
                  <a:cubicBezTo>
                    <a:pt x="4" y="13"/>
                    <a:pt x="1" y="10"/>
                    <a:pt x="1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3" y="3"/>
                    <a:pt x="1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0" name="Oval 337"/>
            <p:cNvSpPr>
              <a:spLocks noChangeArrowheads="1"/>
            </p:cNvSpPr>
            <p:nvPr/>
          </p:nvSpPr>
          <p:spPr bwMode="auto">
            <a:xfrm>
              <a:off x="11734801" y="5403851"/>
              <a:ext cx="98425" cy="1079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1" name="Freeform 338"/>
            <p:cNvSpPr/>
            <p:nvPr/>
          </p:nvSpPr>
          <p:spPr bwMode="auto">
            <a:xfrm>
              <a:off x="9529763" y="7372351"/>
              <a:ext cx="106363" cy="106363"/>
            </a:xfrm>
            <a:custGeom>
              <a:avLst/>
              <a:gdLst>
                <a:gd name="T0" fmla="*/ 6 w 13"/>
                <a:gd name="T1" fmla="*/ 0 h 13"/>
                <a:gd name="T2" fmla="*/ 13 w 13"/>
                <a:gd name="T3" fmla="*/ 6 h 13"/>
                <a:gd name="T4" fmla="*/ 7 w 13"/>
                <a:gd name="T5" fmla="*/ 13 h 13"/>
                <a:gd name="T6" fmla="*/ 0 w 13"/>
                <a:gd name="T7" fmla="*/ 7 h 13"/>
                <a:gd name="T8" fmla="*/ 6 w 13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6" y="0"/>
                  </a:moveTo>
                  <a:cubicBezTo>
                    <a:pt x="10" y="0"/>
                    <a:pt x="12" y="3"/>
                    <a:pt x="13" y="6"/>
                  </a:cubicBezTo>
                  <a:cubicBezTo>
                    <a:pt x="13" y="10"/>
                    <a:pt x="10" y="13"/>
                    <a:pt x="7" y="13"/>
                  </a:cubicBez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2" name="Freeform 339"/>
            <p:cNvSpPr/>
            <p:nvPr/>
          </p:nvSpPr>
          <p:spPr bwMode="auto">
            <a:xfrm>
              <a:off x="10228263" y="5059363"/>
              <a:ext cx="107950" cy="106363"/>
            </a:xfrm>
            <a:custGeom>
              <a:avLst/>
              <a:gdLst>
                <a:gd name="T0" fmla="*/ 6 w 13"/>
                <a:gd name="T1" fmla="*/ 0 h 13"/>
                <a:gd name="T2" fmla="*/ 12 w 13"/>
                <a:gd name="T3" fmla="*/ 6 h 13"/>
                <a:gd name="T4" fmla="*/ 6 w 13"/>
                <a:gd name="T5" fmla="*/ 13 h 13"/>
                <a:gd name="T6" fmla="*/ 0 w 13"/>
                <a:gd name="T7" fmla="*/ 6 h 13"/>
                <a:gd name="T8" fmla="*/ 6 w 13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6" y="0"/>
                  </a:moveTo>
                  <a:cubicBezTo>
                    <a:pt x="9" y="0"/>
                    <a:pt x="12" y="2"/>
                    <a:pt x="12" y="6"/>
                  </a:cubicBezTo>
                  <a:cubicBezTo>
                    <a:pt x="13" y="10"/>
                    <a:pt x="10" y="13"/>
                    <a:pt x="6" y="13"/>
                  </a:cubicBezTo>
                  <a:cubicBezTo>
                    <a:pt x="2" y="13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3" name="Freeform 340"/>
            <p:cNvSpPr/>
            <p:nvPr/>
          </p:nvSpPr>
          <p:spPr bwMode="auto">
            <a:xfrm>
              <a:off x="9759951" y="7602538"/>
              <a:ext cx="106363" cy="106363"/>
            </a:xfrm>
            <a:custGeom>
              <a:avLst/>
              <a:gdLst>
                <a:gd name="T0" fmla="*/ 6 w 13"/>
                <a:gd name="T1" fmla="*/ 13 h 13"/>
                <a:gd name="T2" fmla="*/ 0 w 13"/>
                <a:gd name="T3" fmla="*/ 7 h 13"/>
                <a:gd name="T4" fmla="*/ 7 w 13"/>
                <a:gd name="T5" fmla="*/ 0 h 13"/>
                <a:gd name="T6" fmla="*/ 13 w 13"/>
                <a:gd name="T7" fmla="*/ 7 h 13"/>
                <a:gd name="T8" fmla="*/ 6 w 13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6" y="13"/>
                  </a:move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1"/>
                    <a:pt x="13" y="4"/>
                    <a:pt x="13" y="7"/>
                  </a:cubicBezTo>
                  <a:cubicBezTo>
                    <a:pt x="13" y="11"/>
                    <a:pt x="10" y="13"/>
                    <a:pt x="6" y="1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4" name="Oval 341"/>
            <p:cNvSpPr>
              <a:spLocks noChangeArrowheads="1"/>
            </p:cNvSpPr>
            <p:nvPr/>
          </p:nvSpPr>
          <p:spPr bwMode="auto">
            <a:xfrm>
              <a:off x="9759951" y="5289551"/>
              <a:ext cx="106363" cy="1063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5" name="Freeform 342"/>
            <p:cNvSpPr/>
            <p:nvPr/>
          </p:nvSpPr>
          <p:spPr bwMode="auto">
            <a:xfrm>
              <a:off x="10574338" y="7956551"/>
              <a:ext cx="98425" cy="98425"/>
            </a:xfrm>
            <a:custGeom>
              <a:avLst/>
              <a:gdLst>
                <a:gd name="T0" fmla="*/ 0 w 12"/>
                <a:gd name="T1" fmla="*/ 6 h 12"/>
                <a:gd name="T2" fmla="*/ 6 w 12"/>
                <a:gd name="T3" fmla="*/ 0 h 12"/>
                <a:gd name="T4" fmla="*/ 12 w 12"/>
                <a:gd name="T5" fmla="*/ 6 h 12"/>
                <a:gd name="T6" fmla="*/ 6 w 12"/>
                <a:gd name="T7" fmla="*/ 12 h 12"/>
                <a:gd name="T8" fmla="*/ 0 w 12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9"/>
                    <a:pt x="9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6" name="Freeform 343"/>
            <p:cNvSpPr/>
            <p:nvPr/>
          </p:nvSpPr>
          <p:spPr bwMode="auto">
            <a:xfrm>
              <a:off x="9529763" y="5519738"/>
              <a:ext cx="106363" cy="106363"/>
            </a:xfrm>
            <a:custGeom>
              <a:avLst/>
              <a:gdLst>
                <a:gd name="T0" fmla="*/ 7 w 13"/>
                <a:gd name="T1" fmla="*/ 13 h 13"/>
                <a:gd name="T2" fmla="*/ 0 w 13"/>
                <a:gd name="T3" fmla="*/ 7 h 13"/>
                <a:gd name="T4" fmla="*/ 7 w 13"/>
                <a:gd name="T5" fmla="*/ 0 h 13"/>
                <a:gd name="T6" fmla="*/ 13 w 13"/>
                <a:gd name="T7" fmla="*/ 6 h 13"/>
                <a:gd name="T8" fmla="*/ 7 w 13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7" y="13"/>
                  </a:move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3" y="3"/>
                    <a:pt x="13" y="6"/>
                  </a:cubicBezTo>
                  <a:cubicBezTo>
                    <a:pt x="13" y="10"/>
                    <a:pt x="10" y="13"/>
                    <a:pt x="7" y="1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7" name="Freeform 344"/>
            <p:cNvSpPr/>
            <p:nvPr/>
          </p:nvSpPr>
          <p:spPr bwMode="auto">
            <a:xfrm>
              <a:off x="9875838" y="7718426"/>
              <a:ext cx="106363" cy="106363"/>
            </a:xfrm>
            <a:custGeom>
              <a:avLst/>
              <a:gdLst>
                <a:gd name="T0" fmla="*/ 0 w 13"/>
                <a:gd name="T1" fmla="*/ 7 h 13"/>
                <a:gd name="T2" fmla="*/ 7 w 13"/>
                <a:gd name="T3" fmla="*/ 1 h 13"/>
                <a:gd name="T4" fmla="*/ 13 w 13"/>
                <a:gd name="T5" fmla="*/ 7 h 13"/>
                <a:gd name="T6" fmla="*/ 6 w 13"/>
                <a:gd name="T7" fmla="*/ 13 h 13"/>
                <a:gd name="T8" fmla="*/ 0 w 13"/>
                <a:gd name="T9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0" y="7"/>
                  </a:moveTo>
                  <a:cubicBezTo>
                    <a:pt x="0" y="3"/>
                    <a:pt x="3" y="0"/>
                    <a:pt x="7" y="1"/>
                  </a:cubicBezTo>
                  <a:cubicBezTo>
                    <a:pt x="10" y="1"/>
                    <a:pt x="13" y="4"/>
                    <a:pt x="13" y="7"/>
                  </a:cubicBezTo>
                  <a:cubicBezTo>
                    <a:pt x="13" y="10"/>
                    <a:pt x="10" y="13"/>
                    <a:pt x="6" y="13"/>
                  </a:cubicBezTo>
                  <a:cubicBezTo>
                    <a:pt x="3" y="13"/>
                    <a:pt x="0" y="10"/>
                    <a:pt x="0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8" name="Freeform 345"/>
            <p:cNvSpPr/>
            <p:nvPr/>
          </p:nvSpPr>
          <p:spPr bwMode="auto">
            <a:xfrm>
              <a:off x="10804526" y="7956551"/>
              <a:ext cx="98425" cy="106363"/>
            </a:xfrm>
            <a:custGeom>
              <a:avLst/>
              <a:gdLst>
                <a:gd name="T0" fmla="*/ 6 w 12"/>
                <a:gd name="T1" fmla="*/ 13 h 13"/>
                <a:gd name="T2" fmla="*/ 0 w 12"/>
                <a:gd name="T3" fmla="*/ 6 h 13"/>
                <a:gd name="T4" fmla="*/ 6 w 12"/>
                <a:gd name="T5" fmla="*/ 0 h 13"/>
                <a:gd name="T6" fmla="*/ 12 w 12"/>
                <a:gd name="T7" fmla="*/ 6 h 13"/>
                <a:gd name="T8" fmla="*/ 6 w 12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3">
                  <a:moveTo>
                    <a:pt x="6" y="13"/>
                  </a:moveTo>
                  <a:cubicBezTo>
                    <a:pt x="2" y="13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0"/>
                    <a:pt x="9" y="13"/>
                    <a:pt x="6" y="1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9" name="Freeform 346"/>
            <p:cNvSpPr/>
            <p:nvPr/>
          </p:nvSpPr>
          <p:spPr bwMode="auto">
            <a:xfrm>
              <a:off x="11957051" y="7264401"/>
              <a:ext cx="106363" cy="100013"/>
            </a:xfrm>
            <a:custGeom>
              <a:avLst/>
              <a:gdLst>
                <a:gd name="T0" fmla="*/ 7 w 13"/>
                <a:gd name="T1" fmla="*/ 12 h 12"/>
                <a:gd name="T2" fmla="*/ 1 w 13"/>
                <a:gd name="T3" fmla="*/ 6 h 12"/>
                <a:gd name="T4" fmla="*/ 7 w 13"/>
                <a:gd name="T5" fmla="*/ 0 h 12"/>
                <a:gd name="T6" fmla="*/ 13 w 13"/>
                <a:gd name="T7" fmla="*/ 6 h 12"/>
                <a:gd name="T8" fmla="*/ 7 w 13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2">
                  <a:moveTo>
                    <a:pt x="7" y="12"/>
                  </a:moveTo>
                  <a:cubicBezTo>
                    <a:pt x="3" y="12"/>
                    <a:pt x="1" y="10"/>
                    <a:pt x="1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10" y="0"/>
                    <a:pt x="13" y="2"/>
                    <a:pt x="13" y="6"/>
                  </a:cubicBezTo>
                  <a:cubicBezTo>
                    <a:pt x="13" y="9"/>
                    <a:pt x="10" y="12"/>
                    <a:pt x="7" y="1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0" name="Freeform 347"/>
            <p:cNvSpPr/>
            <p:nvPr/>
          </p:nvSpPr>
          <p:spPr bwMode="auto">
            <a:xfrm>
              <a:off x="11496676" y="7726363"/>
              <a:ext cx="106363" cy="106363"/>
            </a:xfrm>
            <a:custGeom>
              <a:avLst/>
              <a:gdLst>
                <a:gd name="T0" fmla="*/ 6 w 13"/>
                <a:gd name="T1" fmla="*/ 12 h 13"/>
                <a:gd name="T2" fmla="*/ 0 w 13"/>
                <a:gd name="T3" fmla="*/ 6 h 13"/>
                <a:gd name="T4" fmla="*/ 7 w 13"/>
                <a:gd name="T5" fmla="*/ 0 h 13"/>
                <a:gd name="T6" fmla="*/ 13 w 13"/>
                <a:gd name="T7" fmla="*/ 6 h 13"/>
                <a:gd name="T8" fmla="*/ 6 w 13"/>
                <a:gd name="T9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6" y="12"/>
                  </a:move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3" y="3"/>
                    <a:pt x="13" y="6"/>
                  </a:cubicBezTo>
                  <a:cubicBezTo>
                    <a:pt x="13" y="10"/>
                    <a:pt x="10" y="13"/>
                    <a:pt x="6" y="1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1" name="Freeform 348"/>
            <p:cNvSpPr/>
            <p:nvPr/>
          </p:nvSpPr>
          <p:spPr bwMode="auto">
            <a:xfrm>
              <a:off x="9413876" y="7256463"/>
              <a:ext cx="107950" cy="107950"/>
            </a:xfrm>
            <a:custGeom>
              <a:avLst/>
              <a:gdLst>
                <a:gd name="T0" fmla="*/ 6 w 13"/>
                <a:gd name="T1" fmla="*/ 0 h 13"/>
                <a:gd name="T2" fmla="*/ 12 w 13"/>
                <a:gd name="T3" fmla="*/ 7 h 13"/>
                <a:gd name="T4" fmla="*/ 6 w 13"/>
                <a:gd name="T5" fmla="*/ 13 h 13"/>
                <a:gd name="T6" fmla="*/ 0 w 13"/>
                <a:gd name="T7" fmla="*/ 7 h 13"/>
                <a:gd name="T8" fmla="*/ 6 w 13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6" y="0"/>
                  </a:moveTo>
                  <a:cubicBezTo>
                    <a:pt x="10" y="0"/>
                    <a:pt x="13" y="3"/>
                    <a:pt x="12" y="7"/>
                  </a:cubicBezTo>
                  <a:cubicBezTo>
                    <a:pt x="12" y="10"/>
                    <a:pt x="9" y="13"/>
                    <a:pt x="6" y="13"/>
                  </a:cubicBezTo>
                  <a:cubicBezTo>
                    <a:pt x="2" y="13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2" name="Oval 349"/>
            <p:cNvSpPr>
              <a:spLocks noChangeArrowheads="1"/>
            </p:cNvSpPr>
            <p:nvPr/>
          </p:nvSpPr>
          <p:spPr bwMode="auto">
            <a:xfrm>
              <a:off x="12195176" y="6565901"/>
              <a:ext cx="98425" cy="1063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3" name="Freeform 350"/>
            <p:cNvSpPr/>
            <p:nvPr/>
          </p:nvSpPr>
          <p:spPr bwMode="auto">
            <a:xfrm>
              <a:off x="12195176" y="6334126"/>
              <a:ext cx="107950" cy="107950"/>
            </a:xfrm>
            <a:custGeom>
              <a:avLst/>
              <a:gdLst>
                <a:gd name="T0" fmla="*/ 13 w 13"/>
                <a:gd name="T1" fmla="*/ 6 h 13"/>
                <a:gd name="T2" fmla="*/ 6 w 13"/>
                <a:gd name="T3" fmla="*/ 13 h 13"/>
                <a:gd name="T4" fmla="*/ 0 w 13"/>
                <a:gd name="T5" fmla="*/ 6 h 13"/>
                <a:gd name="T6" fmla="*/ 6 w 13"/>
                <a:gd name="T7" fmla="*/ 0 h 13"/>
                <a:gd name="T8" fmla="*/ 13 w 13"/>
                <a:gd name="T9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13" y="6"/>
                  </a:moveTo>
                  <a:cubicBezTo>
                    <a:pt x="12" y="10"/>
                    <a:pt x="10" y="13"/>
                    <a:pt x="6" y="13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3" y="3"/>
                    <a:pt x="1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4" name="Freeform 351"/>
            <p:cNvSpPr/>
            <p:nvPr/>
          </p:nvSpPr>
          <p:spPr bwMode="auto">
            <a:xfrm>
              <a:off x="11964988" y="5643563"/>
              <a:ext cx="98425" cy="98425"/>
            </a:xfrm>
            <a:custGeom>
              <a:avLst/>
              <a:gdLst>
                <a:gd name="T0" fmla="*/ 12 w 12"/>
                <a:gd name="T1" fmla="*/ 6 h 12"/>
                <a:gd name="T2" fmla="*/ 6 w 12"/>
                <a:gd name="T3" fmla="*/ 12 h 12"/>
                <a:gd name="T4" fmla="*/ 0 w 12"/>
                <a:gd name="T5" fmla="*/ 6 h 12"/>
                <a:gd name="T6" fmla="*/ 6 w 12"/>
                <a:gd name="T7" fmla="*/ 0 h 12"/>
                <a:gd name="T8" fmla="*/ 12 w 12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10"/>
                    <a:pt x="10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5" name="Freeform 352"/>
            <p:cNvSpPr/>
            <p:nvPr/>
          </p:nvSpPr>
          <p:spPr bwMode="auto">
            <a:xfrm>
              <a:off x="9413876" y="5635626"/>
              <a:ext cx="107950" cy="106363"/>
            </a:xfrm>
            <a:custGeom>
              <a:avLst/>
              <a:gdLst>
                <a:gd name="T0" fmla="*/ 13 w 13"/>
                <a:gd name="T1" fmla="*/ 7 h 13"/>
                <a:gd name="T2" fmla="*/ 6 w 13"/>
                <a:gd name="T3" fmla="*/ 13 h 13"/>
                <a:gd name="T4" fmla="*/ 0 w 13"/>
                <a:gd name="T5" fmla="*/ 6 h 13"/>
                <a:gd name="T6" fmla="*/ 6 w 13"/>
                <a:gd name="T7" fmla="*/ 0 h 13"/>
                <a:gd name="T8" fmla="*/ 13 w 13"/>
                <a:gd name="T9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13" y="7"/>
                  </a:moveTo>
                  <a:cubicBezTo>
                    <a:pt x="13" y="10"/>
                    <a:pt x="10" y="13"/>
                    <a:pt x="6" y="13"/>
                  </a:cubicBezTo>
                  <a:cubicBezTo>
                    <a:pt x="3" y="13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3" y="3"/>
                    <a:pt x="13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6" name="Freeform 353"/>
            <p:cNvSpPr/>
            <p:nvPr/>
          </p:nvSpPr>
          <p:spPr bwMode="auto">
            <a:xfrm>
              <a:off x="9183688" y="6334126"/>
              <a:ext cx="107950" cy="100013"/>
            </a:xfrm>
            <a:custGeom>
              <a:avLst/>
              <a:gdLst>
                <a:gd name="T0" fmla="*/ 13 w 13"/>
                <a:gd name="T1" fmla="*/ 6 h 12"/>
                <a:gd name="T2" fmla="*/ 6 w 13"/>
                <a:gd name="T3" fmla="*/ 12 h 12"/>
                <a:gd name="T4" fmla="*/ 0 w 13"/>
                <a:gd name="T5" fmla="*/ 6 h 12"/>
                <a:gd name="T6" fmla="*/ 6 w 13"/>
                <a:gd name="T7" fmla="*/ 0 h 12"/>
                <a:gd name="T8" fmla="*/ 13 w 13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2">
                  <a:moveTo>
                    <a:pt x="13" y="6"/>
                  </a:moveTo>
                  <a:cubicBezTo>
                    <a:pt x="13" y="9"/>
                    <a:pt x="10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2"/>
                    <a:pt x="1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7" name="Freeform 354"/>
            <p:cNvSpPr/>
            <p:nvPr/>
          </p:nvSpPr>
          <p:spPr bwMode="auto">
            <a:xfrm>
              <a:off x="9183688" y="6565901"/>
              <a:ext cx="107950" cy="98425"/>
            </a:xfrm>
            <a:custGeom>
              <a:avLst/>
              <a:gdLst>
                <a:gd name="T0" fmla="*/ 13 w 13"/>
                <a:gd name="T1" fmla="*/ 6 h 12"/>
                <a:gd name="T2" fmla="*/ 6 w 13"/>
                <a:gd name="T3" fmla="*/ 12 h 12"/>
                <a:gd name="T4" fmla="*/ 0 w 13"/>
                <a:gd name="T5" fmla="*/ 6 h 12"/>
                <a:gd name="T6" fmla="*/ 6 w 13"/>
                <a:gd name="T7" fmla="*/ 0 h 12"/>
                <a:gd name="T8" fmla="*/ 13 w 13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2">
                  <a:moveTo>
                    <a:pt x="13" y="6"/>
                  </a:moveTo>
                  <a:cubicBezTo>
                    <a:pt x="13" y="10"/>
                    <a:pt x="10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3" y="3"/>
                    <a:pt x="1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8" name="Oval 355"/>
            <p:cNvSpPr>
              <a:spLocks noChangeArrowheads="1"/>
            </p:cNvSpPr>
            <p:nvPr/>
          </p:nvSpPr>
          <p:spPr bwMode="auto">
            <a:xfrm>
              <a:off x="10574338" y="4943476"/>
              <a:ext cx="98425" cy="1063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9" name="Oval 356"/>
            <p:cNvSpPr>
              <a:spLocks noChangeArrowheads="1"/>
            </p:cNvSpPr>
            <p:nvPr/>
          </p:nvSpPr>
          <p:spPr bwMode="auto">
            <a:xfrm>
              <a:off x="11504613" y="5173663"/>
              <a:ext cx="98425" cy="1079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" name="Oval 357"/>
            <p:cNvSpPr>
              <a:spLocks noChangeArrowheads="1"/>
            </p:cNvSpPr>
            <p:nvPr/>
          </p:nvSpPr>
          <p:spPr bwMode="auto">
            <a:xfrm>
              <a:off x="10804526" y="4943476"/>
              <a:ext cx="107950" cy="1063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1" name="Freeform 358"/>
            <p:cNvSpPr/>
            <p:nvPr/>
          </p:nvSpPr>
          <p:spPr bwMode="auto">
            <a:xfrm>
              <a:off x="11034713" y="7956551"/>
              <a:ext cx="107950" cy="106363"/>
            </a:xfrm>
            <a:custGeom>
              <a:avLst/>
              <a:gdLst>
                <a:gd name="T0" fmla="*/ 0 w 13"/>
                <a:gd name="T1" fmla="*/ 6 h 13"/>
                <a:gd name="T2" fmla="*/ 6 w 13"/>
                <a:gd name="T3" fmla="*/ 0 h 13"/>
                <a:gd name="T4" fmla="*/ 12 w 13"/>
                <a:gd name="T5" fmla="*/ 6 h 13"/>
                <a:gd name="T6" fmla="*/ 6 w 13"/>
                <a:gd name="T7" fmla="*/ 13 h 13"/>
                <a:gd name="T8" fmla="*/ 0 w 13"/>
                <a:gd name="T9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0" y="6"/>
                  </a:move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3" y="3"/>
                    <a:pt x="12" y="6"/>
                  </a:cubicBezTo>
                  <a:cubicBezTo>
                    <a:pt x="12" y="10"/>
                    <a:pt x="10" y="13"/>
                    <a:pt x="6" y="13"/>
                  </a:cubicBezTo>
                  <a:cubicBezTo>
                    <a:pt x="3" y="13"/>
                    <a:pt x="0" y="10"/>
                    <a:pt x="0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2" name="Freeform 359"/>
            <p:cNvSpPr/>
            <p:nvPr/>
          </p:nvSpPr>
          <p:spPr bwMode="auto">
            <a:xfrm>
              <a:off x="9875838" y="5173663"/>
              <a:ext cx="106363" cy="107950"/>
            </a:xfrm>
            <a:custGeom>
              <a:avLst/>
              <a:gdLst>
                <a:gd name="T0" fmla="*/ 13 w 13"/>
                <a:gd name="T1" fmla="*/ 6 h 13"/>
                <a:gd name="T2" fmla="*/ 7 w 13"/>
                <a:gd name="T3" fmla="*/ 13 h 13"/>
                <a:gd name="T4" fmla="*/ 0 w 13"/>
                <a:gd name="T5" fmla="*/ 6 h 13"/>
                <a:gd name="T6" fmla="*/ 7 w 13"/>
                <a:gd name="T7" fmla="*/ 0 h 13"/>
                <a:gd name="T8" fmla="*/ 13 w 13"/>
                <a:gd name="T9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13" y="6"/>
                  </a:moveTo>
                  <a:cubicBezTo>
                    <a:pt x="13" y="10"/>
                    <a:pt x="10" y="13"/>
                    <a:pt x="7" y="13"/>
                  </a:cubicBezTo>
                  <a:cubicBezTo>
                    <a:pt x="3" y="13"/>
                    <a:pt x="0" y="10"/>
                    <a:pt x="0" y="6"/>
                  </a:cubicBezTo>
                  <a:cubicBezTo>
                    <a:pt x="1" y="3"/>
                    <a:pt x="3" y="0"/>
                    <a:pt x="7" y="0"/>
                  </a:cubicBezTo>
                  <a:cubicBezTo>
                    <a:pt x="10" y="0"/>
                    <a:pt x="13" y="3"/>
                    <a:pt x="1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3" name="Freeform 360"/>
            <p:cNvSpPr/>
            <p:nvPr/>
          </p:nvSpPr>
          <p:spPr bwMode="auto">
            <a:xfrm>
              <a:off x="12195176" y="6796088"/>
              <a:ext cx="98425" cy="106363"/>
            </a:xfrm>
            <a:custGeom>
              <a:avLst/>
              <a:gdLst>
                <a:gd name="T0" fmla="*/ 6 w 12"/>
                <a:gd name="T1" fmla="*/ 0 h 13"/>
                <a:gd name="T2" fmla="*/ 12 w 12"/>
                <a:gd name="T3" fmla="*/ 6 h 13"/>
                <a:gd name="T4" fmla="*/ 6 w 12"/>
                <a:gd name="T5" fmla="*/ 13 h 13"/>
                <a:gd name="T6" fmla="*/ 0 w 12"/>
                <a:gd name="T7" fmla="*/ 7 h 13"/>
                <a:gd name="T8" fmla="*/ 6 w 12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3">
                  <a:moveTo>
                    <a:pt x="6" y="0"/>
                  </a:moveTo>
                  <a:cubicBezTo>
                    <a:pt x="9" y="0"/>
                    <a:pt x="12" y="3"/>
                    <a:pt x="12" y="6"/>
                  </a:cubicBezTo>
                  <a:cubicBezTo>
                    <a:pt x="12" y="10"/>
                    <a:pt x="10" y="13"/>
                    <a:pt x="6" y="13"/>
                  </a:cubicBez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2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4" name="Oval 361"/>
            <p:cNvSpPr>
              <a:spLocks noChangeArrowheads="1"/>
            </p:cNvSpPr>
            <p:nvPr/>
          </p:nvSpPr>
          <p:spPr bwMode="auto">
            <a:xfrm>
              <a:off x="12195176" y="6103938"/>
              <a:ext cx="98425" cy="984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5" name="Freeform 362"/>
            <p:cNvSpPr/>
            <p:nvPr/>
          </p:nvSpPr>
          <p:spPr bwMode="auto">
            <a:xfrm>
              <a:off x="9990138" y="7840663"/>
              <a:ext cx="107950" cy="100013"/>
            </a:xfrm>
            <a:custGeom>
              <a:avLst/>
              <a:gdLst>
                <a:gd name="T0" fmla="*/ 13 w 13"/>
                <a:gd name="T1" fmla="*/ 6 h 12"/>
                <a:gd name="T2" fmla="*/ 7 w 13"/>
                <a:gd name="T3" fmla="*/ 12 h 12"/>
                <a:gd name="T4" fmla="*/ 0 w 13"/>
                <a:gd name="T5" fmla="*/ 6 h 12"/>
                <a:gd name="T6" fmla="*/ 6 w 13"/>
                <a:gd name="T7" fmla="*/ 0 h 12"/>
                <a:gd name="T8" fmla="*/ 13 w 13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2">
                  <a:moveTo>
                    <a:pt x="13" y="6"/>
                  </a:moveTo>
                  <a:cubicBezTo>
                    <a:pt x="13" y="9"/>
                    <a:pt x="10" y="12"/>
                    <a:pt x="7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3" y="2"/>
                    <a:pt x="1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6" name="Freeform 363"/>
            <p:cNvSpPr/>
            <p:nvPr/>
          </p:nvSpPr>
          <p:spPr bwMode="auto">
            <a:xfrm>
              <a:off x="10336213" y="7956551"/>
              <a:ext cx="106363" cy="98425"/>
            </a:xfrm>
            <a:custGeom>
              <a:avLst/>
              <a:gdLst>
                <a:gd name="T0" fmla="*/ 1 w 13"/>
                <a:gd name="T1" fmla="*/ 6 h 12"/>
                <a:gd name="T2" fmla="*/ 7 w 13"/>
                <a:gd name="T3" fmla="*/ 0 h 12"/>
                <a:gd name="T4" fmla="*/ 13 w 13"/>
                <a:gd name="T5" fmla="*/ 6 h 12"/>
                <a:gd name="T6" fmla="*/ 6 w 13"/>
                <a:gd name="T7" fmla="*/ 12 h 12"/>
                <a:gd name="T8" fmla="*/ 1 w 13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2">
                  <a:moveTo>
                    <a:pt x="1" y="6"/>
                  </a:moveTo>
                  <a:cubicBezTo>
                    <a:pt x="1" y="2"/>
                    <a:pt x="3" y="0"/>
                    <a:pt x="7" y="0"/>
                  </a:cubicBezTo>
                  <a:cubicBezTo>
                    <a:pt x="10" y="0"/>
                    <a:pt x="13" y="3"/>
                    <a:pt x="13" y="6"/>
                  </a:cubicBezTo>
                  <a:cubicBezTo>
                    <a:pt x="13" y="10"/>
                    <a:pt x="10" y="12"/>
                    <a:pt x="6" y="12"/>
                  </a:cubicBezTo>
                  <a:cubicBezTo>
                    <a:pt x="3" y="12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7" name="Freeform 364"/>
            <p:cNvSpPr/>
            <p:nvPr/>
          </p:nvSpPr>
          <p:spPr bwMode="auto">
            <a:xfrm>
              <a:off x="9299576" y="7142163"/>
              <a:ext cx="98425" cy="106363"/>
            </a:xfrm>
            <a:custGeom>
              <a:avLst/>
              <a:gdLst>
                <a:gd name="T0" fmla="*/ 6 w 12"/>
                <a:gd name="T1" fmla="*/ 13 h 13"/>
                <a:gd name="T2" fmla="*/ 0 w 12"/>
                <a:gd name="T3" fmla="*/ 6 h 13"/>
                <a:gd name="T4" fmla="*/ 6 w 12"/>
                <a:gd name="T5" fmla="*/ 0 h 13"/>
                <a:gd name="T6" fmla="*/ 12 w 12"/>
                <a:gd name="T7" fmla="*/ 7 h 13"/>
                <a:gd name="T8" fmla="*/ 6 w 12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3">
                  <a:moveTo>
                    <a:pt x="6" y="13"/>
                  </a:moveTo>
                  <a:cubicBezTo>
                    <a:pt x="3" y="13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7"/>
                  </a:cubicBezTo>
                  <a:cubicBezTo>
                    <a:pt x="12" y="10"/>
                    <a:pt x="9" y="13"/>
                    <a:pt x="6" y="1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8" name="Freeform 365"/>
            <p:cNvSpPr/>
            <p:nvPr/>
          </p:nvSpPr>
          <p:spPr bwMode="auto">
            <a:xfrm>
              <a:off x="12080876" y="7150101"/>
              <a:ext cx="98425" cy="98425"/>
            </a:xfrm>
            <a:custGeom>
              <a:avLst/>
              <a:gdLst>
                <a:gd name="T0" fmla="*/ 12 w 12"/>
                <a:gd name="T1" fmla="*/ 6 h 12"/>
                <a:gd name="T2" fmla="*/ 6 w 12"/>
                <a:gd name="T3" fmla="*/ 12 h 12"/>
                <a:gd name="T4" fmla="*/ 0 w 12"/>
                <a:gd name="T5" fmla="*/ 6 h 12"/>
                <a:gd name="T6" fmla="*/ 6 w 12"/>
                <a:gd name="T7" fmla="*/ 0 h 12"/>
                <a:gd name="T8" fmla="*/ 12 w 12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9" name="Freeform 366"/>
            <p:cNvSpPr/>
            <p:nvPr/>
          </p:nvSpPr>
          <p:spPr bwMode="auto">
            <a:xfrm>
              <a:off x="11034713" y="4943476"/>
              <a:ext cx="107950" cy="106363"/>
            </a:xfrm>
            <a:custGeom>
              <a:avLst/>
              <a:gdLst>
                <a:gd name="T0" fmla="*/ 13 w 13"/>
                <a:gd name="T1" fmla="*/ 6 h 13"/>
                <a:gd name="T2" fmla="*/ 7 w 13"/>
                <a:gd name="T3" fmla="*/ 13 h 13"/>
                <a:gd name="T4" fmla="*/ 0 w 13"/>
                <a:gd name="T5" fmla="*/ 6 h 13"/>
                <a:gd name="T6" fmla="*/ 6 w 13"/>
                <a:gd name="T7" fmla="*/ 0 h 13"/>
                <a:gd name="T8" fmla="*/ 13 w 13"/>
                <a:gd name="T9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13" y="6"/>
                  </a:moveTo>
                  <a:cubicBezTo>
                    <a:pt x="13" y="10"/>
                    <a:pt x="10" y="13"/>
                    <a:pt x="7" y="13"/>
                  </a:cubicBezTo>
                  <a:cubicBezTo>
                    <a:pt x="3" y="13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3" y="3"/>
                    <a:pt x="1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0" name="Freeform 367"/>
            <p:cNvSpPr/>
            <p:nvPr/>
          </p:nvSpPr>
          <p:spPr bwMode="auto">
            <a:xfrm>
              <a:off x="9299576" y="5749926"/>
              <a:ext cx="106363" cy="107950"/>
            </a:xfrm>
            <a:custGeom>
              <a:avLst/>
              <a:gdLst>
                <a:gd name="T0" fmla="*/ 6 w 13"/>
                <a:gd name="T1" fmla="*/ 0 h 13"/>
                <a:gd name="T2" fmla="*/ 13 w 13"/>
                <a:gd name="T3" fmla="*/ 7 h 13"/>
                <a:gd name="T4" fmla="*/ 6 w 13"/>
                <a:gd name="T5" fmla="*/ 13 h 13"/>
                <a:gd name="T6" fmla="*/ 0 w 13"/>
                <a:gd name="T7" fmla="*/ 7 h 13"/>
                <a:gd name="T8" fmla="*/ 6 w 13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6" y="0"/>
                  </a:moveTo>
                  <a:cubicBezTo>
                    <a:pt x="10" y="0"/>
                    <a:pt x="13" y="3"/>
                    <a:pt x="13" y="7"/>
                  </a:cubicBezTo>
                  <a:cubicBezTo>
                    <a:pt x="12" y="10"/>
                    <a:pt x="10" y="13"/>
                    <a:pt x="6" y="13"/>
                  </a:cubicBez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1" name="Oval 368"/>
            <p:cNvSpPr>
              <a:spLocks noChangeArrowheads="1"/>
            </p:cNvSpPr>
            <p:nvPr/>
          </p:nvSpPr>
          <p:spPr bwMode="auto">
            <a:xfrm>
              <a:off x="11380788" y="7840663"/>
              <a:ext cx="106363" cy="10001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2" name="Freeform 369"/>
            <p:cNvSpPr/>
            <p:nvPr/>
          </p:nvSpPr>
          <p:spPr bwMode="auto">
            <a:xfrm>
              <a:off x="9183688" y="6796088"/>
              <a:ext cx="98425" cy="98425"/>
            </a:xfrm>
            <a:custGeom>
              <a:avLst/>
              <a:gdLst>
                <a:gd name="T0" fmla="*/ 6 w 12"/>
                <a:gd name="T1" fmla="*/ 0 h 12"/>
                <a:gd name="T2" fmla="*/ 12 w 12"/>
                <a:gd name="T3" fmla="*/ 6 h 12"/>
                <a:gd name="T4" fmla="*/ 6 w 12"/>
                <a:gd name="T5" fmla="*/ 12 h 12"/>
                <a:gd name="T6" fmla="*/ 0 w 12"/>
                <a:gd name="T7" fmla="*/ 6 h 12"/>
                <a:gd name="T8" fmla="*/ 6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9" y="0"/>
                    <a:pt x="12" y="3"/>
                    <a:pt x="12" y="6"/>
                  </a:cubicBezTo>
                  <a:cubicBezTo>
                    <a:pt x="12" y="10"/>
                    <a:pt x="9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3" name="Oval 370"/>
            <p:cNvSpPr>
              <a:spLocks noChangeArrowheads="1"/>
            </p:cNvSpPr>
            <p:nvPr/>
          </p:nvSpPr>
          <p:spPr bwMode="auto">
            <a:xfrm>
              <a:off x="9183688" y="6103938"/>
              <a:ext cx="98425" cy="984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4" name="Freeform 371"/>
            <p:cNvSpPr/>
            <p:nvPr/>
          </p:nvSpPr>
          <p:spPr bwMode="auto">
            <a:xfrm>
              <a:off x="12080876" y="5757863"/>
              <a:ext cx="98425" cy="100013"/>
            </a:xfrm>
            <a:custGeom>
              <a:avLst/>
              <a:gdLst>
                <a:gd name="T0" fmla="*/ 6 w 12"/>
                <a:gd name="T1" fmla="*/ 0 h 12"/>
                <a:gd name="T2" fmla="*/ 12 w 12"/>
                <a:gd name="T3" fmla="*/ 6 h 12"/>
                <a:gd name="T4" fmla="*/ 6 w 12"/>
                <a:gd name="T5" fmla="*/ 12 h 12"/>
                <a:gd name="T6" fmla="*/ 0 w 12"/>
                <a:gd name="T7" fmla="*/ 6 h 12"/>
                <a:gd name="T8" fmla="*/ 6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10" y="0"/>
                    <a:pt x="12" y="3"/>
                    <a:pt x="12" y="6"/>
                  </a:cubicBezTo>
                  <a:cubicBezTo>
                    <a:pt x="12" y="9"/>
                    <a:pt x="10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5" name="Freeform 372"/>
            <p:cNvSpPr/>
            <p:nvPr/>
          </p:nvSpPr>
          <p:spPr bwMode="auto">
            <a:xfrm>
              <a:off x="10344151" y="4943476"/>
              <a:ext cx="98425" cy="98425"/>
            </a:xfrm>
            <a:custGeom>
              <a:avLst/>
              <a:gdLst>
                <a:gd name="T0" fmla="*/ 6 w 12"/>
                <a:gd name="T1" fmla="*/ 12 h 12"/>
                <a:gd name="T2" fmla="*/ 0 w 12"/>
                <a:gd name="T3" fmla="*/ 6 h 12"/>
                <a:gd name="T4" fmla="*/ 6 w 12"/>
                <a:gd name="T5" fmla="*/ 0 h 12"/>
                <a:gd name="T6" fmla="*/ 12 w 12"/>
                <a:gd name="T7" fmla="*/ 6 h 12"/>
                <a:gd name="T8" fmla="*/ 6 w 12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6" y="12"/>
                  </a:move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0"/>
                    <a:pt x="9" y="12"/>
                    <a:pt x="6" y="1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6" name="Oval 373"/>
            <p:cNvSpPr>
              <a:spLocks noChangeArrowheads="1"/>
            </p:cNvSpPr>
            <p:nvPr/>
          </p:nvSpPr>
          <p:spPr bwMode="auto">
            <a:xfrm>
              <a:off x="11388726" y="5059363"/>
              <a:ext cx="98425" cy="1063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7" name="Freeform 374"/>
            <p:cNvSpPr/>
            <p:nvPr/>
          </p:nvSpPr>
          <p:spPr bwMode="auto">
            <a:xfrm>
              <a:off x="9998076" y="5059363"/>
              <a:ext cx="100013" cy="98425"/>
            </a:xfrm>
            <a:custGeom>
              <a:avLst/>
              <a:gdLst>
                <a:gd name="T0" fmla="*/ 6 w 12"/>
                <a:gd name="T1" fmla="*/ 12 h 12"/>
                <a:gd name="T2" fmla="*/ 0 w 12"/>
                <a:gd name="T3" fmla="*/ 6 h 12"/>
                <a:gd name="T4" fmla="*/ 6 w 12"/>
                <a:gd name="T5" fmla="*/ 0 h 12"/>
                <a:gd name="T6" fmla="*/ 12 w 12"/>
                <a:gd name="T7" fmla="*/ 6 h 12"/>
                <a:gd name="T8" fmla="*/ 6 w 12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6" y="12"/>
                  </a:move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9"/>
                    <a:pt x="9" y="12"/>
                    <a:pt x="6" y="1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8" name="Oval 375"/>
            <p:cNvSpPr>
              <a:spLocks noChangeArrowheads="1"/>
            </p:cNvSpPr>
            <p:nvPr/>
          </p:nvSpPr>
          <p:spPr bwMode="auto">
            <a:xfrm>
              <a:off x="11266488" y="7956551"/>
              <a:ext cx="98425" cy="984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9" name="Freeform 376"/>
            <p:cNvSpPr/>
            <p:nvPr/>
          </p:nvSpPr>
          <p:spPr bwMode="auto">
            <a:xfrm>
              <a:off x="10113963" y="7956551"/>
              <a:ext cx="98425" cy="98425"/>
            </a:xfrm>
            <a:custGeom>
              <a:avLst/>
              <a:gdLst>
                <a:gd name="T0" fmla="*/ 11 w 12"/>
                <a:gd name="T1" fmla="*/ 6 h 12"/>
                <a:gd name="T2" fmla="*/ 5 w 12"/>
                <a:gd name="T3" fmla="*/ 12 h 12"/>
                <a:gd name="T4" fmla="*/ 0 w 12"/>
                <a:gd name="T5" fmla="*/ 6 h 12"/>
                <a:gd name="T6" fmla="*/ 6 w 12"/>
                <a:gd name="T7" fmla="*/ 0 h 12"/>
                <a:gd name="T8" fmla="*/ 11 w 12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1" y="6"/>
                  </a:moveTo>
                  <a:cubicBezTo>
                    <a:pt x="11" y="9"/>
                    <a:pt x="9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1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0" name="Freeform 377"/>
            <p:cNvSpPr/>
            <p:nvPr/>
          </p:nvSpPr>
          <p:spPr bwMode="auto">
            <a:xfrm>
              <a:off x="9183688" y="7026276"/>
              <a:ext cx="98425" cy="98425"/>
            </a:xfrm>
            <a:custGeom>
              <a:avLst/>
              <a:gdLst>
                <a:gd name="T0" fmla="*/ 6 w 12"/>
                <a:gd name="T1" fmla="*/ 0 h 12"/>
                <a:gd name="T2" fmla="*/ 12 w 12"/>
                <a:gd name="T3" fmla="*/ 6 h 12"/>
                <a:gd name="T4" fmla="*/ 6 w 12"/>
                <a:gd name="T5" fmla="*/ 12 h 12"/>
                <a:gd name="T6" fmla="*/ 0 w 12"/>
                <a:gd name="T7" fmla="*/ 6 h 12"/>
                <a:gd name="T8" fmla="*/ 6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9" y="1"/>
                    <a:pt x="12" y="3"/>
                    <a:pt x="12" y="6"/>
                  </a:cubicBezTo>
                  <a:cubicBezTo>
                    <a:pt x="12" y="10"/>
                    <a:pt x="9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1" name="Freeform 378"/>
            <p:cNvSpPr/>
            <p:nvPr/>
          </p:nvSpPr>
          <p:spPr bwMode="auto">
            <a:xfrm>
              <a:off x="9183688" y="5873751"/>
              <a:ext cx="98425" cy="98425"/>
            </a:xfrm>
            <a:custGeom>
              <a:avLst/>
              <a:gdLst>
                <a:gd name="T0" fmla="*/ 12 w 12"/>
                <a:gd name="T1" fmla="*/ 6 h 12"/>
                <a:gd name="T2" fmla="*/ 6 w 12"/>
                <a:gd name="T3" fmla="*/ 12 h 12"/>
                <a:gd name="T4" fmla="*/ 0 w 12"/>
                <a:gd name="T5" fmla="*/ 6 h 12"/>
                <a:gd name="T6" fmla="*/ 6 w 12"/>
                <a:gd name="T7" fmla="*/ 0 h 12"/>
                <a:gd name="T8" fmla="*/ 12 w 12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10" y="12"/>
                    <a:pt x="6" y="12"/>
                  </a:cubicBezTo>
                  <a:cubicBezTo>
                    <a:pt x="3" y="12"/>
                    <a:pt x="1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2" name="Oval 379"/>
            <p:cNvSpPr>
              <a:spLocks noChangeArrowheads="1"/>
            </p:cNvSpPr>
            <p:nvPr/>
          </p:nvSpPr>
          <p:spPr bwMode="auto">
            <a:xfrm>
              <a:off x="12311063" y="6450013"/>
              <a:ext cx="98425" cy="984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3" name="Freeform 380"/>
            <p:cNvSpPr/>
            <p:nvPr/>
          </p:nvSpPr>
          <p:spPr bwMode="auto">
            <a:xfrm>
              <a:off x="12195176" y="7034213"/>
              <a:ext cx="98425" cy="98425"/>
            </a:xfrm>
            <a:custGeom>
              <a:avLst/>
              <a:gdLst>
                <a:gd name="T0" fmla="*/ 12 w 12"/>
                <a:gd name="T1" fmla="*/ 6 h 12"/>
                <a:gd name="T2" fmla="*/ 6 w 12"/>
                <a:gd name="T3" fmla="*/ 12 h 12"/>
                <a:gd name="T4" fmla="*/ 0 w 12"/>
                <a:gd name="T5" fmla="*/ 6 h 12"/>
                <a:gd name="T6" fmla="*/ 6 w 12"/>
                <a:gd name="T7" fmla="*/ 0 h 12"/>
                <a:gd name="T8" fmla="*/ 12 w 12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4" name="Oval 381"/>
            <p:cNvSpPr>
              <a:spLocks noChangeArrowheads="1"/>
            </p:cNvSpPr>
            <p:nvPr/>
          </p:nvSpPr>
          <p:spPr bwMode="auto">
            <a:xfrm>
              <a:off x="10690226" y="8070851"/>
              <a:ext cx="98425" cy="10001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5" name="Oval 382"/>
            <p:cNvSpPr>
              <a:spLocks noChangeArrowheads="1"/>
            </p:cNvSpPr>
            <p:nvPr/>
          </p:nvSpPr>
          <p:spPr bwMode="auto">
            <a:xfrm>
              <a:off x="10113963" y="4943476"/>
              <a:ext cx="98425" cy="984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6" name="Oval 383"/>
            <p:cNvSpPr>
              <a:spLocks noChangeArrowheads="1"/>
            </p:cNvSpPr>
            <p:nvPr/>
          </p:nvSpPr>
          <p:spPr bwMode="auto">
            <a:xfrm>
              <a:off x="12195176" y="5873751"/>
              <a:ext cx="98425" cy="984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7" name="Freeform 384"/>
            <p:cNvSpPr/>
            <p:nvPr/>
          </p:nvSpPr>
          <p:spPr bwMode="auto">
            <a:xfrm>
              <a:off x="12311063" y="6688138"/>
              <a:ext cx="98425" cy="90488"/>
            </a:xfrm>
            <a:custGeom>
              <a:avLst/>
              <a:gdLst>
                <a:gd name="T0" fmla="*/ 6 w 12"/>
                <a:gd name="T1" fmla="*/ 0 h 11"/>
                <a:gd name="T2" fmla="*/ 12 w 12"/>
                <a:gd name="T3" fmla="*/ 6 h 11"/>
                <a:gd name="T4" fmla="*/ 6 w 12"/>
                <a:gd name="T5" fmla="*/ 11 h 11"/>
                <a:gd name="T6" fmla="*/ 0 w 12"/>
                <a:gd name="T7" fmla="*/ 5 h 11"/>
                <a:gd name="T8" fmla="*/ 6 w 12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6" y="0"/>
                  </a:moveTo>
                  <a:cubicBezTo>
                    <a:pt x="9" y="0"/>
                    <a:pt x="12" y="2"/>
                    <a:pt x="12" y="6"/>
                  </a:cubicBezTo>
                  <a:cubicBezTo>
                    <a:pt x="12" y="9"/>
                    <a:pt x="9" y="11"/>
                    <a:pt x="6" y="11"/>
                  </a:cubicBezTo>
                  <a:cubicBezTo>
                    <a:pt x="3" y="11"/>
                    <a:pt x="0" y="9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8" name="Freeform 385"/>
            <p:cNvSpPr/>
            <p:nvPr/>
          </p:nvSpPr>
          <p:spPr bwMode="auto">
            <a:xfrm>
              <a:off x="11849101" y="7610476"/>
              <a:ext cx="100013" cy="98425"/>
            </a:xfrm>
            <a:custGeom>
              <a:avLst/>
              <a:gdLst>
                <a:gd name="T0" fmla="*/ 12 w 12"/>
                <a:gd name="T1" fmla="*/ 6 h 12"/>
                <a:gd name="T2" fmla="*/ 5 w 12"/>
                <a:gd name="T3" fmla="*/ 12 h 12"/>
                <a:gd name="T4" fmla="*/ 0 w 12"/>
                <a:gd name="T5" fmla="*/ 6 h 12"/>
                <a:gd name="T6" fmla="*/ 6 w 12"/>
                <a:gd name="T7" fmla="*/ 0 h 12"/>
                <a:gd name="T8" fmla="*/ 12 w 12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9" name="Freeform 386"/>
            <p:cNvSpPr/>
            <p:nvPr/>
          </p:nvSpPr>
          <p:spPr bwMode="auto">
            <a:xfrm>
              <a:off x="10920413" y="8080376"/>
              <a:ext cx="98425" cy="90488"/>
            </a:xfrm>
            <a:custGeom>
              <a:avLst/>
              <a:gdLst>
                <a:gd name="T0" fmla="*/ 6 w 12"/>
                <a:gd name="T1" fmla="*/ 0 h 11"/>
                <a:gd name="T2" fmla="*/ 12 w 12"/>
                <a:gd name="T3" fmla="*/ 6 h 11"/>
                <a:gd name="T4" fmla="*/ 6 w 12"/>
                <a:gd name="T5" fmla="*/ 11 h 11"/>
                <a:gd name="T6" fmla="*/ 0 w 12"/>
                <a:gd name="T7" fmla="*/ 5 h 11"/>
                <a:gd name="T8" fmla="*/ 6 w 12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6" y="0"/>
                  </a:moveTo>
                  <a:cubicBezTo>
                    <a:pt x="9" y="0"/>
                    <a:pt x="12" y="2"/>
                    <a:pt x="12" y="6"/>
                  </a:cubicBezTo>
                  <a:cubicBezTo>
                    <a:pt x="12" y="9"/>
                    <a:pt x="9" y="11"/>
                    <a:pt x="6" y="11"/>
                  </a:cubicBezTo>
                  <a:cubicBezTo>
                    <a:pt x="3" y="11"/>
                    <a:pt x="0" y="9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0" name="Freeform 387"/>
            <p:cNvSpPr/>
            <p:nvPr/>
          </p:nvSpPr>
          <p:spPr bwMode="auto">
            <a:xfrm>
              <a:off x="10690226" y="4827588"/>
              <a:ext cx="98425" cy="100013"/>
            </a:xfrm>
            <a:custGeom>
              <a:avLst/>
              <a:gdLst>
                <a:gd name="T0" fmla="*/ 6 w 12"/>
                <a:gd name="T1" fmla="*/ 12 h 12"/>
                <a:gd name="T2" fmla="*/ 0 w 12"/>
                <a:gd name="T3" fmla="*/ 6 h 12"/>
                <a:gd name="T4" fmla="*/ 6 w 12"/>
                <a:gd name="T5" fmla="*/ 0 h 12"/>
                <a:gd name="T6" fmla="*/ 12 w 12"/>
                <a:gd name="T7" fmla="*/ 7 h 12"/>
                <a:gd name="T8" fmla="*/ 6 w 12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6" y="12"/>
                  </a:move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7"/>
                  </a:cubicBezTo>
                  <a:cubicBezTo>
                    <a:pt x="12" y="10"/>
                    <a:pt x="9" y="12"/>
                    <a:pt x="6" y="1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" name="Freeform 388"/>
            <p:cNvSpPr/>
            <p:nvPr/>
          </p:nvSpPr>
          <p:spPr bwMode="auto">
            <a:xfrm>
              <a:off x="11274426" y="4951413"/>
              <a:ext cx="98425" cy="90488"/>
            </a:xfrm>
            <a:custGeom>
              <a:avLst/>
              <a:gdLst>
                <a:gd name="T0" fmla="*/ 12 w 12"/>
                <a:gd name="T1" fmla="*/ 5 h 11"/>
                <a:gd name="T2" fmla="*/ 5 w 12"/>
                <a:gd name="T3" fmla="*/ 11 h 11"/>
                <a:gd name="T4" fmla="*/ 0 w 12"/>
                <a:gd name="T5" fmla="*/ 5 h 11"/>
                <a:gd name="T6" fmla="*/ 6 w 12"/>
                <a:gd name="T7" fmla="*/ 0 h 11"/>
                <a:gd name="T8" fmla="*/ 12 w 12"/>
                <a:gd name="T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2" y="5"/>
                  </a:moveTo>
                  <a:cubicBezTo>
                    <a:pt x="12" y="9"/>
                    <a:pt x="9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9" y="0"/>
                    <a:pt x="12" y="2"/>
                    <a:pt x="12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2" name="Oval 389"/>
            <p:cNvSpPr>
              <a:spLocks noChangeArrowheads="1"/>
            </p:cNvSpPr>
            <p:nvPr/>
          </p:nvSpPr>
          <p:spPr bwMode="auto">
            <a:xfrm>
              <a:off x="9069388" y="6450013"/>
              <a:ext cx="98425" cy="984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3" name="Freeform 390"/>
            <p:cNvSpPr/>
            <p:nvPr/>
          </p:nvSpPr>
          <p:spPr bwMode="auto">
            <a:xfrm>
              <a:off x="9645651" y="7726363"/>
              <a:ext cx="98425" cy="98425"/>
            </a:xfrm>
            <a:custGeom>
              <a:avLst/>
              <a:gdLst>
                <a:gd name="T0" fmla="*/ 12 w 12"/>
                <a:gd name="T1" fmla="*/ 6 h 12"/>
                <a:gd name="T2" fmla="*/ 7 w 12"/>
                <a:gd name="T3" fmla="*/ 12 h 12"/>
                <a:gd name="T4" fmla="*/ 0 w 12"/>
                <a:gd name="T5" fmla="*/ 6 h 12"/>
                <a:gd name="T6" fmla="*/ 6 w 12"/>
                <a:gd name="T7" fmla="*/ 0 h 12"/>
                <a:gd name="T8" fmla="*/ 12 w 12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10" y="12"/>
                    <a:pt x="7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4" name="Freeform 391"/>
            <p:cNvSpPr/>
            <p:nvPr/>
          </p:nvSpPr>
          <p:spPr bwMode="auto">
            <a:xfrm>
              <a:off x="12311063" y="6219826"/>
              <a:ext cx="98425" cy="98425"/>
            </a:xfrm>
            <a:custGeom>
              <a:avLst/>
              <a:gdLst>
                <a:gd name="T0" fmla="*/ 6 w 12"/>
                <a:gd name="T1" fmla="*/ 0 h 12"/>
                <a:gd name="T2" fmla="*/ 12 w 12"/>
                <a:gd name="T3" fmla="*/ 6 h 12"/>
                <a:gd name="T4" fmla="*/ 7 w 12"/>
                <a:gd name="T5" fmla="*/ 12 h 12"/>
                <a:gd name="T6" fmla="*/ 0 w 12"/>
                <a:gd name="T7" fmla="*/ 6 h 12"/>
                <a:gd name="T8" fmla="*/ 6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9" y="0"/>
                    <a:pt x="12" y="3"/>
                    <a:pt x="12" y="6"/>
                  </a:cubicBezTo>
                  <a:cubicBezTo>
                    <a:pt x="12" y="9"/>
                    <a:pt x="10" y="12"/>
                    <a:pt x="7" y="12"/>
                  </a:cubicBezTo>
                  <a:cubicBezTo>
                    <a:pt x="3" y="12"/>
                    <a:pt x="1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5" name="Freeform 392"/>
            <p:cNvSpPr/>
            <p:nvPr/>
          </p:nvSpPr>
          <p:spPr bwMode="auto">
            <a:xfrm>
              <a:off x="11849101" y="5297488"/>
              <a:ext cx="100013" cy="98425"/>
            </a:xfrm>
            <a:custGeom>
              <a:avLst/>
              <a:gdLst>
                <a:gd name="T0" fmla="*/ 6 w 12"/>
                <a:gd name="T1" fmla="*/ 11 h 12"/>
                <a:gd name="T2" fmla="*/ 0 w 12"/>
                <a:gd name="T3" fmla="*/ 6 h 12"/>
                <a:gd name="T4" fmla="*/ 6 w 12"/>
                <a:gd name="T5" fmla="*/ 0 h 12"/>
                <a:gd name="T6" fmla="*/ 12 w 12"/>
                <a:gd name="T7" fmla="*/ 6 h 12"/>
                <a:gd name="T8" fmla="*/ 6 w 12"/>
                <a:gd name="T9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6" y="11"/>
                  </a:moveTo>
                  <a:cubicBezTo>
                    <a:pt x="3" y="11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9"/>
                    <a:pt x="9" y="12"/>
                    <a:pt x="6" y="1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6" name="Oval 393"/>
            <p:cNvSpPr>
              <a:spLocks noChangeArrowheads="1"/>
            </p:cNvSpPr>
            <p:nvPr/>
          </p:nvSpPr>
          <p:spPr bwMode="auto">
            <a:xfrm>
              <a:off x="9413876" y="7496176"/>
              <a:ext cx="100013" cy="984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7" name="Freeform 394"/>
            <p:cNvSpPr/>
            <p:nvPr/>
          </p:nvSpPr>
          <p:spPr bwMode="auto">
            <a:xfrm>
              <a:off x="10928351" y="4827588"/>
              <a:ext cx="90488" cy="100013"/>
            </a:xfrm>
            <a:custGeom>
              <a:avLst/>
              <a:gdLst>
                <a:gd name="T0" fmla="*/ 11 w 11"/>
                <a:gd name="T1" fmla="*/ 6 h 12"/>
                <a:gd name="T2" fmla="*/ 5 w 11"/>
                <a:gd name="T3" fmla="*/ 12 h 12"/>
                <a:gd name="T4" fmla="*/ 0 w 11"/>
                <a:gd name="T5" fmla="*/ 6 h 12"/>
                <a:gd name="T6" fmla="*/ 6 w 11"/>
                <a:gd name="T7" fmla="*/ 0 h 12"/>
                <a:gd name="T8" fmla="*/ 11 w 11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10"/>
                    <a:pt x="9" y="12"/>
                    <a:pt x="5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1"/>
                    <a:pt x="11" y="3"/>
                    <a:pt x="11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8" name="Oval 395"/>
            <p:cNvSpPr>
              <a:spLocks noChangeArrowheads="1"/>
            </p:cNvSpPr>
            <p:nvPr/>
          </p:nvSpPr>
          <p:spPr bwMode="auto">
            <a:xfrm>
              <a:off x="9529763" y="7610476"/>
              <a:ext cx="98425" cy="984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9" name="Freeform 396"/>
            <p:cNvSpPr/>
            <p:nvPr/>
          </p:nvSpPr>
          <p:spPr bwMode="auto">
            <a:xfrm>
              <a:off x="10460038" y="8070851"/>
              <a:ext cx="98425" cy="100013"/>
            </a:xfrm>
            <a:custGeom>
              <a:avLst/>
              <a:gdLst>
                <a:gd name="T0" fmla="*/ 6 w 12"/>
                <a:gd name="T1" fmla="*/ 0 h 12"/>
                <a:gd name="T2" fmla="*/ 12 w 12"/>
                <a:gd name="T3" fmla="*/ 6 h 12"/>
                <a:gd name="T4" fmla="*/ 6 w 12"/>
                <a:gd name="T5" fmla="*/ 12 h 12"/>
                <a:gd name="T6" fmla="*/ 0 w 12"/>
                <a:gd name="T7" fmla="*/ 6 h 12"/>
                <a:gd name="T8" fmla="*/ 6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9" y="0"/>
                    <a:pt x="12" y="3"/>
                    <a:pt x="12" y="6"/>
                  </a:cubicBezTo>
                  <a:cubicBezTo>
                    <a:pt x="12" y="9"/>
                    <a:pt x="9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0" name="Freeform 397"/>
            <p:cNvSpPr/>
            <p:nvPr/>
          </p:nvSpPr>
          <p:spPr bwMode="auto">
            <a:xfrm>
              <a:off x="9423401" y="5403851"/>
              <a:ext cx="90488" cy="100013"/>
            </a:xfrm>
            <a:custGeom>
              <a:avLst/>
              <a:gdLst>
                <a:gd name="T0" fmla="*/ 5 w 11"/>
                <a:gd name="T1" fmla="*/ 12 h 12"/>
                <a:gd name="T2" fmla="*/ 0 w 11"/>
                <a:gd name="T3" fmla="*/ 6 h 12"/>
                <a:gd name="T4" fmla="*/ 6 w 11"/>
                <a:gd name="T5" fmla="*/ 1 h 12"/>
                <a:gd name="T6" fmla="*/ 11 w 11"/>
                <a:gd name="T7" fmla="*/ 7 h 12"/>
                <a:gd name="T8" fmla="*/ 5 w 11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5" y="12"/>
                  </a:move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3" y="0"/>
                    <a:pt x="6" y="1"/>
                  </a:cubicBezTo>
                  <a:cubicBezTo>
                    <a:pt x="9" y="1"/>
                    <a:pt x="11" y="3"/>
                    <a:pt x="11" y="7"/>
                  </a:cubicBezTo>
                  <a:cubicBezTo>
                    <a:pt x="11" y="10"/>
                    <a:pt x="8" y="12"/>
                    <a:pt x="5" y="1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1" name="Freeform 398"/>
            <p:cNvSpPr/>
            <p:nvPr/>
          </p:nvSpPr>
          <p:spPr bwMode="auto">
            <a:xfrm>
              <a:off x="9653588" y="5173663"/>
              <a:ext cx="90488" cy="98425"/>
            </a:xfrm>
            <a:custGeom>
              <a:avLst/>
              <a:gdLst>
                <a:gd name="T0" fmla="*/ 11 w 11"/>
                <a:gd name="T1" fmla="*/ 6 h 12"/>
                <a:gd name="T2" fmla="*/ 6 w 11"/>
                <a:gd name="T3" fmla="*/ 12 h 12"/>
                <a:gd name="T4" fmla="*/ 0 w 11"/>
                <a:gd name="T5" fmla="*/ 6 h 12"/>
                <a:gd name="T6" fmla="*/ 5 w 11"/>
                <a:gd name="T7" fmla="*/ 0 h 12"/>
                <a:gd name="T8" fmla="*/ 11 w 11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9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9" y="0"/>
                    <a:pt x="11" y="3"/>
                    <a:pt x="11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2" name="Oval 399"/>
            <p:cNvSpPr>
              <a:spLocks noChangeArrowheads="1"/>
            </p:cNvSpPr>
            <p:nvPr/>
          </p:nvSpPr>
          <p:spPr bwMode="auto">
            <a:xfrm>
              <a:off x="10460038" y="4827588"/>
              <a:ext cx="98425" cy="10001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3" name="Freeform 400"/>
            <p:cNvSpPr/>
            <p:nvPr/>
          </p:nvSpPr>
          <p:spPr bwMode="auto">
            <a:xfrm>
              <a:off x="11964988" y="7496176"/>
              <a:ext cx="98425" cy="98425"/>
            </a:xfrm>
            <a:custGeom>
              <a:avLst/>
              <a:gdLst>
                <a:gd name="T0" fmla="*/ 6 w 12"/>
                <a:gd name="T1" fmla="*/ 0 h 12"/>
                <a:gd name="T2" fmla="*/ 12 w 12"/>
                <a:gd name="T3" fmla="*/ 6 h 12"/>
                <a:gd name="T4" fmla="*/ 6 w 12"/>
                <a:gd name="T5" fmla="*/ 12 h 12"/>
                <a:gd name="T6" fmla="*/ 0 w 12"/>
                <a:gd name="T7" fmla="*/ 6 h 12"/>
                <a:gd name="T8" fmla="*/ 6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9" y="0"/>
                    <a:pt x="11" y="3"/>
                    <a:pt x="12" y="6"/>
                  </a:cubicBezTo>
                  <a:cubicBezTo>
                    <a:pt x="12" y="9"/>
                    <a:pt x="9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4" name="Freeform 401"/>
            <p:cNvSpPr/>
            <p:nvPr/>
          </p:nvSpPr>
          <p:spPr bwMode="auto">
            <a:xfrm>
              <a:off x="9537701" y="5297488"/>
              <a:ext cx="90488" cy="90488"/>
            </a:xfrm>
            <a:custGeom>
              <a:avLst/>
              <a:gdLst>
                <a:gd name="T0" fmla="*/ 6 w 11"/>
                <a:gd name="T1" fmla="*/ 11 h 11"/>
                <a:gd name="T2" fmla="*/ 0 w 11"/>
                <a:gd name="T3" fmla="*/ 6 h 11"/>
                <a:gd name="T4" fmla="*/ 6 w 11"/>
                <a:gd name="T5" fmla="*/ 0 h 11"/>
                <a:gd name="T6" fmla="*/ 11 w 11"/>
                <a:gd name="T7" fmla="*/ 5 h 11"/>
                <a:gd name="T8" fmla="*/ 6 w 11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6" y="11"/>
                  </a:moveTo>
                  <a:cubicBezTo>
                    <a:pt x="2" y="11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9" y="0"/>
                    <a:pt x="11" y="2"/>
                    <a:pt x="11" y="5"/>
                  </a:cubicBezTo>
                  <a:cubicBezTo>
                    <a:pt x="11" y="8"/>
                    <a:pt x="9" y="11"/>
                    <a:pt x="6" y="1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5" name="Freeform 402"/>
            <p:cNvSpPr/>
            <p:nvPr/>
          </p:nvSpPr>
          <p:spPr bwMode="auto">
            <a:xfrm>
              <a:off x="9069388" y="6680201"/>
              <a:ext cx="98425" cy="98425"/>
            </a:xfrm>
            <a:custGeom>
              <a:avLst/>
              <a:gdLst>
                <a:gd name="T0" fmla="*/ 12 w 12"/>
                <a:gd name="T1" fmla="*/ 6 h 12"/>
                <a:gd name="T2" fmla="*/ 6 w 12"/>
                <a:gd name="T3" fmla="*/ 12 h 12"/>
                <a:gd name="T4" fmla="*/ 0 w 12"/>
                <a:gd name="T5" fmla="*/ 6 h 12"/>
                <a:gd name="T6" fmla="*/ 6 w 12"/>
                <a:gd name="T7" fmla="*/ 0 h 12"/>
                <a:gd name="T8" fmla="*/ 12 w 12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10"/>
                    <a:pt x="9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1"/>
                    <a:pt x="12" y="3"/>
                    <a:pt x="12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6" name="Freeform 403"/>
            <p:cNvSpPr/>
            <p:nvPr/>
          </p:nvSpPr>
          <p:spPr bwMode="auto">
            <a:xfrm>
              <a:off x="11734801" y="5181601"/>
              <a:ext cx="98425" cy="90488"/>
            </a:xfrm>
            <a:custGeom>
              <a:avLst/>
              <a:gdLst>
                <a:gd name="T0" fmla="*/ 12 w 12"/>
                <a:gd name="T1" fmla="*/ 5 h 11"/>
                <a:gd name="T2" fmla="*/ 6 w 12"/>
                <a:gd name="T3" fmla="*/ 11 h 11"/>
                <a:gd name="T4" fmla="*/ 0 w 12"/>
                <a:gd name="T5" fmla="*/ 6 h 11"/>
                <a:gd name="T6" fmla="*/ 6 w 12"/>
                <a:gd name="T7" fmla="*/ 0 h 11"/>
                <a:gd name="T8" fmla="*/ 12 w 12"/>
                <a:gd name="T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2" y="5"/>
                  </a:moveTo>
                  <a:cubicBezTo>
                    <a:pt x="12" y="9"/>
                    <a:pt x="9" y="11"/>
                    <a:pt x="6" y="11"/>
                  </a:cubicBezTo>
                  <a:cubicBezTo>
                    <a:pt x="3" y="11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7" name="Freeform 404"/>
            <p:cNvSpPr/>
            <p:nvPr/>
          </p:nvSpPr>
          <p:spPr bwMode="auto">
            <a:xfrm>
              <a:off x="11734801" y="7726363"/>
              <a:ext cx="98425" cy="98425"/>
            </a:xfrm>
            <a:custGeom>
              <a:avLst/>
              <a:gdLst>
                <a:gd name="T0" fmla="*/ 6 w 12"/>
                <a:gd name="T1" fmla="*/ 0 h 12"/>
                <a:gd name="T2" fmla="*/ 11 w 12"/>
                <a:gd name="T3" fmla="*/ 6 h 12"/>
                <a:gd name="T4" fmla="*/ 6 w 12"/>
                <a:gd name="T5" fmla="*/ 12 h 12"/>
                <a:gd name="T6" fmla="*/ 0 w 12"/>
                <a:gd name="T7" fmla="*/ 6 h 12"/>
                <a:gd name="T8" fmla="*/ 6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9" y="0"/>
                    <a:pt x="11" y="3"/>
                    <a:pt x="11" y="6"/>
                  </a:cubicBezTo>
                  <a:cubicBezTo>
                    <a:pt x="12" y="9"/>
                    <a:pt x="9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8" name="Freeform 405"/>
            <p:cNvSpPr/>
            <p:nvPr/>
          </p:nvSpPr>
          <p:spPr bwMode="auto">
            <a:xfrm>
              <a:off x="9069388" y="6219826"/>
              <a:ext cx="98425" cy="98425"/>
            </a:xfrm>
            <a:custGeom>
              <a:avLst/>
              <a:gdLst>
                <a:gd name="T0" fmla="*/ 12 w 12"/>
                <a:gd name="T1" fmla="*/ 6 h 12"/>
                <a:gd name="T2" fmla="*/ 6 w 12"/>
                <a:gd name="T3" fmla="*/ 12 h 12"/>
                <a:gd name="T4" fmla="*/ 0 w 12"/>
                <a:gd name="T5" fmla="*/ 6 h 12"/>
                <a:gd name="T6" fmla="*/ 7 w 12"/>
                <a:gd name="T7" fmla="*/ 0 h 12"/>
                <a:gd name="T8" fmla="*/ 12 w 12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2" y="3"/>
                    <a:pt x="12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9" name="Freeform 406"/>
            <p:cNvSpPr/>
            <p:nvPr/>
          </p:nvSpPr>
          <p:spPr bwMode="auto">
            <a:xfrm>
              <a:off x="11964988" y="5413376"/>
              <a:ext cx="98425" cy="98425"/>
            </a:xfrm>
            <a:custGeom>
              <a:avLst/>
              <a:gdLst>
                <a:gd name="T0" fmla="*/ 6 w 12"/>
                <a:gd name="T1" fmla="*/ 11 h 12"/>
                <a:gd name="T2" fmla="*/ 0 w 12"/>
                <a:gd name="T3" fmla="*/ 5 h 12"/>
                <a:gd name="T4" fmla="*/ 6 w 12"/>
                <a:gd name="T5" fmla="*/ 0 h 12"/>
                <a:gd name="T6" fmla="*/ 12 w 12"/>
                <a:gd name="T7" fmla="*/ 6 h 12"/>
                <a:gd name="T8" fmla="*/ 6 w 12"/>
                <a:gd name="T9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6" y="11"/>
                  </a:moveTo>
                  <a:cubicBezTo>
                    <a:pt x="3" y="11"/>
                    <a:pt x="0" y="8"/>
                    <a:pt x="0" y="5"/>
                  </a:cubicBezTo>
                  <a:cubicBezTo>
                    <a:pt x="1" y="2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9"/>
                    <a:pt x="9" y="12"/>
                    <a:pt x="6" y="1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0" name="Freeform 407"/>
            <p:cNvSpPr/>
            <p:nvPr/>
          </p:nvSpPr>
          <p:spPr bwMode="auto">
            <a:xfrm>
              <a:off x="11618913" y="7840663"/>
              <a:ext cx="90488" cy="100013"/>
            </a:xfrm>
            <a:custGeom>
              <a:avLst/>
              <a:gdLst>
                <a:gd name="T0" fmla="*/ 11 w 11"/>
                <a:gd name="T1" fmla="*/ 6 h 12"/>
                <a:gd name="T2" fmla="*/ 6 w 11"/>
                <a:gd name="T3" fmla="*/ 12 h 12"/>
                <a:gd name="T4" fmla="*/ 0 w 11"/>
                <a:gd name="T5" fmla="*/ 6 h 12"/>
                <a:gd name="T6" fmla="*/ 5 w 11"/>
                <a:gd name="T7" fmla="*/ 1 h 12"/>
                <a:gd name="T8" fmla="*/ 11 w 11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9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2" y="1"/>
                    <a:pt x="5" y="1"/>
                  </a:cubicBezTo>
                  <a:cubicBezTo>
                    <a:pt x="9" y="0"/>
                    <a:pt x="11" y="3"/>
                    <a:pt x="11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1" name="Freeform 408"/>
            <p:cNvSpPr/>
            <p:nvPr/>
          </p:nvSpPr>
          <p:spPr bwMode="auto">
            <a:xfrm>
              <a:off x="9767888" y="7840663"/>
              <a:ext cx="90488" cy="100013"/>
            </a:xfrm>
            <a:custGeom>
              <a:avLst/>
              <a:gdLst>
                <a:gd name="T0" fmla="*/ 11 w 11"/>
                <a:gd name="T1" fmla="*/ 6 h 12"/>
                <a:gd name="T2" fmla="*/ 5 w 11"/>
                <a:gd name="T3" fmla="*/ 12 h 12"/>
                <a:gd name="T4" fmla="*/ 0 w 11"/>
                <a:gd name="T5" fmla="*/ 6 h 12"/>
                <a:gd name="T6" fmla="*/ 5 w 11"/>
                <a:gd name="T7" fmla="*/ 0 h 12"/>
                <a:gd name="T8" fmla="*/ 11 w 11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9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8" y="0"/>
                    <a:pt x="11" y="3"/>
                    <a:pt x="11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2" name="Freeform 409"/>
            <p:cNvSpPr/>
            <p:nvPr/>
          </p:nvSpPr>
          <p:spPr bwMode="auto">
            <a:xfrm>
              <a:off x="9299576" y="7380288"/>
              <a:ext cx="98425" cy="90488"/>
            </a:xfrm>
            <a:custGeom>
              <a:avLst/>
              <a:gdLst>
                <a:gd name="T0" fmla="*/ 12 w 12"/>
                <a:gd name="T1" fmla="*/ 6 h 11"/>
                <a:gd name="T2" fmla="*/ 6 w 12"/>
                <a:gd name="T3" fmla="*/ 11 h 11"/>
                <a:gd name="T4" fmla="*/ 0 w 12"/>
                <a:gd name="T5" fmla="*/ 6 h 11"/>
                <a:gd name="T6" fmla="*/ 6 w 12"/>
                <a:gd name="T7" fmla="*/ 0 h 11"/>
                <a:gd name="T8" fmla="*/ 12 w 12"/>
                <a:gd name="T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2" y="6"/>
                  </a:moveTo>
                  <a:cubicBezTo>
                    <a:pt x="12" y="9"/>
                    <a:pt x="9" y="11"/>
                    <a:pt x="6" y="11"/>
                  </a:cubicBezTo>
                  <a:cubicBezTo>
                    <a:pt x="3" y="11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3" name="Oval 410"/>
            <p:cNvSpPr>
              <a:spLocks noChangeArrowheads="1"/>
            </p:cNvSpPr>
            <p:nvPr/>
          </p:nvSpPr>
          <p:spPr bwMode="auto">
            <a:xfrm>
              <a:off x="12080876" y="7380288"/>
              <a:ext cx="98425" cy="984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4" name="Freeform 411"/>
            <p:cNvSpPr/>
            <p:nvPr/>
          </p:nvSpPr>
          <p:spPr bwMode="auto">
            <a:xfrm>
              <a:off x="9767888" y="5059363"/>
              <a:ext cx="90488" cy="98425"/>
            </a:xfrm>
            <a:custGeom>
              <a:avLst/>
              <a:gdLst>
                <a:gd name="T0" fmla="*/ 11 w 11"/>
                <a:gd name="T1" fmla="*/ 6 h 12"/>
                <a:gd name="T2" fmla="*/ 6 w 11"/>
                <a:gd name="T3" fmla="*/ 12 h 12"/>
                <a:gd name="T4" fmla="*/ 0 w 11"/>
                <a:gd name="T5" fmla="*/ 6 h 12"/>
                <a:gd name="T6" fmla="*/ 6 w 11"/>
                <a:gd name="T7" fmla="*/ 0 h 12"/>
                <a:gd name="T8" fmla="*/ 11 w 11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9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1" y="3"/>
                    <a:pt x="11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5" name="Freeform 412"/>
            <p:cNvSpPr/>
            <p:nvPr/>
          </p:nvSpPr>
          <p:spPr bwMode="auto">
            <a:xfrm>
              <a:off x="10228263" y="8070851"/>
              <a:ext cx="90488" cy="100013"/>
            </a:xfrm>
            <a:custGeom>
              <a:avLst/>
              <a:gdLst>
                <a:gd name="T0" fmla="*/ 11 w 11"/>
                <a:gd name="T1" fmla="*/ 6 h 12"/>
                <a:gd name="T2" fmla="*/ 5 w 11"/>
                <a:gd name="T3" fmla="*/ 12 h 12"/>
                <a:gd name="T4" fmla="*/ 0 w 11"/>
                <a:gd name="T5" fmla="*/ 6 h 12"/>
                <a:gd name="T6" fmla="*/ 6 w 11"/>
                <a:gd name="T7" fmla="*/ 0 h 12"/>
                <a:gd name="T8" fmla="*/ 11 w 11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10"/>
                    <a:pt x="9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1"/>
                    <a:pt x="11" y="3"/>
                    <a:pt x="11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6" name="Freeform 413"/>
            <p:cNvSpPr/>
            <p:nvPr/>
          </p:nvSpPr>
          <p:spPr bwMode="auto">
            <a:xfrm>
              <a:off x="9307513" y="5527676"/>
              <a:ext cx="90488" cy="90488"/>
            </a:xfrm>
            <a:custGeom>
              <a:avLst/>
              <a:gdLst>
                <a:gd name="T0" fmla="*/ 5 w 11"/>
                <a:gd name="T1" fmla="*/ 0 h 11"/>
                <a:gd name="T2" fmla="*/ 11 w 11"/>
                <a:gd name="T3" fmla="*/ 5 h 11"/>
                <a:gd name="T4" fmla="*/ 5 w 11"/>
                <a:gd name="T5" fmla="*/ 11 h 11"/>
                <a:gd name="T6" fmla="*/ 0 w 11"/>
                <a:gd name="T7" fmla="*/ 6 h 11"/>
                <a:gd name="T8" fmla="*/ 5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5" y="0"/>
                  </a:moveTo>
                  <a:cubicBezTo>
                    <a:pt x="8" y="0"/>
                    <a:pt x="11" y="2"/>
                    <a:pt x="11" y="5"/>
                  </a:cubicBezTo>
                  <a:cubicBezTo>
                    <a:pt x="11" y="9"/>
                    <a:pt x="8" y="11"/>
                    <a:pt x="5" y="11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2"/>
                    <a:pt x="2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7" name="Freeform 414"/>
            <p:cNvSpPr/>
            <p:nvPr/>
          </p:nvSpPr>
          <p:spPr bwMode="auto">
            <a:xfrm>
              <a:off x="12088813" y="5527676"/>
              <a:ext cx="90488" cy="98425"/>
            </a:xfrm>
            <a:custGeom>
              <a:avLst/>
              <a:gdLst>
                <a:gd name="T0" fmla="*/ 5 w 11"/>
                <a:gd name="T1" fmla="*/ 0 h 12"/>
                <a:gd name="T2" fmla="*/ 11 w 11"/>
                <a:gd name="T3" fmla="*/ 6 h 12"/>
                <a:gd name="T4" fmla="*/ 5 w 11"/>
                <a:gd name="T5" fmla="*/ 11 h 12"/>
                <a:gd name="T6" fmla="*/ 0 w 11"/>
                <a:gd name="T7" fmla="*/ 6 h 12"/>
                <a:gd name="T8" fmla="*/ 5 w 1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5" y="0"/>
                  </a:moveTo>
                  <a:cubicBezTo>
                    <a:pt x="8" y="0"/>
                    <a:pt x="11" y="3"/>
                    <a:pt x="11" y="6"/>
                  </a:cubicBezTo>
                  <a:cubicBezTo>
                    <a:pt x="11" y="9"/>
                    <a:pt x="8" y="12"/>
                    <a:pt x="5" y="11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8" name="Freeform 415"/>
            <p:cNvSpPr/>
            <p:nvPr/>
          </p:nvSpPr>
          <p:spPr bwMode="auto">
            <a:xfrm>
              <a:off x="11618913" y="5067301"/>
              <a:ext cx="100013" cy="90488"/>
            </a:xfrm>
            <a:custGeom>
              <a:avLst/>
              <a:gdLst>
                <a:gd name="T0" fmla="*/ 6 w 12"/>
                <a:gd name="T1" fmla="*/ 11 h 11"/>
                <a:gd name="T2" fmla="*/ 0 w 12"/>
                <a:gd name="T3" fmla="*/ 5 h 11"/>
                <a:gd name="T4" fmla="*/ 6 w 12"/>
                <a:gd name="T5" fmla="*/ 0 h 11"/>
                <a:gd name="T6" fmla="*/ 12 w 12"/>
                <a:gd name="T7" fmla="*/ 5 h 11"/>
                <a:gd name="T8" fmla="*/ 6 w 12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6" y="11"/>
                  </a:moveTo>
                  <a:cubicBezTo>
                    <a:pt x="3" y="11"/>
                    <a:pt x="0" y="9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5"/>
                  </a:cubicBezTo>
                  <a:cubicBezTo>
                    <a:pt x="12" y="8"/>
                    <a:pt x="9" y="11"/>
                    <a:pt x="6" y="1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9" name="Freeform 416"/>
            <p:cNvSpPr/>
            <p:nvPr/>
          </p:nvSpPr>
          <p:spPr bwMode="auto">
            <a:xfrm>
              <a:off x="11158538" y="8080376"/>
              <a:ext cx="90488" cy="90488"/>
            </a:xfrm>
            <a:custGeom>
              <a:avLst/>
              <a:gdLst>
                <a:gd name="T0" fmla="*/ 11 w 11"/>
                <a:gd name="T1" fmla="*/ 5 h 11"/>
                <a:gd name="T2" fmla="*/ 5 w 11"/>
                <a:gd name="T3" fmla="*/ 11 h 11"/>
                <a:gd name="T4" fmla="*/ 0 w 11"/>
                <a:gd name="T5" fmla="*/ 5 h 11"/>
                <a:gd name="T6" fmla="*/ 5 w 11"/>
                <a:gd name="T7" fmla="*/ 0 h 11"/>
                <a:gd name="T8" fmla="*/ 11 w 11"/>
                <a:gd name="T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1" y="5"/>
                  </a:moveTo>
                  <a:cubicBezTo>
                    <a:pt x="11" y="9"/>
                    <a:pt x="8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1" y="2"/>
                    <a:pt x="11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0" name="Freeform 417"/>
            <p:cNvSpPr/>
            <p:nvPr/>
          </p:nvSpPr>
          <p:spPr bwMode="auto">
            <a:xfrm>
              <a:off x="12311063" y="6919913"/>
              <a:ext cx="98425" cy="90488"/>
            </a:xfrm>
            <a:custGeom>
              <a:avLst/>
              <a:gdLst>
                <a:gd name="T0" fmla="*/ 12 w 12"/>
                <a:gd name="T1" fmla="*/ 6 h 11"/>
                <a:gd name="T2" fmla="*/ 6 w 12"/>
                <a:gd name="T3" fmla="*/ 11 h 11"/>
                <a:gd name="T4" fmla="*/ 0 w 12"/>
                <a:gd name="T5" fmla="*/ 6 h 11"/>
                <a:gd name="T6" fmla="*/ 6 w 12"/>
                <a:gd name="T7" fmla="*/ 0 h 11"/>
                <a:gd name="T8" fmla="*/ 12 w 12"/>
                <a:gd name="T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2" y="6"/>
                  </a:moveTo>
                  <a:cubicBezTo>
                    <a:pt x="12" y="9"/>
                    <a:pt x="9" y="11"/>
                    <a:pt x="6" y="11"/>
                  </a:cubicBezTo>
                  <a:cubicBezTo>
                    <a:pt x="3" y="11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1" name="Freeform 418"/>
            <p:cNvSpPr/>
            <p:nvPr/>
          </p:nvSpPr>
          <p:spPr bwMode="auto">
            <a:xfrm>
              <a:off x="9069388" y="6919913"/>
              <a:ext cx="98425" cy="90488"/>
            </a:xfrm>
            <a:custGeom>
              <a:avLst/>
              <a:gdLst>
                <a:gd name="T0" fmla="*/ 6 w 12"/>
                <a:gd name="T1" fmla="*/ 0 h 11"/>
                <a:gd name="T2" fmla="*/ 11 w 12"/>
                <a:gd name="T3" fmla="*/ 5 h 11"/>
                <a:gd name="T4" fmla="*/ 6 w 12"/>
                <a:gd name="T5" fmla="*/ 11 h 11"/>
                <a:gd name="T6" fmla="*/ 0 w 12"/>
                <a:gd name="T7" fmla="*/ 5 h 11"/>
                <a:gd name="T8" fmla="*/ 6 w 12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6" y="0"/>
                  </a:moveTo>
                  <a:cubicBezTo>
                    <a:pt x="9" y="0"/>
                    <a:pt x="11" y="2"/>
                    <a:pt x="11" y="5"/>
                  </a:cubicBezTo>
                  <a:cubicBezTo>
                    <a:pt x="12" y="8"/>
                    <a:pt x="9" y="11"/>
                    <a:pt x="6" y="11"/>
                  </a:cubicBezTo>
                  <a:cubicBezTo>
                    <a:pt x="3" y="11"/>
                    <a:pt x="0" y="8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2" name="Freeform 419"/>
            <p:cNvSpPr/>
            <p:nvPr/>
          </p:nvSpPr>
          <p:spPr bwMode="auto">
            <a:xfrm>
              <a:off x="9069388" y="5989638"/>
              <a:ext cx="98425" cy="98425"/>
            </a:xfrm>
            <a:custGeom>
              <a:avLst/>
              <a:gdLst>
                <a:gd name="T0" fmla="*/ 7 w 12"/>
                <a:gd name="T1" fmla="*/ 0 h 12"/>
                <a:gd name="T2" fmla="*/ 12 w 12"/>
                <a:gd name="T3" fmla="*/ 6 h 12"/>
                <a:gd name="T4" fmla="*/ 6 w 12"/>
                <a:gd name="T5" fmla="*/ 11 h 12"/>
                <a:gd name="T6" fmla="*/ 1 w 12"/>
                <a:gd name="T7" fmla="*/ 5 h 12"/>
                <a:gd name="T8" fmla="*/ 7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7" y="0"/>
                  </a:moveTo>
                  <a:cubicBezTo>
                    <a:pt x="10" y="0"/>
                    <a:pt x="12" y="3"/>
                    <a:pt x="12" y="6"/>
                  </a:cubicBezTo>
                  <a:cubicBezTo>
                    <a:pt x="12" y="9"/>
                    <a:pt x="9" y="12"/>
                    <a:pt x="6" y="11"/>
                  </a:cubicBezTo>
                  <a:cubicBezTo>
                    <a:pt x="3" y="11"/>
                    <a:pt x="0" y="8"/>
                    <a:pt x="1" y="5"/>
                  </a:cubicBezTo>
                  <a:cubicBezTo>
                    <a:pt x="1" y="2"/>
                    <a:pt x="4" y="0"/>
                    <a:pt x="7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3" name="Freeform 420"/>
            <p:cNvSpPr/>
            <p:nvPr/>
          </p:nvSpPr>
          <p:spPr bwMode="auto">
            <a:xfrm>
              <a:off x="10228263" y="4827588"/>
              <a:ext cx="100013" cy="100013"/>
            </a:xfrm>
            <a:custGeom>
              <a:avLst/>
              <a:gdLst>
                <a:gd name="T0" fmla="*/ 6 w 12"/>
                <a:gd name="T1" fmla="*/ 0 h 12"/>
                <a:gd name="T2" fmla="*/ 12 w 12"/>
                <a:gd name="T3" fmla="*/ 6 h 12"/>
                <a:gd name="T4" fmla="*/ 6 w 12"/>
                <a:gd name="T5" fmla="*/ 12 h 12"/>
                <a:gd name="T6" fmla="*/ 0 w 12"/>
                <a:gd name="T7" fmla="*/ 6 h 12"/>
                <a:gd name="T8" fmla="*/ 6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9" y="0"/>
                    <a:pt x="12" y="3"/>
                    <a:pt x="12" y="6"/>
                  </a:cubicBezTo>
                  <a:cubicBezTo>
                    <a:pt x="12" y="9"/>
                    <a:pt x="9" y="12"/>
                    <a:pt x="6" y="12"/>
                  </a:cubicBezTo>
                  <a:cubicBezTo>
                    <a:pt x="3" y="11"/>
                    <a:pt x="0" y="9"/>
                    <a:pt x="0" y="6"/>
                  </a:cubicBezTo>
                  <a:cubicBezTo>
                    <a:pt x="1" y="3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4" name="Freeform 421"/>
            <p:cNvSpPr/>
            <p:nvPr/>
          </p:nvSpPr>
          <p:spPr bwMode="auto">
            <a:xfrm>
              <a:off x="12319001" y="5989638"/>
              <a:ext cx="90488" cy="98425"/>
            </a:xfrm>
            <a:custGeom>
              <a:avLst/>
              <a:gdLst>
                <a:gd name="T0" fmla="*/ 11 w 11"/>
                <a:gd name="T1" fmla="*/ 6 h 12"/>
                <a:gd name="T2" fmla="*/ 5 w 11"/>
                <a:gd name="T3" fmla="*/ 12 h 12"/>
                <a:gd name="T4" fmla="*/ 0 w 11"/>
                <a:gd name="T5" fmla="*/ 6 h 12"/>
                <a:gd name="T6" fmla="*/ 5 w 11"/>
                <a:gd name="T7" fmla="*/ 0 h 12"/>
                <a:gd name="T8" fmla="*/ 11 w 11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8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9" y="1"/>
                    <a:pt x="11" y="3"/>
                    <a:pt x="11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5" name="Freeform 422"/>
            <p:cNvSpPr/>
            <p:nvPr/>
          </p:nvSpPr>
          <p:spPr bwMode="auto">
            <a:xfrm>
              <a:off x="11504613" y="7964488"/>
              <a:ext cx="90488" cy="90488"/>
            </a:xfrm>
            <a:custGeom>
              <a:avLst/>
              <a:gdLst>
                <a:gd name="T0" fmla="*/ 6 w 11"/>
                <a:gd name="T1" fmla="*/ 0 h 11"/>
                <a:gd name="T2" fmla="*/ 11 w 11"/>
                <a:gd name="T3" fmla="*/ 6 h 11"/>
                <a:gd name="T4" fmla="*/ 5 w 11"/>
                <a:gd name="T5" fmla="*/ 11 h 11"/>
                <a:gd name="T6" fmla="*/ 0 w 11"/>
                <a:gd name="T7" fmla="*/ 5 h 11"/>
                <a:gd name="T8" fmla="*/ 6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6" y="0"/>
                  </a:moveTo>
                  <a:cubicBezTo>
                    <a:pt x="9" y="0"/>
                    <a:pt x="11" y="3"/>
                    <a:pt x="11" y="6"/>
                  </a:cubicBezTo>
                  <a:cubicBezTo>
                    <a:pt x="11" y="9"/>
                    <a:pt x="8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6" name="Freeform 423"/>
            <p:cNvSpPr/>
            <p:nvPr/>
          </p:nvSpPr>
          <p:spPr bwMode="auto">
            <a:xfrm>
              <a:off x="11158538" y="4837113"/>
              <a:ext cx="90488" cy="90488"/>
            </a:xfrm>
            <a:custGeom>
              <a:avLst/>
              <a:gdLst>
                <a:gd name="T0" fmla="*/ 6 w 11"/>
                <a:gd name="T1" fmla="*/ 11 h 11"/>
                <a:gd name="T2" fmla="*/ 0 w 11"/>
                <a:gd name="T3" fmla="*/ 5 h 11"/>
                <a:gd name="T4" fmla="*/ 5 w 11"/>
                <a:gd name="T5" fmla="*/ 0 h 11"/>
                <a:gd name="T6" fmla="*/ 11 w 11"/>
                <a:gd name="T7" fmla="*/ 5 h 11"/>
                <a:gd name="T8" fmla="*/ 6 w 11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6" y="11"/>
                  </a:moveTo>
                  <a:cubicBezTo>
                    <a:pt x="3" y="11"/>
                    <a:pt x="0" y="9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9" y="0"/>
                    <a:pt x="11" y="2"/>
                    <a:pt x="11" y="5"/>
                  </a:cubicBezTo>
                  <a:cubicBezTo>
                    <a:pt x="11" y="8"/>
                    <a:pt x="9" y="11"/>
                    <a:pt x="6" y="1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7" name="Freeform 424"/>
            <p:cNvSpPr/>
            <p:nvPr/>
          </p:nvSpPr>
          <p:spPr bwMode="auto">
            <a:xfrm>
              <a:off x="12195176" y="7264401"/>
              <a:ext cx="98425" cy="100013"/>
            </a:xfrm>
            <a:custGeom>
              <a:avLst/>
              <a:gdLst>
                <a:gd name="T0" fmla="*/ 6 w 12"/>
                <a:gd name="T1" fmla="*/ 0 h 12"/>
                <a:gd name="T2" fmla="*/ 12 w 12"/>
                <a:gd name="T3" fmla="*/ 6 h 12"/>
                <a:gd name="T4" fmla="*/ 6 w 12"/>
                <a:gd name="T5" fmla="*/ 11 h 12"/>
                <a:gd name="T6" fmla="*/ 0 w 12"/>
                <a:gd name="T7" fmla="*/ 6 h 12"/>
                <a:gd name="T8" fmla="*/ 6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9" y="0"/>
                    <a:pt x="12" y="3"/>
                    <a:pt x="12" y="6"/>
                  </a:cubicBezTo>
                  <a:cubicBezTo>
                    <a:pt x="11" y="9"/>
                    <a:pt x="9" y="12"/>
                    <a:pt x="6" y="11"/>
                  </a:cubicBezTo>
                  <a:cubicBezTo>
                    <a:pt x="3" y="11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8" name="Oval 425"/>
            <p:cNvSpPr>
              <a:spLocks noChangeArrowheads="1"/>
            </p:cNvSpPr>
            <p:nvPr/>
          </p:nvSpPr>
          <p:spPr bwMode="auto">
            <a:xfrm>
              <a:off x="12203113" y="5643563"/>
              <a:ext cx="90488" cy="904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9" name="Freeform 426"/>
            <p:cNvSpPr/>
            <p:nvPr/>
          </p:nvSpPr>
          <p:spPr bwMode="auto">
            <a:xfrm>
              <a:off x="9883776" y="7956551"/>
              <a:ext cx="90488" cy="98425"/>
            </a:xfrm>
            <a:custGeom>
              <a:avLst/>
              <a:gdLst>
                <a:gd name="T0" fmla="*/ 11 w 11"/>
                <a:gd name="T1" fmla="*/ 6 h 12"/>
                <a:gd name="T2" fmla="*/ 5 w 11"/>
                <a:gd name="T3" fmla="*/ 12 h 12"/>
                <a:gd name="T4" fmla="*/ 0 w 11"/>
                <a:gd name="T5" fmla="*/ 6 h 12"/>
                <a:gd name="T6" fmla="*/ 6 w 11"/>
                <a:gd name="T7" fmla="*/ 0 h 12"/>
                <a:gd name="T8" fmla="*/ 11 w 11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8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1"/>
                    <a:pt x="11" y="3"/>
                    <a:pt x="11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0" name="Freeform 427"/>
            <p:cNvSpPr/>
            <p:nvPr/>
          </p:nvSpPr>
          <p:spPr bwMode="auto">
            <a:xfrm>
              <a:off x="9183688" y="7264401"/>
              <a:ext cx="98425" cy="90488"/>
            </a:xfrm>
            <a:custGeom>
              <a:avLst/>
              <a:gdLst>
                <a:gd name="T0" fmla="*/ 12 w 12"/>
                <a:gd name="T1" fmla="*/ 6 h 11"/>
                <a:gd name="T2" fmla="*/ 6 w 12"/>
                <a:gd name="T3" fmla="*/ 11 h 11"/>
                <a:gd name="T4" fmla="*/ 0 w 12"/>
                <a:gd name="T5" fmla="*/ 5 h 11"/>
                <a:gd name="T6" fmla="*/ 6 w 12"/>
                <a:gd name="T7" fmla="*/ 0 h 11"/>
                <a:gd name="T8" fmla="*/ 12 w 12"/>
                <a:gd name="T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2" y="6"/>
                  </a:moveTo>
                  <a:cubicBezTo>
                    <a:pt x="12" y="9"/>
                    <a:pt x="9" y="11"/>
                    <a:pt x="6" y="11"/>
                  </a:cubicBezTo>
                  <a:cubicBezTo>
                    <a:pt x="3" y="11"/>
                    <a:pt x="0" y="9"/>
                    <a:pt x="0" y="5"/>
                  </a:cubicBezTo>
                  <a:cubicBezTo>
                    <a:pt x="1" y="2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1" name="Freeform 428"/>
            <p:cNvSpPr/>
            <p:nvPr/>
          </p:nvSpPr>
          <p:spPr bwMode="auto">
            <a:xfrm>
              <a:off x="9191626" y="5643563"/>
              <a:ext cx="90488" cy="90488"/>
            </a:xfrm>
            <a:custGeom>
              <a:avLst/>
              <a:gdLst>
                <a:gd name="T0" fmla="*/ 5 w 11"/>
                <a:gd name="T1" fmla="*/ 0 h 11"/>
                <a:gd name="T2" fmla="*/ 11 w 11"/>
                <a:gd name="T3" fmla="*/ 6 h 11"/>
                <a:gd name="T4" fmla="*/ 5 w 11"/>
                <a:gd name="T5" fmla="*/ 11 h 11"/>
                <a:gd name="T6" fmla="*/ 0 w 11"/>
                <a:gd name="T7" fmla="*/ 6 h 11"/>
                <a:gd name="T8" fmla="*/ 5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5" y="0"/>
                  </a:moveTo>
                  <a:cubicBezTo>
                    <a:pt x="8" y="0"/>
                    <a:pt x="11" y="2"/>
                    <a:pt x="11" y="6"/>
                  </a:cubicBezTo>
                  <a:cubicBezTo>
                    <a:pt x="11" y="9"/>
                    <a:pt x="8" y="11"/>
                    <a:pt x="5" y="11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2" name="Oval 429"/>
            <p:cNvSpPr>
              <a:spLocks noChangeArrowheads="1"/>
            </p:cNvSpPr>
            <p:nvPr/>
          </p:nvSpPr>
          <p:spPr bwMode="auto">
            <a:xfrm>
              <a:off x="11504613" y="4951413"/>
              <a:ext cx="90488" cy="904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3" name="Freeform 430"/>
            <p:cNvSpPr/>
            <p:nvPr/>
          </p:nvSpPr>
          <p:spPr bwMode="auto">
            <a:xfrm>
              <a:off x="9883776" y="4951413"/>
              <a:ext cx="90488" cy="90488"/>
            </a:xfrm>
            <a:custGeom>
              <a:avLst/>
              <a:gdLst>
                <a:gd name="T0" fmla="*/ 6 w 11"/>
                <a:gd name="T1" fmla="*/ 0 h 11"/>
                <a:gd name="T2" fmla="*/ 11 w 11"/>
                <a:gd name="T3" fmla="*/ 5 h 11"/>
                <a:gd name="T4" fmla="*/ 6 w 11"/>
                <a:gd name="T5" fmla="*/ 11 h 11"/>
                <a:gd name="T6" fmla="*/ 0 w 11"/>
                <a:gd name="T7" fmla="*/ 5 h 11"/>
                <a:gd name="T8" fmla="*/ 6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6" y="0"/>
                  </a:moveTo>
                  <a:cubicBezTo>
                    <a:pt x="9" y="0"/>
                    <a:pt x="11" y="2"/>
                    <a:pt x="11" y="5"/>
                  </a:cubicBezTo>
                  <a:cubicBezTo>
                    <a:pt x="11" y="8"/>
                    <a:pt x="9" y="11"/>
                    <a:pt x="6" y="11"/>
                  </a:cubicBezTo>
                  <a:cubicBezTo>
                    <a:pt x="3" y="10"/>
                    <a:pt x="0" y="8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4" name="Freeform 431"/>
            <p:cNvSpPr/>
            <p:nvPr/>
          </p:nvSpPr>
          <p:spPr bwMode="auto">
            <a:xfrm>
              <a:off x="10812463" y="8194676"/>
              <a:ext cx="90488" cy="90488"/>
            </a:xfrm>
            <a:custGeom>
              <a:avLst/>
              <a:gdLst>
                <a:gd name="T0" fmla="*/ 10 w 11"/>
                <a:gd name="T1" fmla="*/ 6 h 11"/>
                <a:gd name="T2" fmla="*/ 5 w 11"/>
                <a:gd name="T3" fmla="*/ 11 h 11"/>
                <a:gd name="T4" fmla="*/ 0 w 11"/>
                <a:gd name="T5" fmla="*/ 5 h 11"/>
                <a:gd name="T6" fmla="*/ 5 w 11"/>
                <a:gd name="T7" fmla="*/ 0 h 11"/>
                <a:gd name="T8" fmla="*/ 10 w 11"/>
                <a:gd name="T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6"/>
                  </a:moveTo>
                  <a:cubicBezTo>
                    <a:pt x="10" y="9"/>
                    <a:pt x="8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1" y="3"/>
                    <a:pt x="10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5" name="Oval 432"/>
            <p:cNvSpPr>
              <a:spLocks noChangeArrowheads="1"/>
            </p:cNvSpPr>
            <p:nvPr/>
          </p:nvSpPr>
          <p:spPr bwMode="auto">
            <a:xfrm>
              <a:off x="10574338" y="8194676"/>
              <a:ext cx="90488" cy="904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6" name="Freeform 433"/>
            <p:cNvSpPr/>
            <p:nvPr/>
          </p:nvSpPr>
          <p:spPr bwMode="auto">
            <a:xfrm>
              <a:off x="12433301" y="6573838"/>
              <a:ext cx="90488" cy="90488"/>
            </a:xfrm>
            <a:custGeom>
              <a:avLst/>
              <a:gdLst>
                <a:gd name="T0" fmla="*/ 5 w 11"/>
                <a:gd name="T1" fmla="*/ 11 h 11"/>
                <a:gd name="T2" fmla="*/ 0 w 11"/>
                <a:gd name="T3" fmla="*/ 5 h 11"/>
                <a:gd name="T4" fmla="*/ 5 w 11"/>
                <a:gd name="T5" fmla="*/ 0 h 11"/>
                <a:gd name="T6" fmla="*/ 10 w 11"/>
                <a:gd name="T7" fmla="*/ 6 h 11"/>
                <a:gd name="T8" fmla="*/ 5 w 11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5" y="11"/>
                  </a:move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1" y="3"/>
                    <a:pt x="10" y="6"/>
                  </a:cubicBezTo>
                  <a:cubicBezTo>
                    <a:pt x="10" y="9"/>
                    <a:pt x="8" y="11"/>
                    <a:pt x="5" y="1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7" name="Oval 434"/>
            <p:cNvSpPr>
              <a:spLocks noChangeArrowheads="1"/>
            </p:cNvSpPr>
            <p:nvPr/>
          </p:nvSpPr>
          <p:spPr bwMode="auto">
            <a:xfrm>
              <a:off x="12433301" y="6343651"/>
              <a:ext cx="82550" cy="904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8" name="Freeform 435"/>
            <p:cNvSpPr/>
            <p:nvPr/>
          </p:nvSpPr>
          <p:spPr bwMode="auto">
            <a:xfrm>
              <a:off x="8961438" y="6573838"/>
              <a:ext cx="90488" cy="90488"/>
            </a:xfrm>
            <a:custGeom>
              <a:avLst/>
              <a:gdLst>
                <a:gd name="T0" fmla="*/ 11 w 11"/>
                <a:gd name="T1" fmla="*/ 5 h 11"/>
                <a:gd name="T2" fmla="*/ 5 w 11"/>
                <a:gd name="T3" fmla="*/ 11 h 11"/>
                <a:gd name="T4" fmla="*/ 0 w 11"/>
                <a:gd name="T5" fmla="*/ 5 h 11"/>
                <a:gd name="T6" fmla="*/ 5 w 11"/>
                <a:gd name="T7" fmla="*/ 0 h 11"/>
                <a:gd name="T8" fmla="*/ 11 w 11"/>
                <a:gd name="T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1" y="5"/>
                  </a:moveTo>
                  <a:cubicBezTo>
                    <a:pt x="11" y="8"/>
                    <a:pt x="8" y="10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1" y="2"/>
                    <a:pt x="11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9" name="Oval 436"/>
            <p:cNvSpPr>
              <a:spLocks noChangeArrowheads="1"/>
            </p:cNvSpPr>
            <p:nvPr/>
          </p:nvSpPr>
          <p:spPr bwMode="auto">
            <a:xfrm>
              <a:off x="8961438" y="6343651"/>
              <a:ext cx="90488" cy="809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0" name="Oval 437"/>
            <p:cNvSpPr>
              <a:spLocks noChangeArrowheads="1"/>
            </p:cNvSpPr>
            <p:nvPr/>
          </p:nvSpPr>
          <p:spPr bwMode="auto">
            <a:xfrm>
              <a:off x="10812463" y="4721226"/>
              <a:ext cx="90488" cy="904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1" name="Freeform 438"/>
            <p:cNvSpPr/>
            <p:nvPr/>
          </p:nvSpPr>
          <p:spPr bwMode="auto">
            <a:xfrm>
              <a:off x="10582276" y="4721226"/>
              <a:ext cx="90488" cy="90488"/>
            </a:xfrm>
            <a:custGeom>
              <a:avLst/>
              <a:gdLst>
                <a:gd name="T0" fmla="*/ 5 w 11"/>
                <a:gd name="T1" fmla="*/ 0 h 11"/>
                <a:gd name="T2" fmla="*/ 11 w 11"/>
                <a:gd name="T3" fmla="*/ 5 h 11"/>
                <a:gd name="T4" fmla="*/ 5 w 11"/>
                <a:gd name="T5" fmla="*/ 11 h 11"/>
                <a:gd name="T6" fmla="*/ 0 w 11"/>
                <a:gd name="T7" fmla="*/ 5 h 11"/>
                <a:gd name="T8" fmla="*/ 5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5" y="0"/>
                  </a:moveTo>
                  <a:cubicBezTo>
                    <a:pt x="8" y="0"/>
                    <a:pt x="11" y="2"/>
                    <a:pt x="11" y="5"/>
                  </a:cubicBezTo>
                  <a:cubicBezTo>
                    <a:pt x="11" y="8"/>
                    <a:pt x="8" y="11"/>
                    <a:pt x="5" y="11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2" name="Oval 439"/>
            <p:cNvSpPr>
              <a:spLocks noChangeArrowheads="1"/>
            </p:cNvSpPr>
            <p:nvPr/>
          </p:nvSpPr>
          <p:spPr bwMode="auto">
            <a:xfrm>
              <a:off x="9998076" y="8080376"/>
              <a:ext cx="90488" cy="904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3" name="Freeform 440"/>
            <p:cNvSpPr/>
            <p:nvPr/>
          </p:nvSpPr>
          <p:spPr bwMode="auto">
            <a:xfrm>
              <a:off x="11388726" y="8080376"/>
              <a:ext cx="90488" cy="90488"/>
            </a:xfrm>
            <a:custGeom>
              <a:avLst/>
              <a:gdLst>
                <a:gd name="T0" fmla="*/ 11 w 11"/>
                <a:gd name="T1" fmla="*/ 5 h 11"/>
                <a:gd name="T2" fmla="*/ 5 w 11"/>
                <a:gd name="T3" fmla="*/ 11 h 11"/>
                <a:gd name="T4" fmla="*/ 0 w 11"/>
                <a:gd name="T5" fmla="*/ 5 h 11"/>
                <a:gd name="T6" fmla="*/ 5 w 11"/>
                <a:gd name="T7" fmla="*/ 0 h 11"/>
                <a:gd name="T8" fmla="*/ 11 w 11"/>
                <a:gd name="T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1" y="5"/>
                  </a:moveTo>
                  <a:cubicBezTo>
                    <a:pt x="11" y="8"/>
                    <a:pt x="8" y="11"/>
                    <a:pt x="5" y="11"/>
                  </a:cubicBezTo>
                  <a:cubicBezTo>
                    <a:pt x="2" y="11"/>
                    <a:pt x="0" y="9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1" y="2"/>
                    <a:pt x="11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4" name="Freeform 441"/>
            <p:cNvSpPr/>
            <p:nvPr/>
          </p:nvSpPr>
          <p:spPr bwMode="auto">
            <a:xfrm>
              <a:off x="12319001" y="7150101"/>
              <a:ext cx="82550" cy="90488"/>
            </a:xfrm>
            <a:custGeom>
              <a:avLst/>
              <a:gdLst>
                <a:gd name="T0" fmla="*/ 10 w 10"/>
                <a:gd name="T1" fmla="*/ 6 h 11"/>
                <a:gd name="T2" fmla="*/ 5 w 10"/>
                <a:gd name="T3" fmla="*/ 11 h 11"/>
                <a:gd name="T4" fmla="*/ 0 w 10"/>
                <a:gd name="T5" fmla="*/ 6 h 11"/>
                <a:gd name="T6" fmla="*/ 5 w 10"/>
                <a:gd name="T7" fmla="*/ 0 h 11"/>
                <a:gd name="T8" fmla="*/ 10 w 10"/>
                <a:gd name="T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6"/>
                  </a:moveTo>
                  <a:cubicBezTo>
                    <a:pt x="10" y="9"/>
                    <a:pt x="8" y="11"/>
                    <a:pt x="5" y="11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8" y="1"/>
                    <a:pt x="10" y="3"/>
                    <a:pt x="10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5" name="Freeform 442"/>
            <p:cNvSpPr/>
            <p:nvPr/>
          </p:nvSpPr>
          <p:spPr bwMode="auto">
            <a:xfrm>
              <a:off x="10344151" y="8194676"/>
              <a:ext cx="90488" cy="90488"/>
            </a:xfrm>
            <a:custGeom>
              <a:avLst/>
              <a:gdLst>
                <a:gd name="T0" fmla="*/ 11 w 11"/>
                <a:gd name="T1" fmla="*/ 5 h 11"/>
                <a:gd name="T2" fmla="*/ 6 w 11"/>
                <a:gd name="T3" fmla="*/ 10 h 11"/>
                <a:gd name="T4" fmla="*/ 0 w 11"/>
                <a:gd name="T5" fmla="*/ 5 h 11"/>
                <a:gd name="T6" fmla="*/ 6 w 11"/>
                <a:gd name="T7" fmla="*/ 0 h 11"/>
                <a:gd name="T8" fmla="*/ 11 w 11"/>
                <a:gd name="T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1" y="5"/>
                  </a:moveTo>
                  <a:cubicBezTo>
                    <a:pt x="11" y="8"/>
                    <a:pt x="9" y="10"/>
                    <a:pt x="6" y="10"/>
                  </a:cubicBezTo>
                  <a:cubicBezTo>
                    <a:pt x="3" y="11"/>
                    <a:pt x="0" y="8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1" y="2"/>
                    <a:pt x="11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6" name="Freeform 443"/>
            <p:cNvSpPr/>
            <p:nvPr/>
          </p:nvSpPr>
          <p:spPr bwMode="auto">
            <a:xfrm>
              <a:off x="12319001" y="5767388"/>
              <a:ext cx="90488" cy="80963"/>
            </a:xfrm>
            <a:custGeom>
              <a:avLst/>
              <a:gdLst>
                <a:gd name="T0" fmla="*/ 5 w 11"/>
                <a:gd name="T1" fmla="*/ 0 h 10"/>
                <a:gd name="T2" fmla="*/ 11 w 11"/>
                <a:gd name="T3" fmla="*/ 5 h 10"/>
                <a:gd name="T4" fmla="*/ 5 w 11"/>
                <a:gd name="T5" fmla="*/ 10 h 10"/>
                <a:gd name="T6" fmla="*/ 0 w 11"/>
                <a:gd name="T7" fmla="*/ 5 h 10"/>
                <a:gd name="T8" fmla="*/ 5 w 1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5" y="0"/>
                  </a:moveTo>
                  <a:cubicBezTo>
                    <a:pt x="8" y="0"/>
                    <a:pt x="11" y="2"/>
                    <a:pt x="11" y="5"/>
                  </a:cubicBezTo>
                  <a:cubicBezTo>
                    <a:pt x="11" y="8"/>
                    <a:pt x="8" y="10"/>
                    <a:pt x="5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2"/>
                    <a:pt x="3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7" name="Freeform 444"/>
            <p:cNvSpPr/>
            <p:nvPr/>
          </p:nvSpPr>
          <p:spPr bwMode="auto">
            <a:xfrm>
              <a:off x="9077326" y="7150101"/>
              <a:ext cx="82550" cy="90488"/>
            </a:xfrm>
            <a:custGeom>
              <a:avLst/>
              <a:gdLst>
                <a:gd name="T0" fmla="*/ 5 w 10"/>
                <a:gd name="T1" fmla="*/ 11 h 11"/>
                <a:gd name="T2" fmla="*/ 0 w 10"/>
                <a:gd name="T3" fmla="*/ 5 h 11"/>
                <a:gd name="T4" fmla="*/ 5 w 10"/>
                <a:gd name="T5" fmla="*/ 0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0" y="3"/>
                    <a:pt x="10" y="6"/>
                  </a:cubicBezTo>
                  <a:cubicBezTo>
                    <a:pt x="10" y="9"/>
                    <a:pt x="8" y="11"/>
                    <a:pt x="5" y="1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8" name="Freeform 445"/>
            <p:cNvSpPr/>
            <p:nvPr/>
          </p:nvSpPr>
          <p:spPr bwMode="auto">
            <a:xfrm>
              <a:off x="12433301" y="6804026"/>
              <a:ext cx="82550" cy="90488"/>
            </a:xfrm>
            <a:custGeom>
              <a:avLst/>
              <a:gdLst>
                <a:gd name="T0" fmla="*/ 10 w 10"/>
                <a:gd name="T1" fmla="*/ 6 h 11"/>
                <a:gd name="T2" fmla="*/ 5 w 10"/>
                <a:gd name="T3" fmla="*/ 11 h 11"/>
                <a:gd name="T4" fmla="*/ 0 w 10"/>
                <a:gd name="T5" fmla="*/ 6 h 11"/>
                <a:gd name="T6" fmla="*/ 5 w 10"/>
                <a:gd name="T7" fmla="*/ 0 h 11"/>
                <a:gd name="T8" fmla="*/ 10 w 10"/>
                <a:gd name="T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6"/>
                  </a:moveTo>
                  <a:cubicBezTo>
                    <a:pt x="10" y="9"/>
                    <a:pt x="8" y="11"/>
                    <a:pt x="5" y="11"/>
                  </a:cubicBezTo>
                  <a:cubicBezTo>
                    <a:pt x="2" y="11"/>
                    <a:pt x="0" y="8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8" y="0"/>
                    <a:pt x="10" y="3"/>
                    <a:pt x="10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9" name="Freeform 446"/>
            <p:cNvSpPr/>
            <p:nvPr/>
          </p:nvSpPr>
          <p:spPr bwMode="auto">
            <a:xfrm>
              <a:off x="8953501" y="6804026"/>
              <a:ext cx="90488" cy="90488"/>
            </a:xfrm>
            <a:custGeom>
              <a:avLst/>
              <a:gdLst>
                <a:gd name="T0" fmla="*/ 6 w 11"/>
                <a:gd name="T1" fmla="*/ 0 h 11"/>
                <a:gd name="T2" fmla="*/ 11 w 11"/>
                <a:gd name="T3" fmla="*/ 6 h 11"/>
                <a:gd name="T4" fmla="*/ 5 w 11"/>
                <a:gd name="T5" fmla="*/ 11 h 11"/>
                <a:gd name="T6" fmla="*/ 1 w 11"/>
                <a:gd name="T7" fmla="*/ 5 h 11"/>
                <a:gd name="T8" fmla="*/ 6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6" y="0"/>
                  </a:moveTo>
                  <a:cubicBezTo>
                    <a:pt x="9" y="0"/>
                    <a:pt x="11" y="3"/>
                    <a:pt x="11" y="6"/>
                  </a:cubicBezTo>
                  <a:cubicBezTo>
                    <a:pt x="11" y="9"/>
                    <a:pt x="8" y="11"/>
                    <a:pt x="5" y="11"/>
                  </a:cubicBezTo>
                  <a:cubicBezTo>
                    <a:pt x="3" y="10"/>
                    <a:pt x="0" y="8"/>
                    <a:pt x="1" y="5"/>
                  </a:cubicBezTo>
                  <a:cubicBezTo>
                    <a:pt x="1" y="2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0" name="Freeform 447"/>
            <p:cNvSpPr/>
            <p:nvPr/>
          </p:nvSpPr>
          <p:spPr bwMode="auto">
            <a:xfrm>
              <a:off x="11044238" y="8194676"/>
              <a:ext cx="90488" cy="90488"/>
            </a:xfrm>
            <a:custGeom>
              <a:avLst/>
              <a:gdLst>
                <a:gd name="T0" fmla="*/ 10 w 11"/>
                <a:gd name="T1" fmla="*/ 5 h 11"/>
                <a:gd name="T2" fmla="*/ 5 w 11"/>
                <a:gd name="T3" fmla="*/ 11 h 11"/>
                <a:gd name="T4" fmla="*/ 0 w 11"/>
                <a:gd name="T5" fmla="*/ 5 h 11"/>
                <a:gd name="T6" fmla="*/ 5 w 11"/>
                <a:gd name="T7" fmla="*/ 0 h 11"/>
                <a:gd name="T8" fmla="*/ 10 w 11"/>
                <a:gd name="T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5"/>
                  </a:moveTo>
                  <a:cubicBezTo>
                    <a:pt x="11" y="8"/>
                    <a:pt x="8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8" y="0"/>
                    <a:pt x="10" y="2"/>
                    <a:pt x="10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1" name="Freeform 448"/>
            <p:cNvSpPr/>
            <p:nvPr/>
          </p:nvSpPr>
          <p:spPr bwMode="auto">
            <a:xfrm>
              <a:off x="8961438" y="6111876"/>
              <a:ext cx="90488" cy="82550"/>
            </a:xfrm>
            <a:custGeom>
              <a:avLst/>
              <a:gdLst>
                <a:gd name="T0" fmla="*/ 10 w 11"/>
                <a:gd name="T1" fmla="*/ 5 h 10"/>
                <a:gd name="T2" fmla="*/ 5 w 11"/>
                <a:gd name="T3" fmla="*/ 10 h 10"/>
                <a:gd name="T4" fmla="*/ 0 w 11"/>
                <a:gd name="T5" fmla="*/ 5 h 10"/>
                <a:gd name="T6" fmla="*/ 5 w 11"/>
                <a:gd name="T7" fmla="*/ 0 h 10"/>
                <a:gd name="T8" fmla="*/ 10 w 11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10" y="5"/>
                  </a:moveTo>
                  <a:cubicBezTo>
                    <a:pt x="10" y="8"/>
                    <a:pt x="8" y="10"/>
                    <a:pt x="5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1" y="2"/>
                    <a:pt x="10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2" name="Oval 449"/>
            <p:cNvSpPr>
              <a:spLocks noChangeArrowheads="1"/>
            </p:cNvSpPr>
            <p:nvPr/>
          </p:nvSpPr>
          <p:spPr bwMode="auto">
            <a:xfrm>
              <a:off x="11388726" y="4837113"/>
              <a:ext cx="90488" cy="904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3" name="Freeform 450"/>
            <p:cNvSpPr/>
            <p:nvPr/>
          </p:nvSpPr>
          <p:spPr bwMode="auto">
            <a:xfrm>
              <a:off x="9077326" y="5757863"/>
              <a:ext cx="90488" cy="90488"/>
            </a:xfrm>
            <a:custGeom>
              <a:avLst/>
              <a:gdLst>
                <a:gd name="T0" fmla="*/ 5 w 11"/>
                <a:gd name="T1" fmla="*/ 11 h 11"/>
                <a:gd name="T2" fmla="*/ 0 w 11"/>
                <a:gd name="T3" fmla="*/ 6 h 11"/>
                <a:gd name="T4" fmla="*/ 5 w 11"/>
                <a:gd name="T5" fmla="*/ 0 h 11"/>
                <a:gd name="T6" fmla="*/ 10 w 11"/>
                <a:gd name="T7" fmla="*/ 5 h 11"/>
                <a:gd name="T8" fmla="*/ 5 w 11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5" y="11"/>
                  </a:moveTo>
                  <a:cubicBezTo>
                    <a:pt x="2" y="11"/>
                    <a:pt x="0" y="8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8" y="0"/>
                    <a:pt x="10" y="3"/>
                    <a:pt x="10" y="5"/>
                  </a:cubicBezTo>
                  <a:cubicBezTo>
                    <a:pt x="11" y="8"/>
                    <a:pt x="8" y="11"/>
                    <a:pt x="5" y="1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4" name="Oval 451"/>
            <p:cNvSpPr>
              <a:spLocks noChangeArrowheads="1"/>
            </p:cNvSpPr>
            <p:nvPr/>
          </p:nvSpPr>
          <p:spPr bwMode="auto">
            <a:xfrm>
              <a:off x="10352088" y="4721226"/>
              <a:ext cx="82550" cy="825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5" name="Freeform 452"/>
            <p:cNvSpPr/>
            <p:nvPr/>
          </p:nvSpPr>
          <p:spPr bwMode="auto">
            <a:xfrm>
              <a:off x="9998076" y="4837113"/>
              <a:ext cx="90488" cy="80963"/>
            </a:xfrm>
            <a:custGeom>
              <a:avLst/>
              <a:gdLst>
                <a:gd name="T0" fmla="*/ 11 w 11"/>
                <a:gd name="T1" fmla="*/ 5 h 10"/>
                <a:gd name="T2" fmla="*/ 6 w 11"/>
                <a:gd name="T3" fmla="*/ 10 h 10"/>
                <a:gd name="T4" fmla="*/ 0 w 11"/>
                <a:gd name="T5" fmla="*/ 5 h 10"/>
                <a:gd name="T6" fmla="*/ 6 w 11"/>
                <a:gd name="T7" fmla="*/ 0 h 10"/>
                <a:gd name="T8" fmla="*/ 11 w 11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11" y="5"/>
                  </a:moveTo>
                  <a:cubicBezTo>
                    <a:pt x="11" y="8"/>
                    <a:pt x="9" y="10"/>
                    <a:pt x="6" y="10"/>
                  </a:cubicBezTo>
                  <a:cubicBezTo>
                    <a:pt x="3" y="10"/>
                    <a:pt x="0" y="8"/>
                    <a:pt x="0" y="5"/>
                  </a:cubicBezTo>
                  <a:cubicBezTo>
                    <a:pt x="1" y="2"/>
                    <a:pt x="3" y="0"/>
                    <a:pt x="6" y="0"/>
                  </a:cubicBezTo>
                  <a:cubicBezTo>
                    <a:pt x="9" y="0"/>
                    <a:pt x="11" y="2"/>
                    <a:pt x="11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6" name="Freeform 453"/>
            <p:cNvSpPr/>
            <p:nvPr/>
          </p:nvSpPr>
          <p:spPr bwMode="auto">
            <a:xfrm>
              <a:off x="12433301" y="6111876"/>
              <a:ext cx="90488" cy="82550"/>
            </a:xfrm>
            <a:custGeom>
              <a:avLst/>
              <a:gdLst>
                <a:gd name="T0" fmla="*/ 11 w 11"/>
                <a:gd name="T1" fmla="*/ 5 h 10"/>
                <a:gd name="T2" fmla="*/ 5 w 11"/>
                <a:gd name="T3" fmla="*/ 10 h 10"/>
                <a:gd name="T4" fmla="*/ 0 w 11"/>
                <a:gd name="T5" fmla="*/ 5 h 10"/>
                <a:gd name="T6" fmla="*/ 5 w 11"/>
                <a:gd name="T7" fmla="*/ 0 h 10"/>
                <a:gd name="T8" fmla="*/ 11 w 11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11" y="5"/>
                  </a:moveTo>
                  <a:cubicBezTo>
                    <a:pt x="11" y="8"/>
                    <a:pt x="8" y="10"/>
                    <a:pt x="5" y="10"/>
                  </a:cubicBezTo>
                  <a:cubicBezTo>
                    <a:pt x="3" y="10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1" y="2"/>
                    <a:pt x="11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7" name="Freeform 454"/>
            <p:cNvSpPr/>
            <p:nvPr/>
          </p:nvSpPr>
          <p:spPr bwMode="auto">
            <a:xfrm>
              <a:off x="11044238" y="4721226"/>
              <a:ext cx="90488" cy="90488"/>
            </a:xfrm>
            <a:custGeom>
              <a:avLst/>
              <a:gdLst>
                <a:gd name="T0" fmla="*/ 6 w 11"/>
                <a:gd name="T1" fmla="*/ 0 h 11"/>
                <a:gd name="T2" fmla="*/ 11 w 11"/>
                <a:gd name="T3" fmla="*/ 5 h 11"/>
                <a:gd name="T4" fmla="*/ 5 w 11"/>
                <a:gd name="T5" fmla="*/ 10 h 11"/>
                <a:gd name="T6" fmla="*/ 0 w 11"/>
                <a:gd name="T7" fmla="*/ 5 h 11"/>
                <a:gd name="T8" fmla="*/ 6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6" y="0"/>
                  </a:moveTo>
                  <a:cubicBezTo>
                    <a:pt x="8" y="0"/>
                    <a:pt x="11" y="2"/>
                    <a:pt x="11" y="5"/>
                  </a:cubicBezTo>
                  <a:cubicBezTo>
                    <a:pt x="11" y="8"/>
                    <a:pt x="8" y="11"/>
                    <a:pt x="5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8" name="Oval 455"/>
            <p:cNvSpPr>
              <a:spLocks noChangeArrowheads="1"/>
            </p:cNvSpPr>
            <p:nvPr/>
          </p:nvSpPr>
          <p:spPr bwMode="auto">
            <a:xfrm>
              <a:off x="9423401" y="7734301"/>
              <a:ext cx="80963" cy="825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9" name="Oval 456"/>
            <p:cNvSpPr>
              <a:spLocks noChangeArrowheads="1"/>
            </p:cNvSpPr>
            <p:nvPr/>
          </p:nvSpPr>
          <p:spPr bwMode="auto">
            <a:xfrm>
              <a:off x="11972926" y="7734301"/>
              <a:ext cx="82550" cy="825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0" name="Oval 457"/>
            <p:cNvSpPr>
              <a:spLocks noChangeArrowheads="1"/>
            </p:cNvSpPr>
            <p:nvPr/>
          </p:nvSpPr>
          <p:spPr bwMode="auto">
            <a:xfrm>
              <a:off x="12088813" y="7618413"/>
              <a:ext cx="82550" cy="825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1" name="Freeform 458"/>
            <p:cNvSpPr/>
            <p:nvPr/>
          </p:nvSpPr>
          <p:spPr bwMode="auto">
            <a:xfrm>
              <a:off x="11858626" y="7848601"/>
              <a:ext cx="82550" cy="92075"/>
            </a:xfrm>
            <a:custGeom>
              <a:avLst/>
              <a:gdLst>
                <a:gd name="T0" fmla="*/ 10 w 10"/>
                <a:gd name="T1" fmla="*/ 5 h 11"/>
                <a:gd name="T2" fmla="*/ 5 w 10"/>
                <a:gd name="T3" fmla="*/ 10 h 11"/>
                <a:gd name="T4" fmla="*/ 0 w 10"/>
                <a:gd name="T5" fmla="*/ 5 h 11"/>
                <a:gd name="T6" fmla="*/ 5 w 10"/>
                <a:gd name="T7" fmla="*/ 0 h 11"/>
                <a:gd name="T8" fmla="*/ 10 w 10"/>
                <a:gd name="T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5"/>
                  </a:moveTo>
                  <a:cubicBezTo>
                    <a:pt x="10" y="8"/>
                    <a:pt x="8" y="10"/>
                    <a:pt x="5" y="10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7" y="0"/>
                    <a:pt x="10" y="2"/>
                    <a:pt x="10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2" name="Oval 459"/>
            <p:cNvSpPr>
              <a:spLocks noChangeArrowheads="1"/>
            </p:cNvSpPr>
            <p:nvPr/>
          </p:nvSpPr>
          <p:spPr bwMode="auto">
            <a:xfrm>
              <a:off x="9537701" y="7848601"/>
              <a:ext cx="82550" cy="825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3" name="Oval 460"/>
            <p:cNvSpPr>
              <a:spLocks noChangeArrowheads="1"/>
            </p:cNvSpPr>
            <p:nvPr/>
          </p:nvSpPr>
          <p:spPr bwMode="auto">
            <a:xfrm>
              <a:off x="9307513" y="7618413"/>
              <a:ext cx="82550" cy="825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4" name="Freeform 461"/>
            <p:cNvSpPr/>
            <p:nvPr/>
          </p:nvSpPr>
          <p:spPr bwMode="auto">
            <a:xfrm>
              <a:off x="9423401" y="5181601"/>
              <a:ext cx="90488" cy="82550"/>
            </a:xfrm>
            <a:custGeom>
              <a:avLst/>
              <a:gdLst>
                <a:gd name="T0" fmla="*/ 6 w 11"/>
                <a:gd name="T1" fmla="*/ 10 h 10"/>
                <a:gd name="T2" fmla="*/ 0 w 11"/>
                <a:gd name="T3" fmla="*/ 5 h 10"/>
                <a:gd name="T4" fmla="*/ 5 w 11"/>
                <a:gd name="T5" fmla="*/ 0 h 10"/>
                <a:gd name="T6" fmla="*/ 11 w 11"/>
                <a:gd name="T7" fmla="*/ 5 h 10"/>
                <a:gd name="T8" fmla="*/ 6 w 11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6" y="10"/>
                  </a:moveTo>
                  <a:cubicBezTo>
                    <a:pt x="3" y="10"/>
                    <a:pt x="0" y="8"/>
                    <a:pt x="0" y="5"/>
                  </a:cubicBezTo>
                  <a:cubicBezTo>
                    <a:pt x="0" y="3"/>
                    <a:pt x="3" y="0"/>
                    <a:pt x="5" y="0"/>
                  </a:cubicBezTo>
                  <a:cubicBezTo>
                    <a:pt x="8" y="0"/>
                    <a:pt x="10" y="2"/>
                    <a:pt x="11" y="5"/>
                  </a:cubicBezTo>
                  <a:cubicBezTo>
                    <a:pt x="11" y="8"/>
                    <a:pt x="8" y="10"/>
                    <a:pt x="6" y="1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5" name="Oval 462"/>
            <p:cNvSpPr>
              <a:spLocks noChangeArrowheads="1"/>
            </p:cNvSpPr>
            <p:nvPr/>
          </p:nvSpPr>
          <p:spPr bwMode="auto">
            <a:xfrm>
              <a:off x="11972926" y="5181601"/>
              <a:ext cx="82550" cy="904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6" name="Freeform 463"/>
            <p:cNvSpPr/>
            <p:nvPr/>
          </p:nvSpPr>
          <p:spPr bwMode="auto">
            <a:xfrm>
              <a:off x="11274426" y="8194676"/>
              <a:ext cx="82550" cy="90488"/>
            </a:xfrm>
            <a:custGeom>
              <a:avLst/>
              <a:gdLst>
                <a:gd name="T0" fmla="*/ 10 w 10"/>
                <a:gd name="T1" fmla="*/ 6 h 11"/>
                <a:gd name="T2" fmla="*/ 5 w 10"/>
                <a:gd name="T3" fmla="*/ 11 h 11"/>
                <a:gd name="T4" fmla="*/ 0 w 10"/>
                <a:gd name="T5" fmla="*/ 5 h 11"/>
                <a:gd name="T6" fmla="*/ 5 w 10"/>
                <a:gd name="T7" fmla="*/ 0 h 11"/>
                <a:gd name="T8" fmla="*/ 10 w 10"/>
                <a:gd name="T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6"/>
                  </a:moveTo>
                  <a:cubicBezTo>
                    <a:pt x="10" y="8"/>
                    <a:pt x="8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3"/>
                    <a:pt x="3" y="0"/>
                    <a:pt x="5" y="0"/>
                  </a:cubicBezTo>
                  <a:cubicBezTo>
                    <a:pt x="8" y="0"/>
                    <a:pt x="10" y="3"/>
                    <a:pt x="10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7" name="Freeform 464"/>
            <p:cNvSpPr/>
            <p:nvPr/>
          </p:nvSpPr>
          <p:spPr bwMode="auto">
            <a:xfrm>
              <a:off x="9537701" y="5067301"/>
              <a:ext cx="90488" cy="82550"/>
            </a:xfrm>
            <a:custGeom>
              <a:avLst/>
              <a:gdLst>
                <a:gd name="T0" fmla="*/ 11 w 11"/>
                <a:gd name="T1" fmla="*/ 5 h 10"/>
                <a:gd name="T2" fmla="*/ 6 w 11"/>
                <a:gd name="T3" fmla="*/ 10 h 10"/>
                <a:gd name="T4" fmla="*/ 0 w 11"/>
                <a:gd name="T5" fmla="*/ 5 h 10"/>
                <a:gd name="T6" fmla="*/ 5 w 11"/>
                <a:gd name="T7" fmla="*/ 0 h 10"/>
                <a:gd name="T8" fmla="*/ 11 w 11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11" y="5"/>
                  </a:moveTo>
                  <a:cubicBezTo>
                    <a:pt x="11" y="8"/>
                    <a:pt x="8" y="10"/>
                    <a:pt x="6" y="10"/>
                  </a:cubicBezTo>
                  <a:cubicBezTo>
                    <a:pt x="3" y="10"/>
                    <a:pt x="1" y="8"/>
                    <a:pt x="0" y="5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8" y="0"/>
                    <a:pt x="11" y="2"/>
                    <a:pt x="11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8" name="Freeform 465"/>
            <p:cNvSpPr/>
            <p:nvPr/>
          </p:nvSpPr>
          <p:spPr bwMode="auto">
            <a:xfrm>
              <a:off x="9307513" y="5297488"/>
              <a:ext cx="90488" cy="82550"/>
            </a:xfrm>
            <a:custGeom>
              <a:avLst/>
              <a:gdLst>
                <a:gd name="T0" fmla="*/ 10 w 11"/>
                <a:gd name="T1" fmla="*/ 5 h 10"/>
                <a:gd name="T2" fmla="*/ 5 w 11"/>
                <a:gd name="T3" fmla="*/ 10 h 10"/>
                <a:gd name="T4" fmla="*/ 0 w 11"/>
                <a:gd name="T5" fmla="*/ 5 h 10"/>
                <a:gd name="T6" fmla="*/ 5 w 11"/>
                <a:gd name="T7" fmla="*/ 0 h 10"/>
                <a:gd name="T8" fmla="*/ 10 w 11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10" y="5"/>
                  </a:moveTo>
                  <a:cubicBezTo>
                    <a:pt x="10" y="8"/>
                    <a:pt x="8" y="10"/>
                    <a:pt x="5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2"/>
                    <a:pt x="3" y="0"/>
                    <a:pt x="5" y="0"/>
                  </a:cubicBezTo>
                  <a:cubicBezTo>
                    <a:pt x="8" y="0"/>
                    <a:pt x="11" y="3"/>
                    <a:pt x="10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9" name="Freeform 466"/>
            <p:cNvSpPr/>
            <p:nvPr/>
          </p:nvSpPr>
          <p:spPr bwMode="auto">
            <a:xfrm>
              <a:off x="10121901" y="8194676"/>
              <a:ext cx="82550" cy="82550"/>
            </a:xfrm>
            <a:custGeom>
              <a:avLst/>
              <a:gdLst>
                <a:gd name="T0" fmla="*/ 5 w 10"/>
                <a:gd name="T1" fmla="*/ 0 h 10"/>
                <a:gd name="T2" fmla="*/ 10 w 10"/>
                <a:gd name="T3" fmla="*/ 5 h 10"/>
                <a:gd name="T4" fmla="*/ 4 w 10"/>
                <a:gd name="T5" fmla="*/ 10 h 10"/>
                <a:gd name="T6" fmla="*/ 0 w 10"/>
                <a:gd name="T7" fmla="*/ 5 h 10"/>
                <a:gd name="T8" fmla="*/ 5 w 1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5" y="0"/>
                  </a:moveTo>
                  <a:cubicBezTo>
                    <a:pt x="7" y="0"/>
                    <a:pt x="10" y="3"/>
                    <a:pt x="10" y="5"/>
                  </a:cubicBezTo>
                  <a:cubicBezTo>
                    <a:pt x="10" y="8"/>
                    <a:pt x="7" y="10"/>
                    <a:pt x="4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0" name="Freeform 467"/>
            <p:cNvSpPr/>
            <p:nvPr/>
          </p:nvSpPr>
          <p:spPr bwMode="auto">
            <a:xfrm>
              <a:off x="11858626" y="5067301"/>
              <a:ext cx="82550" cy="90488"/>
            </a:xfrm>
            <a:custGeom>
              <a:avLst/>
              <a:gdLst>
                <a:gd name="T0" fmla="*/ 5 w 10"/>
                <a:gd name="T1" fmla="*/ 0 h 11"/>
                <a:gd name="T2" fmla="*/ 10 w 10"/>
                <a:gd name="T3" fmla="*/ 5 h 11"/>
                <a:gd name="T4" fmla="*/ 5 w 10"/>
                <a:gd name="T5" fmla="*/ 11 h 11"/>
                <a:gd name="T6" fmla="*/ 0 w 10"/>
                <a:gd name="T7" fmla="*/ 6 h 11"/>
                <a:gd name="T8" fmla="*/ 5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0"/>
                  </a:moveTo>
                  <a:cubicBezTo>
                    <a:pt x="8" y="0"/>
                    <a:pt x="10" y="3"/>
                    <a:pt x="10" y="5"/>
                  </a:cubicBezTo>
                  <a:cubicBezTo>
                    <a:pt x="10" y="8"/>
                    <a:pt x="8" y="11"/>
                    <a:pt x="5" y="11"/>
                  </a:cubicBezTo>
                  <a:cubicBezTo>
                    <a:pt x="2" y="11"/>
                    <a:pt x="0" y="8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1" name="Freeform 468"/>
            <p:cNvSpPr/>
            <p:nvPr/>
          </p:nvSpPr>
          <p:spPr bwMode="auto">
            <a:xfrm>
              <a:off x="12088813" y="5297488"/>
              <a:ext cx="82550" cy="90488"/>
            </a:xfrm>
            <a:custGeom>
              <a:avLst/>
              <a:gdLst>
                <a:gd name="T0" fmla="*/ 10 w 10"/>
                <a:gd name="T1" fmla="*/ 5 h 11"/>
                <a:gd name="T2" fmla="*/ 5 w 10"/>
                <a:gd name="T3" fmla="*/ 11 h 11"/>
                <a:gd name="T4" fmla="*/ 0 w 10"/>
                <a:gd name="T5" fmla="*/ 6 h 11"/>
                <a:gd name="T6" fmla="*/ 5 w 10"/>
                <a:gd name="T7" fmla="*/ 0 h 11"/>
                <a:gd name="T8" fmla="*/ 10 w 10"/>
                <a:gd name="T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5"/>
                  </a:moveTo>
                  <a:cubicBezTo>
                    <a:pt x="10" y="8"/>
                    <a:pt x="8" y="11"/>
                    <a:pt x="5" y="11"/>
                  </a:cubicBezTo>
                  <a:cubicBezTo>
                    <a:pt x="3" y="11"/>
                    <a:pt x="0" y="9"/>
                    <a:pt x="0" y="6"/>
                  </a:cubicBezTo>
                  <a:cubicBezTo>
                    <a:pt x="0" y="3"/>
                    <a:pt x="2" y="1"/>
                    <a:pt x="5" y="0"/>
                  </a:cubicBezTo>
                  <a:cubicBezTo>
                    <a:pt x="8" y="0"/>
                    <a:pt x="10" y="3"/>
                    <a:pt x="10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2" name="Freeform 469"/>
            <p:cNvSpPr/>
            <p:nvPr/>
          </p:nvSpPr>
          <p:spPr bwMode="auto">
            <a:xfrm>
              <a:off x="9653588" y="7964488"/>
              <a:ext cx="82550" cy="82550"/>
            </a:xfrm>
            <a:custGeom>
              <a:avLst/>
              <a:gdLst>
                <a:gd name="T0" fmla="*/ 5 w 10"/>
                <a:gd name="T1" fmla="*/ 0 h 10"/>
                <a:gd name="T2" fmla="*/ 10 w 10"/>
                <a:gd name="T3" fmla="*/ 5 h 10"/>
                <a:gd name="T4" fmla="*/ 5 w 10"/>
                <a:gd name="T5" fmla="*/ 10 h 10"/>
                <a:gd name="T6" fmla="*/ 0 w 10"/>
                <a:gd name="T7" fmla="*/ 5 h 10"/>
                <a:gd name="T8" fmla="*/ 5 w 1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5" y="0"/>
                  </a:moveTo>
                  <a:cubicBezTo>
                    <a:pt x="8" y="0"/>
                    <a:pt x="10" y="2"/>
                    <a:pt x="10" y="5"/>
                  </a:cubicBezTo>
                  <a:cubicBezTo>
                    <a:pt x="10" y="8"/>
                    <a:pt x="8" y="10"/>
                    <a:pt x="5" y="10"/>
                  </a:cubicBezTo>
                  <a:cubicBezTo>
                    <a:pt x="3" y="10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3" name="Freeform 470"/>
            <p:cNvSpPr/>
            <p:nvPr/>
          </p:nvSpPr>
          <p:spPr bwMode="auto">
            <a:xfrm>
              <a:off x="11742738" y="7964488"/>
              <a:ext cx="82550" cy="82550"/>
            </a:xfrm>
            <a:custGeom>
              <a:avLst/>
              <a:gdLst>
                <a:gd name="T0" fmla="*/ 5 w 10"/>
                <a:gd name="T1" fmla="*/ 10 h 10"/>
                <a:gd name="T2" fmla="*/ 0 w 10"/>
                <a:gd name="T3" fmla="*/ 5 h 10"/>
                <a:gd name="T4" fmla="*/ 5 w 10"/>
                <a:gd name="T5" fmla="*/ 0 h 10"/>
                <a:gd name="T6" fmla="*/ 10 w 10"/>
                <a:gd name="T7" fmla="*/ 5 h 10"/>
                <a:gd name="T8" fmla="*/ 5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5" y="10"/>
                  </a:moveTo>
                  <a:cubicBezTo>
                    <a:pt x="2" y="10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10" y="3"/>
                    <a:pt x="10" y="5"/>
                  </a:cubicBezTo>
                  <a:cubicBezTo>
                    <a:pt x="10" y="8"/>
                    <a:pt x="7" y="10"/>
                    <a:pt x="5" y="1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4" name="Freeform 471"/>
            <p:cNvSpPr/>
            <p:nvPr/>
          </p:nvSpPr>
          <p:spPr bwMode="auto">
            <a:xfrm>
              <a:off x="8961438" y="5881688"/>
              <a:ext cx="82550" cy="82550"/>
            </a:xfrm>
            <a:custGeom>
              <a:avLst/>
              <a:gdLst>
                <a:gd name="T0" fmla="*/ 5 w 10"/>
                <a:gd name="T1" fmla="*/ 10 h 10"/>
                <a:gd name="T2" fmla="*/ 0 w 10"/>
                <a:gd name="T3" fmla="*/ 4 h 10"/>
                <a:gd name="T4" fmla="*/ 5 w 10"/>
                <a:gd name="T5" fmla="*/ 0 h 10"/>
                <a:gd name="T6" fmla="*/ 10 w 10"/>
                <a:gd name="T7" fmla="*/ 5 h 10"/>
                <a:gd name="T8" fmla="*/ 5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5" y="10"/>
                  </a:moveTo>
                  <a:cubicBezTo>
                    <a:pt x="2" y="10"/>
                    <a:pt x="0" y="7"/>
                    <a:pt x="0" y="4"/>
                  </a:cubicBezTo>
                  <a:cubicBezTo>
                    <a:pt x="0" y="2"/>
                    <a:pt x="3" y="0"/>
                    <a:pt x="5" y="0"/>
                  </a:cubicBezTo>
                  <a:cubicBezTo>
                    <a:pt x="8" y="0"/>
                    <a:pt x="10" y="2"/>
                    <a:pt x="10" y="5"/>
                  </a:cubicBezTo>
                  <a:cubicBezTo>
                    <a:pt x="10" y="8"/>
                    <a:pt x="8" y="10"/>
                    <a:pt x="5" y="1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5" name="Oval 472"/>
            <p:cNvSpPr>
              <a:spLocks noChangeArrowheads="1"/>
            </p:cNvSpPr>
            <p:nvPr/>
          </p:nvSpPr>
          <p:spPr bwMode="auto">
            <a:xfrm>
              <a:off x="12433301" y="7042151"/>
              <a:ext cx="82550" cy="825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6" name="Oval 473"/>
            <p:cNvSpPr>
              <a:spLocks noChangeArrowheads="1"/>
            </p:cNvSpPr>
            <p:nvPr/>
          </p:nvSpPr>
          <p:spPr bwMode="auto">
            <a:xfrm>
              <a:off x="12203113" y="7504113"/>
              <a:ext cx="82550" cy="825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7" name="Freeform 474"/>
            <p:cNvSpPr/>
            <p:nvPr/>
          </p:nvSpPr>
          <p:spPr bwMode="auto">
            <a:xfrm>
              <a:off x="8961438" y="7034213"/>
              <a:ext cx="82550" cy="90488"/>
            </a:xfrm>
            <a:custGeom>
              <a:avLst/>
              <a:gdLst>
                <a:gd name="T0" fmla="*/ 5 w 10"/>
                <a:gd name="T1" fmla="*/ 10 h 11"/>
                <a:gd name="T2" fmla="*/ 0 w 10"/>
                <a:gd name="T3" fmla="*/ 6 h 11"/>
                <a:gd name="T4" fmla="*/ 5 w 10"/>
                <a:gd name="T5" fmla="*/ 0 h 11"/>
                <a:gd name="T6" fmla="*/ 10 w 10"/>
                <a:gd name="T7" fmla="*/ 5 h 11"/>
                <a:gd name="T8" fmla="*/ 5 w 10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0"/>
                  </a:moveTo>
                  <a:cubicBezTo>
                    <a:pt x="2" y="11"/>
                    <a:pt x="0" y="8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8" y="0"/>
                    <a:pt x="10" y="3"/>
                    <a:pt x="10" y="5"/>
                  </a:cubicBezTo>
                  <a:cubicBezTo>
                    <a:pt x="10" y="8"/>
                    <a:pt x="8" y="10"/>
                    <a:pt x="5" y="1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8" name="Oval 475"/>
            <p:cNvSpPr>
              <a:spLocks noChangeArrowheads="1"/>
            </p:cNvSpPr>
            <p:nvPr/>
          </p:nvSpPr>
          <p:spPr bwMode="auto">
            <a:xfrm>
              <a:off x="12433301" y="5881688"/>
              <a:ext cx="82550" cy="825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9" name="Freeform 476"/>
            <p:cNvSpPr/>
            <p:nvPr/>
          </p:nvSpPr>
          <p:spPr bwMode="auto">
            <a:xfrm>
              <a:off x="9191626" y="7504113"/>
              <a:ext cx="82550" cy="82550"/>
            </a:xfrm>
            <a:custGeom>
              <a:avLst/>
              <a:gdLst>
                <a:gd name="T0" fmla="*/ 10 w 10"/>
                <a:gd name="T1" fmla="*/ 5 h 10"/>
                <a:gd name="T2" fmla="*/ 5 w 10"/>
                <a:gd name="T3" fmla="*/ 10 h 10"/>
                <a:gd name="T4" fmla="*/ 0 w 10"/>
                <a:gd name="T5" fmla="*/ 5 h 10"/>
                <a:gd name="T6" fmla="*/ 5 w 10"/>
                <a:gd name="T7" fmla="*/ 0 h 10"/>
                <a:gd name="T8" fmla="*/ 10 w 10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10" y="5"/>
                  </a:moveTo>
                  <a:cubicBezTo>
                    <a:pt x="10" y="7"/>
                    <a:pt x="8" y="10"/>
                    <a:pt x="5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0" y="2"/>
                    <a:pt x="10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0" name="Freeform 477"/>
            <p:cNvSpPr/>
            <p:nvPr/>
          </p:nvSpPr>
          <p:spPr bwMode="auto">
            <a:xfrm>
              <a:off x="10121901" y="4721226"/>
              <a:ext cx="82550" cy="82550"/>
            </a:xfrm>
            <a:custGeom>
              <a:avLst/>
              <a:gdLst>
                <a:gd name="T0" fmla="*/ 5 w 10"/>
                <a:gd name="T1" fmla="*/ 10 h 10"/>
                <a:gd name="T2" fmla="*/ 0 w 10"/>
                <a:gd name="T3" fmla="*/ 5 h 10"/>
                <a:gd name="T4" fmla="*/ 5 w 10"/>
                <a:gd name="T5" fmla="*/ 0 h 10"/>
                <a:gd name="T6" fmla="*/ 10 w 10"/>
                <a:gd name="T7" fmla="*/ 5 h 10"/>
                <a:gd name="T8" fmla="*/ 5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5" y="10"/>
                  </a:moveTo>
                  <a:cubicBezTo>
                    <a:pt x="2" y="10"/>
                    <a:pt x="0" y="8"/>
                    <a:pt x="0" y="5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7" y="0"/>
                    <a:pt x="10" y="2"/>
                    <a:pt x="10" y="5"/>
                  </a:cubicBezTo>
                  <a:cubicBezTo>
                    <a:pt x="10" y="8"/>
                    <a:pt x="8" y="10"/>
                    <a:pt x="5" y="1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1" name="Freeform 478"/>
            <p:cNvSpPr/>
            <p:nvPr/>
          </p:nvSpPr>
          <p:spPr bwMode="auto">
            <a:xfrm>
              <a:off x="9661526" y="4951413"/>
              <a:ext cx="82550" cy="82550"/>
            </a:xfrm>
            <a:custGeom>
              <a:avLst/>
              <a:gdLst>
                <a:gd name="T0" fmla="*/ 5 w 10"/>
                <a:gd name="T1" fmla="*/ 10 h 10"/>
                <a:gd name="T2" fmla="*/ 0 w 10"/>
                <a:gd name="T3" fmla="*/ 5 h 10"/>
                <a:gd name="T4" fmla="*/ 5 w 10"/>
                <a:gd name="T5" fmla="*/ 0 h 10"/>
                <a:gd name="T6" fmla="*/ 10 w 10"/>
                <a:gd name="T7" fmla="*/ 5 h 10"/>
                <a:gd name="T8" fmla="*/ 5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5" y="10"/>
                  </a:moveTo>
                  <a:cubicBezTo>
                    <a:pt x="2" y="10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0" y="2"/>
                    <a:pt x="10" y="5"/>
                  </a:cubicBezTo>
                  <a:cubicBezTo>
                    <a:pt x="9" y="8"/>
                    <a:pt x="7" y="10"/>
                    <a:pt x="5" y="1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2" name="Oval 479"/>
            <p:cNvSpPr>
              <a:spLocks noChangeArrowheads="1"/>
            </p:cNvSpPr>
            <p:nvPr/>
          </p:nvSpPr>
          <p:spPr bwMode="auto">
            <a:xfrm>
              <a:off x="9191626" y="5413376"/>
              <a:ext cx="82550" cy="8096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3" name="Freeform 480"/>
            <p:cNvSpPr/>
            <p:nvPr/>
          </p:nvSpPr>
          <p:spPr bwMode="auto">
            <a:xfrm>
              <a:off x="11282363" y="4721226"/>
              <a:ext cx="82550" cy="82550"/>
            </a:xfrm>
            <a:custGeom>
              <a:avLst/>
              <a:gdLst>
                <a:gd name="T0" fmla="*/ 10 w 10"/>
                <a:gd name="T1" fmla="*/ 5 h 10"/>
                <a:gd name="T2" fmla="*/ 5 w 10"/>
                <a:gd name="T3" fmla="*/ 10 h 10"/>
                <a:gd name="T4" fmla="*/ 0 w 10"/>
                <a:gd name="T5" fmla="*/ 5 h 10"/>
                <a:gd name="T6" fmla="*/ 5 w 10"/>
                <a:gd name="T7" fmla="*/ 0 h 10"/>
                <a:gd name="T8" fmla="*/ 10 w 10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10" y="5"/>
                  </a:moveTo>
                  <a:cubicBezTo>
                    <a:pt x="10" y="8"/>
                    <a:pt x="7" y="10"/>
                    <a:pt x="5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0" y="3"/>
                    <a:pt x="10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4" name="Oval 481"/>
            <p:cNvSpPr>
              <a:spLocks noChangeArrowheads="1"/>
            </p:cNvSpPr>
            <p:nvPr/>
          </p:nvSpPr>
          <p:spPr bwMode="auto">
            <a:xfrm>
              <a:off x="11742738" y="4951413"/>
              <a:ext cx="82550" cy="825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5" name="Freeform 482"/>
            <p:cNvSpPr/>
            <p:nvPr/>
          </p:nvSpPr>
          <p:spPr bwMode="auto">
            <a:xfrm>
              <a:off x="12203113" y="5421313"/>
              <a:ext cx="82550" cy="82550"/>
            </a:xfrm>
            <a:custGeom>
              <a:avLst/>
              <a:gdLst>
                <a:gd name="T0" fmla="*/ 5 w 10"/>
                <a:gd name="T1" fmla="*/ 10 h 10"/>
                <a:gd name="T2" fmla="*/ 0 w 10"/>
                <a:gd name="T3" fmla="*/ 5 h 10"/>
                <a:gd name="T4" fmla="*/ 5 w 10"/>
                <a:gd name="T5" fmla="*/ 0 h 10"/>
                <a:gd name="T6" fmla="*/ 10 w 10"/>
                <a:gd name="T7" fmla="*/ 5 h 10"/>
                <a:gd name="T8" fmla="*/ 5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5" y="10"/>
                  </a:moveTo>
                  <a:cubicBezTo>
                    <a:pt x="2" y="10"/>
                    <a:pt x="0" y="7"/>
                    <a:pt x="0" y="5"/>
                  </a:cubicBezTo>
                  <a:cubicBezTo>
                    <a:pt x="0" y="2"/>
                    <a:pt x="3" y="0"/>
                    <a:pt x="5" y="0"/>
                  </a:cubicBezTo>
                  <a:cubicBezTo>
                    <a:pt x="8" y="0"/>
                    <a:pt x="10" y="2"/>
                    <a:pt x="10" y="5"/>
                  </a:cubicBezTo>
                  <a:cubicBezTo>
                    <a:pt x="10" y="8"/>
                    <a:pt x="8" y="10"/>
                    <a:pt x="5" y="1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6" name="Freeform 483"/>
            <p:cNvSpPr/>
            <p:nvPr/>
          </p:nvSpPr>
          <p:spPr bwMode="auto">
            <a:xfrm>
              <a:off x="10698163" y="8310563"/>
              <a:ext cx="82550" cy="82550"/>
            </a:xfrm>
            <a:custGeom>
              <a:avLst/>
              <a:gdLst>
                <a:gd name="T0" fmla="*/ 5 w 10"/>
                <a:gd name="T1" fmla="*/ 0 h 10"/>
                <a:gd name="T2" fmla="*/ 10 w 10"/>
                <a:gd name="T3" fmla="*/ 5 h 10"/>
                <a:gd name="T4" fmla="*/ 5 w 10"/>
                <a:gd name="T5" fmla="*/ 10 h 10"/>
                <a:gd name="T6" fmla="*/ 0 w 10"/>
                <a:gd name="T7" fmla="*/ 5 h 10"/>
                <a:gd name="T8" fmla="*/ 5 w 1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5" y="0"/>
                  </a:moveTo>
                  <a:cubicBezTo>
                    <a:pt x="8" y="0"/>
                    <a:pt x="10" y="2"/>
                    <a:pt x="10" y="5"/>
                  </a:cubicBezTo>
                  <a:cubicBezTo>
                    <a:pt x="10" y="8"/>
                    <a:pt x="8" y="10"/>
                    <a:pt x="5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3"/>
                    <a:pt x="2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7" name="Oval 484"/>
            <p:cNvSpPr>
              <a:spLocks noChangeArrowheads="1"/>
            </p:cNvSpPr>
            <p:nvPr/>
          </p:nvSpPr>
          <p:spPr bwMode="auto">
            <a:xfrm>
              <a:off x="8847138" y="6457951"/>
              <a:ext cx="82550" cy="825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8" name="Freeform 485"/>
            <p:cNvSpPr/>
            <p:nvPr/>
          </p:nvSpPr>
          <p:spPr bwMode="auto">
            <a:xfrm>
              <a:off x="12549188" y="6457951"/>
              <a:ext cx="82550" cy="82550"/>
            </a:xfrm>
            <a:custGeom>
              <a:avLst/>
              <a:gdLst>
                <a:gd name="T0" fmla="*/ 5 w 10"/>
                <a:gd name="T1" fmla="*/ 10 h 10"/>
                <a:gd name="T2" fmla="*/ 0 w 10"/>
                <a:gd name="T3" fmla="*/ 5 h 10"/>
                <a:gd name="T4" fmla="*/ 5 w 10"/>
                <a:gd name="T5" fmla="*/ 0 h 10"/>
                <a:gd name="T6" fmla="*/ 10 w 10"/>
                <a:gd name="T7" fmla="*/ 5 h 10"/>
                <a:gd name="T8" fmla="*/ 5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5" y="10"/>
                  </a:moveTo>
                  <a:cubicBezTo>
                    <a:pt x="2" y="10"/>
                    <a:pt x="0" y="8"/>
                    <a:pt x="0" y="5"/>
                  </a:cubicBezTo>
                  <a:cubicBezTo>
                    <a:pt x="0" y="3"/>
                    <a:pt x="3" y="0"/>
                    <a:pt x="5" y="0"/>
                  </a:cubicBezTo>
                  <a:cubicBezTo>
                    <a:pt x="8" y="1"/>
                    <a:pt x="10" y="3"/>
                    <a:pt x="10" y="5"/>
                  </a:cubicBezTo>
                  <a:cubicBezTo>
                    <a:pt x="10" y="8"/>
                    <a:pt x="8" y="10"/>
                    <a:pt x="5" y="1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9" name="Freeform 486"/>
            <p:cNvSpPr/>
            <p:nvPr/>
          </p:nvSpPr>
          <p:spPr bwMode="auto">
            <a:xfrm>
              <a:off x="10467976" y="8310563"/>
              <a:ext cx="82550" cy="82550"/>
            </a:xfrm>
            <a:custGeom>
              <a:avLst/>
              <a:gdLst>
                <a:gd name="T0" fmla="*/ 10 w 10"/>
                <a:gd name="T1" fmla="*/ 5 h 10"/>
                <a:gd name="T2" fmla="*/ 5 w 10"/>
                <a:gd name="T3" fmla="*/ 10 h 10"/>
                <a:gd name="T4" fmla="*/ 0 w 10"/>
                <a:gd name="T5" fmla="*/ 5 h 10"/>
                <a:gd name="T6" fmla="*/ 5 w 10"/>
                <a:gd name="T7" fmla="*/ 0 h 10"/>
                <a:gd name="T8" fmla="*/ 10 w 10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10" y="5"/>
                  </a:moveTo>
                  <a:cubicBezTo>
                    <a:pt x="10" y="8"/>
                    <a:pt x="8" y="10"/>
                    <a:pt x="5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7" y="0"/>
                    <a:pt x="10" y="2"/>
                    <a:pt x="10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0" name="Freeform 487"/>
            <p:cNvSpPr/>
            <p:nvPr/>
          </p:nvSpPr>
          <p:spPr bwMode="auto">
            <a:xfrm>
              <a:off x="9767888" y="8080376"/>
              <a:ext cx="82550" cy="82550"/>
            </a:xfrm>
            <a:custGeom>
              <a:avLst/>
              <a:gdLst>
                <a:gd name="T0" fmla="*/ 5 w 10"/>
                <a:gd name="T1" fmla="*/ 10 h 10"/>
                <a:gd name="T2" fmla="*/ 0 w 10"/>
                <a:gd name="T3" fmla="*/ 5 h 10"/>
                <a:gd name="T4" fmla="*/ 5 w 10"/>
                <a:gd name="T5" fmla="*/ 0 h 10"/>
                <a:gd name="T6" fmla="*/ 10 w 10"/>
                <a:gd name="T7" fmla="*/ 5 h 10"/>
                <a:gd name="T8" fmla="*/ 5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5" y="10"/>
                  </a:moveTo>
                  <a:cubicBezTo>
                    <a:pt x="3" y="10"/>
                    <a:pt x="0" y="8"/>
                    <a:pt x="0" y="5"/>
                  </a:cubicBezTo>
                  <a:cubicBezTo>
                    <a:pt x="1" y="2"/>
                    <a:pt x="3" y="0"/>
                    <a:pt x="5" y="0"/>
                  </a:cubicBezTo>
                  <a:cubicBezTo>
                    <a:pt x="8" y="0"/>
                    <a:pt x="10" y="2"/>
                    <a:pt x="10" y="5"/>
                  </a:cubicBezTo>
                  <a:cubicBezTo>
                    <a:pt x="10" y="8"/>
                    <a:pt x="8" y="10"/>
                    <a:pt x="5" y="1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1" name="Freeform 488"/>
            <p:cNvSpPr/>
            <p:nvPr/>
          </p:nvSpPr>
          <p:spPr bwMode="auto">
            <a:xfrm>
              <a:off x="9077326" y="7388226"/>
              <a:ext cx="82550" cy="82550"/>
            </a:xfrm>
            <a:custGeom>
              <a:avLst/>
              <a:gdLst>
                <a:gd name="T0" fmla="*/ 5 w 10"/>
                <a:gd name="T1" fmla="*/ 0 h 10"/>
                <a:gd name="T2" fmla="*/ 10 w 10"/>
                <a:gd name="T3" fmla="*/ 5 h 10"/>
                <a:gd name="T4" fmla="*/ 5 w 10"/>
                <a:gd name="T5" fmla="*/ 10 h 10"/>
                <a:gd name="T6" fmla="*/ 0 w 10"/>
                <a:gd name="T7" fmla="*/ 5 h 10"/>
                <a:gd name="T8" fmla="*/ 5 w 1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5" y="0"/>
                  </a:moveTo>
                  <a:cubicBezTo>
                    <a:pt x="7" y="0"/>
                    <a:pt x="10" y="2"/>
                    <a:pt x="10" y="5"/>
                  </a:cubicBezTo>
                  <a:cubicBezTo>
                    <a:pt x="10" y="7"/>
                    <a:pt x="8" y="9"/>
                    <a:pt x="5" y="10"/>
                  </a:cubicBezTo>
                  <a:cubicBezTo>
                    <a:pt x="3" y="10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2" name="Freeform 489"/>
            <p:cNvSpPr/>
            <p:nvPr/>
          </p:nvSpPr>
          <p:spPr bwMode="auto">
            <a:xfrm>
              <a:off x="9775826" y="4837113"/>
              <a:ext cx="82550" cy="80963"/>
            </a:xfrm>
            <a:custGeom>
              <a:avLst/>
              <a:gdLst>
                <a:gd name="T0" fmla="*/ 9 w 10"/>
                <a:gd name="T1" fmla="*/ 5 h 10"/>
                <a:gd name="T2" fmla="*/ 5 w 10"/>
                <a:gd name="T3" fmla="*/ 10 h 10"/>
                <a:gd name="T4" fmla="*/ 0 w 10"/>
                <a:gd name="T5" fmla="*/ 5 h 10"/>
                <a:gd name="T6" fmla="*/ 5 w 10"/>
                <a:gd name="T7" fmla="*/ 0 h 10"/>
                <a:gd name="T8" fmla="*/ 9 w 10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9" y="5"/>
                  </a:moveTo>
                  <a:cubicBezTo>
                    <a:pt x="9" y="8"/>
                    <a:pt x="7" y="10"/>
                    <a:pt x="5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10" y="2"/>
                    <a:pt x="9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3" name="Oval 490"/>
            <p:cNvSpPr>
              <a:spLocks noChangeArrowheads="1"/>
            </p:cNvSpPr>
            <p:nvPr/>
          </p:nvSpPr>
          <p:spPr bwMode="auto">
            <a:xfrm>
              <a:off x="12319001" y="7388226"/>
              <a:ext cx="82550" cy="825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4" name="Freeform 491"/>
            <p:cNvSpPr/>
            <p:nvPr/>
          </p:nvSpPr>
          <p:spPr bwMode="auto">
            <a:xfrm>
              <a:off x="9077326" y="5535613"/>
              <a:ext cx="82550" cy="74613"/>
            </a:xfrm>
            <a:custGeom>
              <a:avLst/>
              <a:gdLst>
                <a:gd name="T0" fmla="*/ 5 w 10"/>
                <a:gd name="T1" fmla="*/ 0 h 9"/>
                <a:gd name="T2" fmla="*/ 10 w 10"/>
                <a:gd name="T3" fmla="*/ 4 h 9"/>
                <a:gd name="T4" fmla="*/ 5 w 10"/>
                <a:gd name="T5" fmla="*/ 9 h 9"/>
                <a:gd name="T6" fmla="*/ 0 w 10"/>
                <a:gd name="T7" fmla="*/ 5 h 9"/>
                <a:gd name="T8" fmla="*/ 5 w 10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8" y="0"/>
                    <a:pt x="10" y="2"/>
                    <a:pt x="10" y="4"/>
                  </a:cubicBezTo>
                  <a:cubicBezTo>
                    <a:pt x="10" y="7"/>
                    <a:pt x="8" y="9"/>
                    <a:pt x="5" y="9"/>
                  </a:cubicBezTo>
                  <a:cubicBezTo>
                    <a:pt x="3" y="9"/>
                    <a:pt x="1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5" name="Oval 492"/>
            <p:cNvSpPr>
              <a:spLocks noChangeArrowheads="1"/>
            </p:cNvSpPr>
            <p:nvPr/>
          </p:nvSpPr>
          <p:spPr bwMode="auto">
            <a:xfrm>
              <a:off x="8847138" y="6688138"/>
              <a:ext cx="82550" cy="825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6" name="Freeform 493"/>
            <p:cNvSpPr/>
            <p:nvPr/>
          </p:nvSpPr>
          <p:spPr bwMode="auto">
            <a:xfrm>
              <a:off x="10928351" y="8318501"/>
              <a:ext cx="82550" cy="74613"/>
            </a:xfrm>
            <a:custGeom>
              <a:avLst/>
              <a:gdLst>
                <a:gd name="T0" fmla="*/ 5 w 10"/>
                <a:gd name="T1" fmla="*/ 9 h 9"/>
                <a:gd name="T2" fmla="*/ 0 w 10"/>
                <a:gd name="T3" fmla="*/ 4 h 9"/>
                <a:gd name="T4" fmla="*/ 5 w 10"/>
                <a:gd name="T5" fmla="*/ 0 h 9"/>
                <a:gd name="T6" fmla="*/ 10 w 10"/>
                <a:gd name="T7" fmla="*/ 4 h 9"/>
                <a:gd name="T8" fmla="*/ 5 w 10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9">
                  <a:moveTo>
                    <a:pt x="5" y="9"/>
                  </a:move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3" y="0"/>
                    <a:pt x="5" y="0"/>
                  </a:cubicBezTo>
                  <a:cubicBezTo>
                    <a:pt x="8" y="0"/>
                    <a:pt x="10" y="2"/>
                    <a:pt x="10" y="4"/>
                  </a:cubicBezTo>
                  <a:cubicBezTo>
                    <a:pt x="10" y="7"/>
                    <a:pt x="8" y="9"/>
                    <a:pt x="5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7" name="Freeform 494"/>
            <p:cNvSpPr/>
            <p:nvPr/>
          </p:nvSpPr>
          <p:spPr bwMode="auto">
            <a:xfrm>
              <a:off x="10467976" y="4605338"/>
              <a:ext cx="82550" cy="82550"/>
            </a:xfrm>
            <a:custGeom>
              <a:avLst/>
              <a:gdLst>
                <a:gd name="T0" fmla="*/ 5 w 10"/>
                <a:gd name="T1" fmla="*/ 0 h 10"/>
                <a:gd name="T2" fmla="*/ 10 w 10"/>
                <a:gd name="T3" fmla="*/ 5 h 10"/>
                <a:gd name="T4" fmla="*/ 5 w 10"/>
                <a:gd name="T5" fmla="*/ 10 h 10"/>
                <a:gd name="T6" fmla="*/ 0 w 10"/>
                <a:gd name="T7" fmla="*/ 5 h 10"/>
                <a:gd name="T8" fmla="*/ 5 w 1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5" y="0"/>
                  </a:moveTo>
                  <a:cubicBezTo>
                    <a:pt x="8" y="0"/>
                    <a:pt x="10" y="2"/>
                    <a:pt x="10" y="5"/>
                  </a:cubicBezTo>
                  <a:cubicBezTo>
                    <a:pt x="10" y="8"/>
                    <a:pt x="8" y="10"/>
                    <a:pt x="5" y="10"/>
                  </a:cubicBezTo>
                  <a:cubicBezTo>
                    <a:pt x="2" y="10"/>
                    <a:pt x="0" y="7"/>
                    <a:pt x="0" y="5"/>
                  </a:cubicBezTo>
                  <a:cubicBezTo>
                    <a:pt x="0" y="2"/>
                    <a:pt x="3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8" name="Freeform 496"/>
            <p:cNvSpPr/>
            <p:nvPr/>
          </p:nvSpPr>
          <p:spPr bwMode="auto">
            <a:xfrm>
              <a:off x="10698163" y="4605338"/>
              <a:ext cx="82550" cy="82550"/>
            </a:xfrm>
            <a:custGeom>
              <a:avLst/>
              <a:gdLst>
                <a:gd name="T0" fmla="*/ 5 w 10"/>
                <a:gd name="T1" fmla="*/ 0 h 10"/>
                <a:gd name="T2" fmla="*/ 10 w 10"/>
                <a:gd name="T3" fmla="*/ 5 h 10"/>
                <a:gd name="T4" fmla="*/ 5 w 10"/>
                <a:gd name="T5" fmla="*/ 10 h 10"/>
                <a:gd name="T6" fmla="*/ 0 w 10"/>
                <a:gd name="T7" fmla="*/ 5 h 10"/>
                <a:gd name="T8" fmla="*/ 5 w 1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5" y="0"/>
                  </a:moveTo>
                  <a:cubicBezTo>
                    <a:pt x="8" y="0"/>
                    <a:pt x="10" y="3"/>
                    <a:pt x="10" y="5"/>
                  </a:cubicBezTo>
                  <a:cubicBezTo>
                    <a:pt x="10" y="8"/>
                    <a:pt x="8" y="10"/>
                    <a:pt x="5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2"/>
                    <a:pt x="3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9" name="Freeform 497"/>
            <p:cNvSpPr/>
            <p:nvPr/>
          </p:nvSpPr>
          <p:spPr bwMode="auto">
            <a:xfrm>
              <a:off x="8847138" y="6227763"/>
              <a:ext cx="82550" cy="82550"/>
            </a:xfrm>
            <a:custGeom>
              <a:avLst/>
              <a:gdLst>
                <a:gd name="T0" fmla="*/ 5 w 10"/>
                <a:gd name="T1" fmla="*/ 0 h 10"/>
                <a:gd name="T2" fmla="*/ 10 w 10"/>
                <a:gd name="T3" fmla="*/ 5 h 10"/>
                <a:gd name="T4" fmla="*/ 5 w 10"/>
                <a:gd name="T5" fmla="*/ 10 h 10"/>
                <a:gd name="T6" fmla="*/ 0 w 10"/>
                <a:gd name="T7" fmla="*/ 5 h 10"/>
                <a:gd name="T8" fmla="*/ 5 w 1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5" y="0"/>
                  </a:moveTo>
                  <a:cubicBezTo>
                    <a:pt x="8" y="0"/>
                    <a:pt x="10" y="2"/>
                    <a:pt x="10" y="5"/>
                  </a:cubicBezTo>
                  <a:cubicBezTo>
                    <a:pt x="10" y="7"/>
                    <a:pt x="8" y="10"/>
                    <a:pt x="5" y="10"/>
                  </a:cubicBezTo>
                  <a:cubicBezTo>
                    <a:pt x="3" y="10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0" name="Freeform 498"/>
            <p:cNvSpPr/>
            <p:nvPr/>
          </p:nvSpPr>
          <p:spPr bwMode="auto">
            <a:xfrm>
              <a:off x="11628438" y="8088313"/>
              <a:ext cx="73025" cy="74613"/>
            </a:xfrm>
            <a:custGeom>
              <a:avLst/>
              <a:gdLst>
                <a:gd name="T0" fmla="*/ 9 w 9"/>
                <a:gd name="T1" fmla="*/ 4 h 9"/>
                <a:gd name="T2" fmla="*/ 5 w 9"/>
                <a:gd name="T3" fmla="*/ 9 h 9"/>
                <a:gd name="T4" fmla="*/ 0 w 9"/>
                <a:gd name="T5" fmla="*/ 4 h 9"/>
                <a:gd name="T6" fmla="*/ 4 w 9"/>
                <a:gd name="T7" fmla="*/ 0 h 9"/>
                <a:gd name="T8" fmla="*/ 9 w 9"/>
                <a:gd name="T9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9" y="4"/>
                  </a:moveTo>
                  <a:cubicBezTo>
                    <a:pt x="9" y="7"/>
                    <a:pt x="7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7" y="0"/>
                    <a:pt x="9" y="2"/>
                    <a:pt x="9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1" name="Oval 499"/>
            <p:cNvSpPr>
              <a:spLocks noChangeArrowheads="1"/>
            </p:cNvSpPr>
            <p:nvPr/>
          </p:nvSpPr>
          <p:spPr bwMode="auto">
            <a:xfrm>
              <a:off x="12549188" y="6697663"/>
              <a:ext cx="82550" cy="730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2" name="Freeform 500"/>
            <p:cNvSpPr/>
            <p:nvPr/>
          </p:nvSpPr>
          <p:spPr bwMode="auto">
            <a:xfrm>
              <a:off x="12319001" y="5535613"/>
              <a:ext cx="82550" cy="82550"/>
            </a:xfrm>
            <a:custGeom>
              <a:avLst/>
              <a:gdLst>
                <a:gd name="T0" fmla="*/ 10 w 10"/>
                <a:gd name="T1" fmla="*/ 5 h 10"/>
                <a:gd name="T2" fmla="*/ 5 w 10"/>
                <a:gd name="T3" fmla="*/ 10 h 10"/>
                <a:gd name="T4" fmla="*/ 0 w 10"/>
                <a:gd name="T5" fmla="*/ 5 h 10"/>
                <a:gd name="T6" fmla="*/ 6 w 10"/>
                <a:gd name="T7" fmla="*/ 0 h 10"/>
                <a:gd name="T8" fmla="*/ 10 w 10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10" y="5"/>
                  </a:moveTo>
                  <a:cubicBezTo>
                    <a:pt x="10" y="8"/>
                    <a:pt x="8" y="10"/>
                    <a:pt x="5" y="10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1" y="2"/>
                    <a:pt x="3" y="0"/>
                    <a:pt x="6" y="0"/>
                  </a:cubicBezTo>
                  <a:cubicBezTo>
                    <a:pt x="8" y="0"/>
                    <a:pt x="10" y="2"/>
                    <a:pt x="10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3" name="Freeform 501"/>
            <p:cNvSpPr/>
            <p:nvPr/>
          </p:nvSpPr>
          <p:spPr bwMode="auto">
            <a:xfrm>
              <a:off x="11628438" y="4837113"/>
              <a:ext cx="80963" cy="80963"/>
            </a:xfrm>
            <a:custGeom>
              <a:avLst/>
              <a:gdLst>
                <a:gd name="T0" fmla="*/ 10 w 10"/>
                <a:gd name="T1" fmla="*/ 5 h 10"/>
                <a:gd name="T2" fmla="*/ 5 w 10"/>
                <a:gd name="T3" fmla="*/ 10 h 10"/>
                <a:gd name="T4" fmla="*/ 0 w 10"/>
                <a:gd name="T5" fmla="*/ 5 h 10"/>
                <a:gd name="T6" fmla="*/ 5 w 10"/>
                <a:gd name="T7" fmla="*/ 1 h 10"/>
                <a:gd name="T8" fmla="*/ 10 w 10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10" y="5"/>
                  </a:moveTo>
                  <a:cubicBezTo>
                    <a:pt x="10" y="8"/>
                    <a:pt x="8" y="10"/>
                    <a:pt x="5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3"/>
                    <a:pt x="2" y="1"/>
                    <a:pt x="5" y="1"/>
                  </a:cubicBezTo>
                  <a:cubicBezTo>
                    <a:pt x="7" y="0"/>
                    <a:pt x="10" y="2"/>
                    <a:pt x="10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4" name="Freeform 502"/>
            <p:cNvSpPr/>
            <p:nvPr/>
          </p:nvSpPr>
          <p:spPr bwMode="auto">
            <a:xfrm>
              <a:off x="12557126" y="6227763"/>
              <a:ext cx="74613" cy="82550"/>
            </a:xfrm>
            <a:custGeom>
              <a:avLst/>
              <a:gdLst>
                <a:gd name="T0" fmla="*/ 4 w 9"/>
                <a:gd name="T1" fmla="*/ 0 h 10"/>
                <a:gd name="T2" fmla="*/ 9 w 9"/>
                <a:gd name="T3" fmla="*/ 5 h 10"/>
                <a:gd name="T4" fmla="*/ 5 w 9"/>
                <a:gd name="T5" fmla="*/ 10 h 10"/>
                <a:gd name="T6" fmla="*/ 0 w 9"/>
                <a:gd name="T7" fmla="*/ 5 h 10"/>
                <a:gd name="T8" fmla="*/ 4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4" y="0"/>
                  </a:moveTo>
                  <a:cubicBezTo>
                    <a:pt x="7" y="0"/>
                    <a:pt x="9" y="3"/>
                    <a:pt x="9" y="5"/>
                  </a:cubicBezTo>
                  <a:cubicBezTo>
                    <a:pt x="9" y="8"/>
                    <a:pt x="7" y="10"/>
                    <a:pt x="5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3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5" name="Freeform 503"/>
            <p:cNvSpPr/>
            <p:nvPr/>
          </p:nvSpPr>
          <p:spPr bwMode="auto">
            <a:xfrm>
              <a:off x="10936288" y="4605338"/>
              <a:ext cx="74613" cy="82550"/>
            </a:xfrm>
            <a:custGeom>
              <a:avLst/>
              <a:gdLst>
                <a:gd name="T0" fmla="*/ 9 w 9"/>
                <a:gd name="T1" fmla="*/ 5 h 10"/>
                <a:gd name="T2" fmla="*/ 4 w 9"/>
                <a:gd name="T3" fmla="*/ 10 h 10"/>
                <a:gd name="T4" fmla="*/ 0 w 9"/>
                <a:gd name="T5" fmla="*/ 5 h 10"/>
                <a:gd name="T6" fmla="*/ 5 w 9"/>
                <a:gd name="T7" fmla="*/ 0 h 10"/>
                <a:gd name="T8" fmla="*/ 9 w 9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9" y="5"/>
                  </a:moveTo>
                  <a:cubicBezTo>
                    <a:pt x="9" y="8"/>
                    <a:pt x="7" y="10"/>
                    <a:pt x="4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9" y="3"/>
                    <a:pt x="9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6" name="Freeform 504"/>
            <p:cNvSpPr/>
            <p:nvPr/>
          </p:nvSpPr>
          <p:spPr bwMode="auto">
            <a:xfrm>
              <a:off x="12549188" y="6927850"/>
              <a:ext cx="82550" cy="73025"/>
            </a:xfrm>
            <a:custGeom>
              <a:avLst/>
              <a:gdLst>
                <a:gd name="T0" fmla="*/ 5 w 10"/>
                <a:gd name="T1" fmla="*/ 9 h 9"/>
                <a:gd name="T2" fmla="*/ 1 w 10"/>
                <a:gd name="T3" fmla="*/ 4 h 9"/>
                <a:gd name="T4" fmla="*/ 5 w 10"/>
                <a:gd name="T5" fmla="*/ 0 h 9"/>
                <a:gd name="T6" fmla="*/ 10 w 10"/>
                <a:gd name="T7" fmla="*/ 5 h 9"/>
                <a:gd name="T8" fmla="*/ 5 w 10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9">
                  <a:moveTo>
                    <a:pt x="5" y="9"/>
                  </a:moveTo>
                  <a:cubicBezTo>
                    <a:pt x="2" y="9"/>
                    <a:pt x="0" y="7"/>
                    <a:pt x="1" y="4"/>
                  </a:cubicBezTo>
                  <a:cubicBezTo>
                    <a:pt x="1" y="2"/>
                    <a:pt x="3" y="0"/>
                    <a:pt x="5" y="0"/>
                  </a:cubicBezTo>
                  <a:cubicBezTo>
                    <a:pt x="8" y="0"/>
                    <a:pt x="10" y="2"/>
                    <a:pt x="10" y="5"/>
                  </a:cubicBezTo>
                  <a:cubicBezTo>
                    <a:pt x="10" y="7"/>
                    <a:pt x="8" y="9"/>
                    <a:pt x="5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7" name="Freeform 505"/>
            <p:cNvSpPr/>
            <p:nvPr/>
          </p:nvSpPr>
          <p:spPr bwMode="auto">
            <a:xfrm>
              <a:off x="11166476" y="8318500"/>
              <a:ext cx="74613" cy="74613"/>
            </a:xfrm>
            <a:custGeom>
              <a:avLst/>
              <a:gdLst>
                <a:gd name="T0" fmla="*/ 9 w 9"/>
                <a:gd name="T1" fmla="*/ 5 h 9"/>
                <a:gd name="T2" fmla="*/ 4 w 9"/>
                <a:gd name="T3" fmla="*/ 9 h 9"/>
                <a:gd name="T4" fmla="*/ 0 w 9"/>
                <a:gd name="T5" fmla="*/ 4 h 9"/>
                <a:gd name="T6" fmla="*/ 4 w 9"/>
                <a:gd name="T7" fmla="*/ 0 h 9"/>
                <a:gd name="T8" fmla="*/ 9 w 9"/>
                <a:gd name="T9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9" y="5"/>
                  </a:moveTo>
                  <a:cubicBezTo>
                    <a:pt x="9" y="7"/>
                    <a:pt x="7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7" y="0"/>
                    <a:pt x="9" y="2"/>
                    <a:pt x="9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8" name="Freeform 506"/>
            <p:cNvSpPr/>
            <p:nvPr/>
          </p:nvSpPr>
          <p:spPr bwMode="auto">
            <a:xfrm>
              <a:off x="9891713" y="8194675"/>
              <a:ext cx="74613" cy="82550"/>
            </a:xfrm>
            <a:custGeom>
              <a:avLst/>
              <a:gdLst>
                <a:gd name="T0" fmla="*/ 9 w 9"/>
                <a:gd name="T1" fmla="*/ 5 h 10"/>
                <a:gd name="T2" fmla="*/ 4 w 9"/>
                <a:gd name="T3" fmla="*/ 10 h 10"/>
                <a:gd name="T4" fmla="*/ 0 w 9"/>
                <a:gd name="T5" fmla="*/ 5 h 10"/>
                <a:gd name="T6" fmla="*/ 4 w 9"/>
                <a:gd name="T7" fmla="*/ 0 h 10"/>
                <a:gd name="T8" fmla="*/ 9 w 9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9" y="5"/>
                  </a:moveTo>
                  <a:cubicBezTo>
                    <a:pt x="9" y="8"/>
                    <a:pt x="7" y="10"/>
                    <a:pt x="4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3"/>
                    <a:pt x="2" y="1"/>
                    <a:pt x="4" y="0"/>
                  </a:cubicBezTo>
                  <a:cubicBezTo>
                    <a:pt x="7" y="0"/>
                    <a:pt x="9" y="3"/>
                    <a:pt x="9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9" name="Freeform 507"/>
            <p:cNvSpPr/>
            <p:nvPr/>
          </p:nvSpPr>
          <p:spPr bwMode="auto">
            <a:xfrm>
              <a:off x="8961438" y="7272338"/>
              <a:ext cx="74613" cy="74613"/>
            </a:xfrm>
            <a:custGeom>
              <a:avLst/>
              <a:gdLst>
                <a:gd name="T0" fmla="*/ 9 w 9"/>
                <a:gd name="T1" fmla="*/ 4 h 9"/>
                <a:gd name="T2" fmla="*/ 5 w 9"/>
                <a:gd name="T3" fmla="*/ 9 h 9"/>
                <a:gd name="T4" fmla="*/ 0 w 9"/>
                <a:gd name="T5" fmla="*/ 5 h 9"/>
                <a:gd name="T6" fmla="*/ 5 w 9"/>
                <a:gd name="T7" fmla="*/ 0 h 9"/>
                <a:gd name="T8" fmla="*/ 9 w 9"/>
                <a:gd name="T9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9" y="4"/>
                  </a:moveTo>
                  <a:cubicBezTo>
                    <a:pt x="9" y="7"/>
                    <a:pt x="7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0" name="Freeform 508"/>
            <p:cNvSpPr/>
            <p:nvPr/>
          </p:nvSpPr>
          <p:spPr bwMode="auto">
            <a:xfrm>
              <a:off x="12557126" y="5997575"/>
              <a:ext cx="74613" cy="82550"/>
            </a:xfrm>
            <a:custGeom>
              <a:avLst/>
              <a:gdLst>
                <a:gd name="T0" fmla="*/ 5 w 9"/>
                <a:gd name="T1" fmla="*/ 0 h 10"/>
                <a:gd name="T2" fmla="*/ 9 w 9"/>
                <a:gd name="T3" fmla="*/ 5 h 10"/>
                <a:gd name="T4" fmla="*/ 4 w 9"/>
                <a:gd name="T5" fmla="*/ 10 h 10"/>
                <a:gd name="T6" fmla="*/ 0 w 9"/>
                <a:gd name="T7" fmla="*/ 5 h 10"/>
                <a:gd name="T8" fmla="*/ 5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5" y="0"/>
                  </a:moveTo>
                  <a:cubicBezTo>
                    <a:pt x="7" y="0"/>
                    <a:pt x="9" y="3"/>
                    <a:pt x="9" y="5"/>
                  </a:cubicBezTo>
                  <a:cubicBezTo>
                    <a:pt x="9" y="8"/>
                    <a:pt x="7" y="10"/>
                    <a:pt x="4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3"/>
                    <a:pt x="2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1" name="Freeform 509"/>
            <p:cNvSpPr/>
            <p:nvPr/>
          </p:nvSpPr>
          <p:spPr bwMode="auto">
            <a:xfrm>
              <a:off x="11166476" y="4605338"/>
              <a:ext cx="74613" cy="82550"/>
            </a:xfrm>
            <a:custGeom>
              <a:avLst/>
              <a:gdLst>
                <a:gd name="T0" fmla="*/ 4 w 9"/>
                <a:gd name="T1" fmla="*/ 0 h 10"/>
                <a:gd name="T2" fmla="*/ 9 w 9"/>
                <a:gd name="T3" fmla="*/ 5 h 10"/>
                <a:gd name="T4" fmla="*/ 5 w 9"/>
                <a:gd name="T5" fmla="*/ 10 h 10"/>
                <a:gd name="T6" fmla="*/ 0 w 9"/>
                <a:gd name="T7" fmla="*/ 5 h 10"/>
                <a:gd name="T8" fmla="*/ 4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4" y="0"/>
                  </a:moveTo>
                  <a:cubicBezTo>
                    <a:pt x="7" y="0"/>
                    <a:pt x="9" y="2"/>
                    <a:pt x="9" y="5"/>
                  </a:cubicBezTo>
                  <a:cubicBezTo>
                    <a:pt x="9" y="8"/>
                    <a:pt x="7" y="10"/>
                    <a:pt x="5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3"/>
                    <a:pt x="2" y="1"/>
                    <a:pt x="4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2" name="Freeform 510"/>
            <p:cNvSpPr/>
            <p:nvPr/>
          </p:nvSpPr>
          <p:spPr bwMode="auto">
            <a:xfrm>
              <a:off x="8970963" y="5651500"/>
              <a:ext cx="73025" cy="74613"/>
            </a:xfrm>
            <a:custGeom>
              <a:avLst/>
              <a:gdLst>
                <a:gd name="T0" fmla="*/ 9 w 9"/>
                <a:gd name="T1" fmla="*/ 4 h 9"/>
                <a:gd name="T2" fmla="*/ 4 w 9"/>
                <a:gd name="T3" fmla="*/ 9 h 9"/>
                <a:gd name="T4" fmla="*/ 0 w 9"/>
                <a:gd name="T5" fmla="*/ 5 h 9"/>
                <a:gd name="T6" fmla="*/ 4 w 9"/>
                <a:gd name="T7" fmla="*/ 0 h 9"/>
                <a:gd name="T8" fmla="*/ 9 w 9"/>
                <a:gd name="T9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9" y="4"/>
                  </a:moveTo>
                  <a:cubicBezTo>
                    <a:pt x="9" y="7"/>
                    <a:pt x="7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6" y="0"/>
                    <a:pt x="9" y="2"/>
                    <a:pt x="9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3" name="Freeform 511"/>
            <p:cNvSpPr/>
            <p:nvPr/>
          </p:nvSpPr>
          <p:spPr bwMode="auto">
            <a:xfrm>
              <a:off x="11512551" y="8202613"/>
              <a:ext cx="74613" cy="74613"/>
            </a:xfrm>
            <a:custGeom>
              <a:avLst/>
              <a:gdLst>
                <a:gd name="T0" fmla="*/ 4 w 9"/>
                <a:gd name="T1" fmla="*/ 0 h 9"/>
                <a:gd name="T2" fmla="*/ 9 w 9"/>
                <a:gd name="T3" fmla="*/ 4 h 9"/>
                <a:gd name="T4" fmla="*/ 5 w 9"/>
                <a:gd name="T5" fmla="*/ 9 h 9"/>
                <a:gd name="T6" fmla="*/ 0 w 9"/>
                <a:gd name="T7" fmla="*/ 4 h 9"/>
                <a:gd name="T8" fmla="*/ 4 w 9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4" y="0"/>
                  </a:moveTo>
                  <a:cubicBezTo>
                    <a:pt x="7" y="0"/>
                    <a:pt x="9" y="2"/>
                    <a:pt x="9" y="4"/>
                  </a:cubicBezTo>
                  <a:cubicBezTo>
                    <a:pt x="9" y="7"/>
                    <a:pt x="7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4" name="Freeform 512"/>
            <p:cNvSpPr/>
            <p:nvPr/>
          </p:nvSpPr>
          <p:spPr bwMode="auto">
            <a:xfrm>
              <a:off x="10237788" y="8318500"/>
              <a:ext cx="73025" cy="74613"/>
            </a:xfrm>
            <a:custGeom>
              <a:avLst/>
              <a:gdLst>
                <a:gd name="T0" fmla="*/ 9 w 9"/>
                <a:gd name="T1" fmla="*/ 4 h 9"/>
                <a:gd name="T2" fmla="*/ 4 w 9"/>
                <a:gd name="T3" fmla="*/ 9 h 9"/>
                <a:gd name="T4" fmla="*/ 0 w 9"/>
                <a:gd name="T5" fmla="*/ 4 h 9"/>
                <a:gd name="T6" fmla="*/ 5 w 9"/>
                <a:gd name="T7" fmla="*/ 0 h 9"/>
                <a:gd name="T8" fmla="*/ 9 w 9"/>
                <a:gd name="T9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9" y="4"/>
                  </a:moveTo>
                  <a:cubicBezTo>
                    <a:pt x="9" y="7"/>
                    <a:pt x="7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1"/>
                    <a:pt x="2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5" name="Freeform 513"/>
            <p:cNvSpPr/>
            <p:nvPr/>
          </p:nvSpPr>
          <p:spPr bwMode="auto">
            <a:xfrm>
              <a:off x="8847138" y="6927850"/>
              <a:ext cx="82550" cy="73025"/>
            </a:xfrm>
            <a:custGeom>
              <a:avLst/>
              <a:gdLst>
                <a:gd name="T0" fmla="*/ 5 w 10"/>
                <a:gd name="T1" fmla="*/ 9 h 9"/>
                <a:gd name="T2" fmla="*/ 0 w 10"/>
                <a:gd name="T3" fmla="*/ 5 h 9"/>
                <a:gd name="T4" fmla="*/ 5 w 10"/>
                <a:gd name="T5" fmla="*/ 0 h 9"/>
                <a:gd name="T6" fmla="*/ 9 w 10"/>
                <a:gd name="T7" fmla="*/ 4 h 9"/>
                <a:gd name="T8" fmla="*/ 5 w 10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9">
                  <a:moveTo>
                    <a:pt x="5" y="9"/>
                  </a:move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10" y="7"/>
                    <a:pt x="7" y="9"/>
                    <a:pt x="5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6" name="Freeform 514"/>
            <p:cNvSpPr/>
            <p:nvPr/>
          </p:nvSpPr>
          <p:spPr bwMode="auto">
            <a:xfrm>
              <a:off x="10237788" y="4605338"/>
              <a:ext cx="80963" cy="82550"/>
            </a:xfrm>
            <a:custGeom>
              <a:avLst/>
              <a:gdLst>
                <a:gd name="T0" fmla="*/ 0 w 10"/>
                <a:gd name="T1" fmla="*/ 5 h 10"/>
                <a:gd name="T2" fmla="*/ 5 w 10"/>
                <a:gd name="T3" fmla="*/ 0 h 10"/>
                <a:gd name="T4" fmla="*/ 10 w 10"/>
                <a:gd name="T5" fmla="*/ 5 h 10"/>
                <a:gd name="T6" fmla="*/ 5 w 10"/>
                <a:gd name="T7" fmla="*/ 9 h 10"/>
                <a:gd name="T8" fmla="*/ 0 w 10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0" y="5"/>
                  </a:moveTo>
                  <a:cubicBezTo>
                    <a:pt x="0" y="2"/>
                    <a:pt x="3" y="0"/>
                    <a:pt x="5" y="0"/>
                  </a:cubicBezTo>
                  <a:cubicBezTo>
                    <a:pt x="8" y="1"/>
                    <a:pt x="10" y="3"/>
                    <a:pt x="10" y="5"/>
                  </a:cubicBezTo>
                  <a:cubicBezTo>
                    <a:pt x="9" y="8"/>
                    <a:pt x="7" y="10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7" name="Freeform 515"/>
            <p:cNvSpPr/>
            <p:nvPr/>
          </p:nvSpPr>
          <p:spPr bwMode="auto">
            <a:xfrm>
              <a:off x="9891713" y="4721225"/>
              <a:ext cx="74613" cy="82550"/>
            </a:xfrm>
            <a:custGeom>
              <a:avLst/>
              <a:gdLst>
                <a:gd name="T0" fmla="*/ 9 w 9"/>
                <a:gd name="T1" fmla="*/ 5 h 10"/>
                <a:gd name="T2" fmla="*/ 5 w 9"/>
                <a:gd name="T3" fmla="*/ 10 h 10"/>
                <a:gd name="T4" fmla="*/ 0 w 9"/>
                <a:gd name="T5" fmla="*/ 5 h 10"/>
                <a:gd name="T6" fmla="*/ 5 w 9"/>
                <a:gd name="T7" fmla="*/ 0 h 10"/>
                <a:gd name="T8" fmla="*/ 9 w 9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9" y="5"/>
                  </a:moveTo>
                  <a:cubicBezTo>
                    <a:pt x="9" y="7"/>
                    <a:pt x="7" y="9"/>
                    <a:pt x="5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7" y="0"/>
                    <a:pt x="9" y="2"/>
                    <a:pt x="9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8" name="Oval 516"/>
            <p:cNvSpPr>
              <a:spLocks noChangeArrowheads="1"/>
            </p:cNvSpPr>
            <p:nvPr/>
          </p:nvSpPr>
          <p:spPr bwMode="auto">
            <a:xfrm>
              <a:off x="8847138" y="5997575"/>
              <a:ext cx="82550" cy="730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9" name="Oval 517"/>
            <p:cNvSpPr>
              <a:spLocks noChangeArrowheads="1"/>
            </p:cNvSpPr>
            <p:nvPr/>
          </p:nvSpPr>
          <p:spPr bwMode="auto">
            <a:xfrm>
              <a:off x="12442826" y="5651500"/>
              <a:ext cx="73025" cy="7461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0" name="Freeform 518"/>
            <p:cNvSpPr/>
            <p:nvPr/>
          </p:nvSpPr>
          <p:spPr bwMode="auto">
            <a:xfrm>
              <a:off x="12433301" y="7272338"/>
              <a:ext cx="82550" cy="82550"/>
            </a:xfrm>
            <a:custGeom>
              <a:avLst/>
              <a:gdLst>
                <a:gd name="T0" fmla="*/ 10 w 10"/>
                <a:gd name="T1" fmla="*/ 5 h 10"/>
                <a:gd name="T2" fmla="*/ 5 w 10"/>
                <a:gd name="T3" fmla="*/ 10 h 10"/>
                <a:gd name="T4" fmla="*/ 0 w 10"/>
                <a:gd name="T5" fmla="*/ 5 h 10"/>
                <a:gd name="T6" fmla="*/ 5 w 10"/>
                <a:gd name="T7" fmla="*/ 0 h 10"/>
                <a:gd name="T8" fmla="*/ 10 w 10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10" y="5"/>
                  </a:moveTo>
                  <a:cubicBezTo>
                    <a:pt x="10" y="8"/>
                    <a:pt x="8" y="9"/>
                    <a:pt x="5" y="10"/>
                  </a:cubicBezTo>
                  <a:cubicBezTo>
                    <a:pt x="3" y="10"/>
                    <a:pt x="0" y="7"/>
                    <a:pt x="0" y="5"/>
                  </a:cubicBezTo>
                  <a:cubicBezTo>
                    <a:pt x="0" y="2"/>
                    <a:pt x="3" y="0"/>
                    <a:pt x="5" y="0"/>
                  </a:cubicBezTo>
                  <a:cubicBezTo>
                    <a:pt x="8" y="0"/>
                    <a:pt x="10" y="2"/>
                    <a:pt x="10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1" name="Oval 519"/>
            <p:cNvSpPr>
              <a:spLocks noChangeArrowheads="1"/>
            </p:cNvSpPr>
            <p:nvPr/>
          </p:nvSpPr>
          <p:spPr bwMode="auto">
            <a:xfrm>
              <a:off x="11512551" y="4729163"/>
              <a:ext cx="74613" cy="7461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2" name="Oval 520"/>
            <p:cNvSpPr>
              <a:spLocks noChangeArrowheads="1"/>
            </p:cNvSpPr>
            <p:nvPr/>
          </p:nvSpPr>
          <p:spPr bwMode="auto">
            <a:xfrm>
              <a:off x="12088813" y="7858125"/>
              <a:ext cx="73025" cy="730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3" name="Freeform 521"/>
            <p:cNvSpPr/>
            <p:nvPr/>
          </p:nvSpPr>
          <p:spPr bwMode="auto">
            <a:xfrm>
              <a:off x="10582276" y="8434388"/>
              <a:ext cx="74613" cy="73025"/>
            </a:xfrm>
            <a:custGeom>
              <a:avLst/>
              <a:gdLst>
                <a:gd name="T0" fmla="*/ 5 w 9"/>
                <a:gd name="T1" fmla="*/ 0 h 9"/>
                <a:gd name="T2" fmla="*/ 9 w 9"/>
                <a:gd name="T3" fmla="*/ 4 h 9"/>
                <a:gd name="T4" fmla="*/ 5 w 9"/>
                <a:gd name="T5" fmla="*/ 9 h 9"/>
                <a:gd name="T6" fmla="*/ 1 w 9"/>
                <a:gd name="T7" fmla="*/ 4 h 9"/>
                <a:gd name="T8" fmla="*/ 5 w 9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5" y="0"/>
                  </a:moveTo>
                  <a:cubicBezTo>
                    <a:pt x="7" y="0"/>
                    <a:pt x="9" y="2"/>
                    <a:pt x="9" y="4"/>
                  </a:cubicBezTo>
                  <a:cubicBezTo>
                    <a:pt x="9" y="7"/>
                    <a:pt x="7" y="9"/>
                    <a:pt x="5" y="9"/>
                  </a:cubicBezTo>
                  <a:cubicBezTo>
                    <a:pt x="2" y="9"/>
                    <a:pt x="0" y="7"/>
                    <a:pt x="1" y="4"/>
                  </a:cubicBezTo>
                  <a:cubicBezTo>
                    <a:pt x="1" y="2"/>
                    <a:pt x="3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4" name="Freeform 522"/>
            <p:cNvSpPr/>
            <p:nvPr/>
          </p:nvSpPr>
          <p:spPr bwMode="auto">
            <a:xfrm>
              <a:off x="9431338" y="7972425"/>
              <a:ext cx="73025" cy="66675"/>
            </a:xfrm>
            <a:custGeom>
              <a:avLst/>
              <a:gdLst>
                <a:gd name="T0" fmla="*/ 9 w 9"/>
                <a:gd name="T1" fmla="*/ 4 h 8"/>
                <a:gd name="T2" fmla="*/ 4 w 9"/>
                <a:gd name="T3" fmla="*/ 8 h 8"/>
                <a:gd name="T4" fmla="*/ 0 w 9"/>
                <a:gd name="T5" fmla="*/ 4 h 8"/>
                <a:gd name="T6" fmla="*/ 4 w 9"/>
                <a:gd name="T7" fmla="*/ 0 h 8"/>
                <a:gd name="T8" fmla="*/ 9 w 9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9" y="4"/>
                  </a:moveTo>
                  <a:cubicBezTo>
                    <a:pt x="9" y="7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7" y="0"/>
                    <a:pt x="9" y="2"/>
                    <a:pt x="9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5" name="Oval 523"/>
            <p:cNvSpPr>
              <a:spLocks noChangeArrowheads="1"/>
            </p:cNvSpPr>
            <p:nvPr/>
          </p:nvSpPr>
          <p:spPr bwMode="auto">
            <a:xfrm>
              <a:off x="9315451" y="7858125"/>
              <a:ext cx="66675" cy="650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6" name="Freeform 524"/>
            <p:cNvSpPr/>
            <p:nvPr/>
          </p:nvSpPr>
          <p:spPr bwMode="auto">
            <a:xfrm>
              <a:off x="11972926" y="7972425"/>
              <a:ext cx="74613" cy="74613"/>
            </a:xfrm>
            <a:custGeom>
              <a:avLst/>
              <a:gdLst>
                <a:gd name="T0" fmla="*/ 5 w 9"/>
                <a:gd name="T1" fmla="*/ 9 h 9"/>
                <a:gd name="T2" fmla="*/ 0 w 9"/>
                <a:gd name="T3" fmla="*/ 5 h 9"/>
                <a:gd name="T4" fmla="*/ 5 w 9"/>
                <a:gd name="T5" fmla="*/ 0 h 9"/>
                <a:gd name="T6" fmla="*/ 9 w 9"/>
                <a:gd name="T7" fmla="*/ 4 h 9"/>
                <a:gd name="T8" fmla="*/ 5 w 9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5" y="9"/>
                  </a:moveTo>
                  <a:cubicBezTo>
                    <a:pt x="2" y="9"/>
                    <a:pt x="1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7"/>
                    <a:pt x="7" y="9"/>
                    <a:pt x="5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7" name="Freeform 525"/>
            <p:cNvSpPr/>
            <p:nvPr/>
          </p:nvSpPr>
          <p:spPr bwMode="auto">
            <a:xfrm>
              <a:off x="12203113" y="7742238"/>
              <a:ext cx="74613" cy="74613"/>
            </a:xfrm>
            <a:custGeom>
              <a:avLst/>
              <a:gdLst>
                <a:gd name="T0" fmla="*/ 9 w 9"/>
                <a:gd name="T1" fmla="*/ 4 h 9"/>
                <a:gd name="T2" fmla="*/ 5 w 9"/>
                <a:gd name="T3" fmla="*/ 9 h 9"/>
                <a:gd name="T4" fmla="*/ 1 w 9"/>
                <a:gd name="T5" fmla="*/ 4 h 9"/>
                <a:gd name="T6" fmla="*/ 5 w 9"/>
                <a:gd name="T7" fmla="*/ 0 h 9"/>
                <a:gd name="T8" fmla="*/ 9 w 9"/>
                <a:gd name="T9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9" y="4"/>
                  </a:moveTo>
                  <a:cubicBezTo>
                    <a:pt x="9" y="6"/>
                    <a:pt x="8" y="8"/>
                    <a:pt x="5" y="9"/>
                  </a:cubicBezTo>
                  <a:cubicBezTo>
                    <a:pt x="3" y="9"/>
                    <a:pt x="1" y="7"/>
                    <a:pt x="1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8" name="Freeform 526"/>
            <p:cNvSpPr/>
            <p:nvPr/>
          </p:nvSpPr>
          <p:spPr bwMode="auto">
            <a:xfrm>
              <a:off x="10821988" y="8434388"/>
              <a:ext cx="73025" cy="73025"/>
            </a:xfrm>
            <a:custGeom>
              <a:avLst/>
              <a:gdLst>
                <a:gd name="T0" fmla="*/ 8 w 9"/>
                <a:gd name="T1" fmla="*/ 5 h 9"/>
                <a:gd name="T2" fmla="*/ 4 w 9"/>
                <a:gd name="T3" fmla="*/ 9 h 9"/>
                <a:gd name="T4" fmla="*/ 0 w 9"/>
                <a:gd name="T5" fmla="*/ 5 h 9"/>
                <a:gd name="T6" fmla="*/ 4 w 9"/>
                <a:gd name="T7" fmla="*/ 0 h 9"/>
                <a:gd name="T8" fmla="*/ 8 w 9"/>
                <a:gd name="T9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8" y="5"/>
                  </a:moveTo>
                  <a:cubicBezTo>
                    <a:pt x="9" y="7"/>
                    <a:pt x="7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6" y="0"/>
                    <a:pt x="8" y="2"/>
                    <a:pt x="8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9" name="Freeform 527"/>
            <p:cNvSpPr/>
            <p:nvPr/>
          </p:nvSpPr>
          <p:spPr bwMode="auto">
            <a:xfrm>
              <a:off x="9315451" y="5075238"/>
              <a:ext cx="74613" cy="74613"/>
            </a:xfrm>
            <a:custGeom>
              <a:avLst/>
              <a:gdLst>
                <a:gd name="T0" fmla="*/ 5 w 9"/>
                <a:gd name="T1" fmla="*/ 0 h 9"/>
                <a:gd name="T2" fmla="*/ 9 w 9"/>
                <a:gd name="T3" fmla="*/ 4 h 9"/>
                <a:gd name="T4" fmla="*/ 4 w 9"/>
                <a:gd name="T5" fmla="*/ 9 h 9"/>
                <a:gd name="T6" fmla="*/ 0 w 9"/>
                <a:gd name="T7" fmla="*/ 4 h 9"/>
                <a:gd name="T8" fmla="*/ 5 w 9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5" y="0"/>
                  </a:moveTo>
                  <a:cubicBezTo>
                    <a:pt x="7" y="0"/>
                    <a:pt x="9" y="2"/>
                    <a:pt x="9" y="4"/>
                  </a:cubicBezTo>
                  <a:cubicBezTo>
                    <a:pt x="9" y="7"/>
                    <a:pt x="7" y="9"/>
                    <a:pt x="4" y="9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0" name="Freeform 528"/>
            <p:cNvSpPr/>
            <p:nvPr/>
          </p:nvSpPr>
          <p:spPr bwMode="auto">
            <a:xfrm>
              <a:off x="10007601" y="8318500"/>
              <a:ext cx="73025" cy="74613"/>
            </a:xfrm>
            <a:custGeom>
              <a:avLst/>
              <a:gdLst>
                <a:gd name="T0" fmla="*/ 9 w 9"/>
                <a:gd name="T1" fmla="*/ 4 h 9"/>
                <a:gd name="T2" fmla="*/ 4 w 9"/>
                <a:gd name="T3" fmla="*/ 9 h 9"/>
                <a:gd name="T4" fmla="*/ 0 w 9"/>
                <a:gd name="T5" fmla="*/ 4 h 9"/>
                <a:gd name="T6" fmla="*/ 5 w 9"/>
                <a:gd name="T7" fmla="*/ 0 h 9"/>
                <a:gd name="T8" fmla="*/ 9 w 9"/>
                <a:gd name="T9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9" y="4"/>
                  </a:moveTo>
                  <a:cubicBezTo>
                    <a:pt x="9" y="7"/>
                    <a:pt x="7" y="9"/>
                    <a:pt x="4" y="9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1" name="Freeform 529"/>
            <p:cNvSpPr/>
            <p:nvPr/>
          </p:nvSpPr>
          <p:spPr bwMode="auto">
            <a:xfrm>
              <a:off x="8847138" y="7158038"/>
              <a:ext cx="73025" cy="74613"/>
            </a:xfrm>
            <a:custGeom>
              <a:avLst/>
              <a:gdLst>
                <a:gd name="T0" fmla="*/ 9 w 9"/>
                <a:gd name="T1" fmla="*/ 5 h 9"/>
                <a:gd name="T2" fmla="*/ 5 w 9"/>
                <a:gd name="T3" fmla="*/ 9 h 9"/>
                <a:gd name="T4" fmla="*/ 0 w 9"/>
                <a:gd name="T5" fmla="*/ 4 h 9"/>
                <a:gd name="T6" fmla="*/ 5 w 9"/>
                <a:gd name="T7" fmla="*/ 0 h 9"/>
                <a:gd name="T8" fmla="*/ 9 w 9"/>
                <a:gd name="T9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9" y="5"/>
                  </a:moveTo>
                  <a:cubicBezTo>
                    <a:pt x="9" y="7"/>
                    <a:pt x="7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3" y="0"/>
                    <a:pt x="5" y="0"/>
                  </a:cubicBezTo>
                  <a:cubicBezTo>
                    <a:pt x="7" y="0"/>
                    <a:pt x="9" y="2"/>
                    <a:pt x="9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2" name="Freeform 530"/>
            <p:cNvSpPr/>
            <p:nvPr/>
          </p:nvSpPr>
          <p:spPr bwMode="auto">
            <a:xfrm>
              <a:off x="12673013" y="6581775"/>
              <a:ext cx="73025" cy="74613"/>
            </a:xfrm>
            <a:custGeom>
              <a:avLst/>
              <a:gdLst>
                <a:gd name="T0" fmla="*/ 4 w 9"/>
                <a:gd name="T1" fmla="*/ 0 h 9"/>
                <a:gd name="T2" fmla="*/ 9 w 9"/>
                <a:gd name="T3" fmla="*/ 5 h 9"/>
                <a:gd name="T4" fmla="*/ 4 w 9"/>
                <a:gd name="T5" fmla="*/ 9 h 9"/>
                <a:gd name="T6" fmla="*/ 0 w 9"/>
                <a:gd name="T7" fmla="*/ 4 h 9"/>
                <a:gd name="T8" fmla="*/ 4 w 9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4" y="0"/>
                  </a:moveTo>
                  <a:cubicBezTo>
                    <a:pt x="7" y="0"/>
                    <a:pt x="9" y="2"/>
                    <a:pt x="9" y="5"/>
                  </a:cubicBezTo>
                  <a:cubicBezTo>
                    <a:pt x="9" y="7"/>
                    <a:pt x="7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3" name="Oval 531"/>
            <p:cNvSpPr>
              <a:spLocks noChangeArrowheads="1"/>
            </p:cNvSpPr>
            <p:nvPr/>
          </p:nvSpPr>
          <p:spPr bwMode="auto">
            <a:xfrm>
              <a:off x="12673013" y="6351588"/>
              <a:ext cx="73025" cy="7302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4" name="Freeform 532"/>
            <p:cNvSpPr/>
            <p:nvPr/>
          </p:nvSpPr>
          <p:spPr bwMode="auto">
            <a:xfrm>
              <a:off x="12212638" y="5191125"/>
              <a:ext cx="73025" cy="73025"/>
            </a:xfrm>
            <a:custGeom>
              <a:avLst/>
              <a:gdLst>
                <a:gd name="T0" fmla="*/ 4 w 9"/>
                <a:gd name="T1" fmla="*/ 0 h 9"/>
                <a:gd name="T2" fmla="*/ 9 w 9"/>
                <a:gd name="T3" fmla="*/ 5 h 9"/>
                <a:gd name="T4" fmla="*/ 4 w 9"/>
                <a:gd name="T5" fmla="*/ 9 h 9"/>
                <a:gd name="T6" fmla="*/ 0 w 9"/>
                <a:gd name="T7" fmla="*/ 4 h 9"/>
                <a:gd name="T8" fmla="*/ 4 w 9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4" y="0"/>
                  </a:moveTo>
                  <a:cubicBezTo>
                    <a:pt x="7" y="0"/>
                    <a:pt x="9" y="2"/>
                    <a:pt x="9" y="5"/>
                  </a:cubicBezTo>
                  <a:cubicBezTo>
                    <a:pt x="9" y="7"/>
                    <a:pt x="7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5" name="Oval 533"/>
            <p:cNvSpPr>
              <a:spLocks noChangeArrowheads="1"/>
            </p:cNvSpPr>
            <p:nvPr/>
          </p:nvSpPr>
          <p:spPr bwMode="auto">
            <a:xfrm>
              <a:off x="11396663" y="8318500"/>
              <a:ext cx="74613" cy="7461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6" name="Freeform 534"/>
            <p:cNvSpPr/>
            <p:nvPr/>
          </p:nvSpPr>
          <p:spPr bwMode="auto">
            <a:xfrm>
              <a:off x="12557126" y="7158038"/>
              <a:ext cx="74613" cy="74613"/>
            </a:xfrm>
            <a:custGeom>
              <a:avLst/>
              <a:gdLst>
                <a:gd name="T0" fmla="*/ 4 w 9"/>
                <a:gd name="T1" fmla="*/ 1 h 9"/>
                <a:gd name="T2" fmla="*/ 8 w 9"/>
                <a:gd name="T3" fmla="*/ 5 h 9"/>
                <a:gd name="T4" fmla="*/ 4 w 9"/>
                <a:gd name="T5" fmla="*/ 9 h 9"/>
                <a:gd name="T6" fmla="*/ 0 w 9"/>
                <a:gd name="T7" fmla="*/ 5 h 9"/>
                <a:gd name="T8" fmla="*/ 4 w 9"/>
                <a:gd name="T9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4" y="1"/>
                  </a:moveTo>
                  <a:cubicBezTo>
                    <a:pt x="7" y="1"/>
                    <a:pt x="9" y="2"/>
                    <a:pt x="8" y="5"/>
                  </a:cubicBezTo>
                  <a:cubicBezTo>
                    <a:pt x="8" y="7"/>
                    <a:pt x="6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7" name="Freeform 535"/>
            <p:cNvSpPr/>
            <p:nvPr/>
          </p:nvSpPr>
          <p:spPr bwMode="auto">
            <a:xfrm>
              <a:off x="8739188" y="6581775"/>
              <a:ext cx="66675" cy="74613"/>
            </a:xfrm>
            <a:custGeom>
              <a:avLst/>
              <a:gdLst>
                <a:gd name="T0" fmla="*/ 8 w 8"/>
                <a:gd name="T1" fmla="*/ 4 h 9"/>
                <a:gd name="T2" fmla="*/ 4 w 8"/>
                <a:gd name="T3" fmla="*/ 8 h 9"/>
                <a:gd name="T4" fmla="*/ 0 w 8"/>
                <a:gd name="T5" fmla="*/ 4 h 9"/>
                <a:gd name="T6" fmla="*/ 4 w 8"/>
                <a:gd name="T7" fmla="*/ 0 h 9"/>
                <a:gd name="T8" fmla="*/ 8 w 8"/>
                <a:gd name="T9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8" y="4"/>
                  </a:moveTo>
                  <a:cubicBezTo>
                    <a:pt x="8" y="7"/>
                    <a:pt x="6" y="9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7" y="0"/>
                    <a:pt x="8" y="2"/>
                    <a:pt x="8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8" name="Freeform 536"/>
            <p:cNvSpPr/>
            <p:nvPr/>
          </p:nvSpPr>
          <p:spPr bwMode="auto">
            <a:xfrm>
              <a:off x="8731251" y="6343650"/>
              <a:ext cx="82550" cy="80963"/>
            </a:xfrm>
            <a:custGeom>
              <a:avLst/>
              <a:gdLst>
                <a:gd name="T0" fmla="*/ 9 w 10"/>
                <a:gd name="T1" fmla="*/ 5 h 10"/>
                <a:gd name="T2" fmla="*/ 5 w 10"/>
                <a:gd name="T3" fmla="*/ 9 h 10"/>
                <a:gd name="T4" fmla="*/ 1 w 10"/>
                <a:gd name="T5" fmla="*/ 5 h 10"/>
                <a:gd name="T6" fmla="*/ 5 w 10"/>
                <a:gd name="T7" fmla="*/ 1 h 10"/>
                <a:gd name="T8" fmla="*/ 9 w 10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9" y="5"/>
                  </a:moveTo>
                  <a:cubicBezTo>
                    <a:pt x="9" y="8"/>
                    <a:pt x="7" y="10"/>
                    <a:pt x="5" y="9"/>
                  </a:cubicBezTo>
                  <a:cubicBezTo>
                    <a:pt x="2" y="9"/>
                    <a:pt x="0" y="7"/>
                    <a:pt x="1" y="5"/>
                  </a:cubicBezTo>
                  <a:cubicBezTo>
                    <a:pt x="1" y="2"/>
                    <a:pt x="3" y="0"/>
                    <a:pt x="5" y="1"/>
                  </a:cubicBezTo>
                  <a:cubicBezTo>
                    <a:pt x="8" y="1"/>
                    <a:pt x="10" y="3"/>
                    <a:pt x="9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9" name="Freeform 537"/>
            <p:cNvSpPr/>
            <p:nvPr/>
          </p:nvSpPr>
          <p:spPr bwMode="auto">
            <a:xfrm>
              <a:off x="9201151" y="7734300"/>
              <a:ext cx="65088" cy="74613"/>
            </a:xfrm>
            <a:custGeom>
              <a:avLst/>
              <a:gdLst>
                <a:gd name="T0" fmla="*/ 4 w 8"/>
                <a:gd name="T1" fmla="*/ 9 h 9"/>
                <a:gd name="T2" fmla="*/ 0 w 8"/>
                <a:gd name="T3" fmla="*/ 5 h 9"/>
                <a:gd name="T4" fmla="*/ 4 w 8"/>
                <a:gd name="T5" fmla="*/ 1 h 9"/>
                <a:gd name="T6" fmla="*/ 8 w 8"/>
                <a:gd name="T7" fmla="*/ 5 h 9"/>
                <a:gd name="T8" fmla="*/ 4 w 8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4" y="9"/>
                  </a:moveTo>
                  <a:cubicBezTo>
                    <a:pt x="1" y="9"/>
                    <a:pt x="0" y="7"/>
                    <a:pt x="0" y="5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7" y="1"/>
                    <a:pt x="8" y="3"/>
                    <a:pt x="8" y="5"/>
                  </a:cubicBezTo>
                  <a:cubicBezTo>
                    <a:pt x="8" y="7"/>
                    <a:pt x="6" y="9"/>
                    <a:pt x="4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0" name="Freeform 538"/>
            <p:cNvSpPr/>
            <p:nvPr/>
          </p:nvSpPr>
          <p:spPr bwMode="auto">
            <a:xfrm>
              <a:off x="12096751" y="5075238"/>
              <a:ext cx="74613" cy="74613"/>
            </a:xfrm>
            <a:custGeom>
              <a:avLst/>
              <a:gdLst>
                <a:gd name="T0" fmla="*/ 4 w 9"/>
                <a:gd name="T1" fmla="*/ 0 h 9"/>
                <a:gd name="T2" fmla="*/ 9 w 9"/>
                <a:gd name="T3" fmla="*/ 4 h 9"/>
                <a:gd name="T4" fmla="*/ 4 w 9"/>
                <a:gd name="T5" fmla="*/ 9 h 9"/>
                <a:gd name="T6" fmla="*/ 0 w 9"/>
                <a:gd name="T7" fmla="*/ 5 h 9"/>
                <a:gd name="T8" fmla="*/ 4 w 9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4" y="0"/>
                  </a:moveTo>
                  <a:cubicBezTo>
                    <a:pt x="7" y="0"/>
                    <a:pt x="9" y="2"/>
                    <a:pt x="9" y="4"/>
                  </a:cubicBezTo>
                  <a:cubicBezTo>
                    <a:pt x="9" y="7"/>
                    <a:pt x="7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1" name="Freeform 539"/>
            <p:cNvSpPr/>
            <p:nvPr/>
          </p:nvSpPr>
          <p:spPr bwMode="auto">
            <a:xfrm>
              <a:off x="10821988" y="4498975"/>
              <a:ext cx="73025" cy="74613"/>
            </a:xfrm>
            <a:custGeom>
              <a:avLst/>
              <a:gdLst>
                <a:gd name="T0" fmla="*/ 9 w 9"/>
                <a:gd name="T1" fmla="*/ 4 h 9"/>
                <a:gd name="T2" fmla="*/ 4 w 9"/>
                <a:gd name="T3" fmla="*/ 8 h 9"/>
                <a:gd name="T4" fmla="*/ 0 w 9"/>
                <a:gd name="T5" fmla="*/ 4 h 9"/>
                <a:gd name="T6" fmla="*/ 4 w 9"/>
                <a:gd name="T7" fmla="*/ 0 h 9"/>
                <a:gd name="T8" fmla="*/ 9 w 9"/>
                <a:gd name="T9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9" y="4"/>
                  </a:moveTo>
                  <a:cubicBezTo>
                    <a:pt x="9" y="7"/>
                    <a:pt x="7" y="9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7" y="0"/>
                    <a:pt x="9" y="2"/>
                    <a:pt x="9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2" name="Freeform 540"/>
            <p:cNvSpPr/>
            <p:nvPr/>
          </p:nvSpPr>
          <p:spPr bwMode="auto">
            <a:xfrm>
              <a:off x="8855076" y="5767388"/>
              <a:ext cx="74613" cy="73025"/>
            </a:xfrm>
            <a:custGeom>
              <a:avLst/>
              <a:gdLst>
                <a:gd name="T0" fmla="*/ 4 w 9"/>
                <a:gd name="T1" fmla="*/ 9 h 9"/>
                <a:gd name="T2" fmla="*/ 0 w 9"/>
                <a:gd name="T3" fmla="*/ 5 h 9"/>
                <a:gd name="T4" fmla="*/ 4 w 9"/>
                <a:gd name="T5" fmla="*/ 0 h 9"/>
                <a:gd name="T6" fmla="*/ 8 w 9"/>
                <a:gd name="T7" fmla="*/ 4 h 9"/>
                <a:gd name="T8" fmla="*/ 4 w 9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4" y="9"/>
                  </a:move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9" y="7"/>
                    <a:pt x="7" y="9"/>
                    <a:pt x="4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3" name="Freeform 541"/>
            <p:cNvSpPr/>
            <p:nvPr/>
          </p:nvSpPr>
          <p:spPr bwMode="auto">
            <a:xfrm>
              <a:off x="11980863" y="4959350"/>
              <a:ext cx="66675" cy="74613"/>
            </a:xfrm>
            <a:custGeom>
              <a:avLst/>
              <a:gdLst>
                <a:gd name="T0" fmla="*/ 4 w 8"/>
                <a:gd name="T1" fmla="*/ 0 h 9"/>
                <a:gd name="T2" fmla="*/ 8 w 8"/>
                <a:gd name="T3" fmla="*/ 4 h 9"/>
                <a:gd name="T4" fmla="*/ 4 w 8"/>
                <a:gd name="T5" fmla="*/ 9 h 9"/>
                <a:gd name="T6" fmla="*/ 0 w 8"/>
                <a:gd name="T7" fmla="*/ 5 h 9"/>
                <a:gd name="T8" fmla="*/ 4 w 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4" y="0"/>
                  </a:moveTo>
                  <a:cubicBezTo>
                    <a:pt x="6" y="0"/>
                    <a:pt x="8" y="2"/>
                    <a:pt x="8" y="4"/>
                  </a:cubicBezTo>
                  <a:cubicBezTo>
                    <a:pt x="8" y="7"/>
                    <a:pt x="7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4" name="Freeform 542"/>
            <p:cNvSpPr/>
            <p:nvPr/>
          </p:nvSpPr>
          <p:spPr bwMode="auto">
            <a:xfrm>
              <a:off x="10591801" y="4498975"/>
              <a:ext cx="73025" cy="65088"/>
            </a:xfrm>
            <a:custGeom>
              <a:avLst/>
              <a:gdLst>
                <a:gd name="T0" fmla="*/ 4 w 9"/>
                <a:gd name="T1" fmla="*/ 0 h 8"/>
                <a:gd name="T2" fmla="*/ 8 w 9"/>
                <a:gd name="T3" fmla="*/ 4 h 8"/>
                <a:gd name="T4" fmla="*/ 4 w 9"/>
                <a:gd name="T5" fmla="*/ 8 h 8"/>
                <a:gd name="T6" fmla="*/ 0 w 9"/>
                <a:gd name="T7" fmla="*/ 4 h 8"/>
                <a:gd name="T8" fmla="*/ 4 w 9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4" y="0"/>
                  </a:moveTo>
                  <a:cubicBezTo>
                    <a:pt x="7" y="0"/>
                    <a:pt x="9" y="2"/>
                    <a:pt x="8" y="4"/>
                  </a:cubicBezTo>
                  <a:cubicBezTo>
                    <a:pt x="8" y="6"/>
                    <a:pt x="7" y="8"/>
                    <a:pt x="4" y="8"/>
                  </a:cubicBezTo>
                  <a:cubicBezTo>
                    <a:pt x="2" y="8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5" name="Freeform 543"/>
            <p:cNvSpPr/>
            <p:nvPr/>
          </p:nvSpPr>
          <p:spPr bwMode="auto">
            <a:xfrm>
              <a:off x="10015538" y="4605338"/>
              <a:ext cx="65088" cy="74613"/>
            </a:xfrm>
            <a:custGeom>
              <a:avLst/>
              <a:gdLst>
                <a:gd name="T0" fmla="*/ 4 w 8"/>
                <a:gd name="T1" fmla="*/ 1 h 9"/>
                <a:gd name="T2" fmla="*/ 8 w 8"/>
                <a:gd name="T3" fmla="*/ 5 h 9"/>
                <a:gd name="T4" fmla="*/ 4 w 8"/>
                <a:gd name="T5" fmla="*/ 9 h 9"/>
                <a:gd name="T6" fmla="*/ 0 w 8"/>
                <a:gd name="T7" fmla="*/ 5 h 9"/>
                <a:gd name="T8" fmla="*/ 4 w 8"/>
                <a:gd name="T9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4" y="1"/>
                  </a:moveTo>
                  <a:cubicBezTo>
                    <a:pt x="6" y="1"/>
                    <a:pt x="8" y="3"/>
                    <a:pt x="8" y="5"/>
                  </a:cubicBezTo>
                  <a:cubicBezTo>
                    <a:pt x="8" y="7"/>
                    <a:pt x="6" y="9"/>
                    <a:pt x="4" y="9"/>
                  </a:cubicBezTo>
                  <a:cubicBezTo>
                    <a:pt x="1" y="9"/>
                    <a:pt x="0" y="7"/>
                    <a:pt x="0" y="5"/>
                  </a:cubicBezTo>
                  <a:cubicBezTo>
                    <a:pt x="0" y="2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6" name="Freeform 544"/>
            <p:cNvSpPr/>
            <p:nvPr/>
          </p:nvSpPr>
          <p:spPr bwMode="auto">
            <a:xfrm>
              <a:off x="9085263" y="7618413"/>
              <a:ext cx="66675" cy="74613"/>
            </a:xfrm>
            <a:custGeom>
              <a:avLst/>
              <a:gdLst>
                <a:gd name="T0" fmla="*/ 4 w 8"/>
                <a:gd name="T1" fmla="*/ 9 h 9"/>
                <a:gd name="T2" fmla="*/ 0 w 8"/>
                <a:gd name="T3" fmla="*/ 5 h 9"/>
                <a:gd name="T4" fmla="*/ 4 w 8"/>
                <a:gd name="T5" fmla="*/ 0 h 9"/>
                <a:gd name="T6" fmla="*/ 8 w 8"/>
                <a:gd name="T7" fmla="*/ 5 h 9"/>
                <a:gd name="T8" fmla="*/ 4 w 8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4" y="9"/>
                  </a:move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1"/>
                    <a:pt x="8" y="2"/>
                    <a:pt x="8" y="5"/>
                  </a:cubicBezTo>
                  <a:cubicBezTo>
                    <a:pt x="8" y="7"/>
                    <a:pt x="6" y="9"/>
                    <a:pt x="4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7" name="Freeform 545"/>
            <p:cNvSpPr/>
            <p:nvPr/>
          </p:nvSpPr>
          <p:spPr bwMode="auto">
            <a:xfrm>
              <a:off x="9545638" y="8088313"/>
              <a:ext cx="74613" cy="65088"/>
            </a:xfrm>
            <a:custGeom>
              <a:avLst/>
              <a:gdLst>
                <a:gd name="T0" fmla="*/ 4 w 9"/>
                <a:gd name="T1" fmla="*/ 0 h 8"/>
                <a:gd name="T2" fmla="*/ 8 w 9"/>
                <a:gd name="T3" fmla="*/ 4 h 8"/>
                <a:gd name="T4" fmla="*/ 4 w 9"/>
                <a:gd name="T5" fmla="*/ 8 h 8"/>
                <a:gd name="T6" fmla="*/ 0 w 9"/>
                <a:gd name="T7" fmla="*/ 4 h 8"/>
                <a:gd name="T8" fmla="*/ 4 w 9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4" y="0"/>
                  </a:moveTo>
                  <a:cubicBezTo>
                    <a:pt x="7" y="0"/>
                    <a:pt x="9" y="2"/>
                    <a:pt x="8" y="4"/>
                  </a:cubicBezTo>
                  <a:cubicBezTo>
                    <a:pt x="8" y="7"/>
                    <a:pt x="7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8" name="Freeform 546"/>
            <p:cNvSpPr/>
            <p:nvPr/>
          </p:nvSpPr>
          <p:spPr bwMode="auto">
            <a:xfrm>
              <a:off x="9085263" y="5305425"/>
              <a:ext cx="74613" cy="74613"/>
            </a:xfrm>
            <a:custGeom>
              <a:avLst/>
              <a:gdLst>
                <a:gd name="T0" fmla="*/ 4 w 9"/>
                <a:gd name="T1" fmla="*/ 9 h 9"/>
                <a:gd name="T2" fmla="*/ 0 w 9"/>
                <a:gd name="T3" fmla="*/ 5 h 9"/>
                <a:gd name="T4" fmla="*/ 4 w 9"/>
                <a:gd name="T5" fmla="*/ 0 h 9"/>
                <a:gd name="T6" fmla="*/ 8 w 9"/>
                <a:gd name="T7" fmla="*/ 4 h 9"/>
                <a:gd name="T8" fmla="*/ 4 w 9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4" y="9"/>
                  </a:move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9" y="6"/>
                    <a:pt x="7" y="8"/>
                    <a:pt x="4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9" name="Freeform 547"/>
            <p:cNvSpPr/>
            <p:nvPr/>
          </p:nvSpPr>
          <p:spPr bwMode="auto">
            <a:xfrm>
              <a:off x="9201151" y="5191125"/>
              <a:ext cx="73025" cy="65088"/>
            </a:xfrm>
            <a:custGeom>
              <a:avLst/>
              <a:gdLst>
                <a:gd name="T0" fmla="*/ 4 w 9"/>
                <a:gd name="T1" fmla="*/ 8 h 8"/>
                <a:gd name="T2" fmla="*/ 0 w 9"/>
                <a:gd name="T3" fmla="*/ 4 h 8"/>
                <a:gd name="T4" fmla="*/ 4 w 9"/>
                <a:gd name="T5" fmla="*/ 0 h 8"/>
                <a:gd name="T6" fmla="*/ 9 w 9"/>
                <a:gd name="T7" fmla="*/ 4 h 8"/>
                <a:gd name="T8" fmla="*/ 4 w 9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7"/>
                    <a:pt x="7" y="8"/>
                    <a:pt x="4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0" name="Freeform 548"/>
            <p:cNvSpPr/>
            <p:nvPr/>
          </p:nvSpPr>
          <p:spPr bwMode="auto">
            <a:xfrm>
              <a:off x="11052176" y="8434388"/>
              <a:ext cx="65088" cy="73025"/>
            </a:xfrm>
            <a:custGeom>
              <a:avLst/>
              <a:gdLst>
                <a:gd name="T0" fmla="*/ 8 w 8"/>
                <a:gd name="T1" fmla="*/ 5 h 9"/>
                <a:gd name="T2" fmla="*/ 4 w 8"/>
                <a:gd name="T3" fmla="*/ 9 h 9"/>
                <a:gd name="T4" fmla="*/ 0 w 8"/>
                <a:gd name="T5" fmla="*/ 5 h 9"/>
                <a:gd name="T6" fmla="*/ 4 w 8"/>
                <a:gd name="T7" fmla="*/ 0 h 9"/>
                <a:gd name="T8" fmla="*/ 8 w 8"/>
                <a:gd name="T9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8" y="5"/>
                  </a:moveTo>
                  <a:cubicBezTo>
                    <a:pt x="8" y="7"/>
                    <a:pt x="6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7" y="0"/>
                    <a:pt x="8" y="2"/>
                    <a:pt x="8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1" name="Freeform 549"/>
            <p:cNvSpPr/>
            <p:nvPr/>
          </p:nvSpPr>
          <p:spPr bwMode="auto">
            <a:xfrm>
              <a:off x="12557126" y="5775325"/>
              <a:ext cx="74613" cy="65088"/>
            </a:xfrm>
            <a:custGeom>
              <a:avLst/>
              <a:gdLst>
                <a:gd name="T0" fmla="*/ 5 w 9"/>
                <a:gd name="T1" fmla="*/ 8 h 8"/>
                <a:gd name="T2" fmla="*/ 0 w 9"/>
                <a:gd name="T3" fmla="*/ 4 h 8"/>
                <a:gd name="T4" fmla="*/ 4 w 9"/>
                <a:gd name="T5" fmla="*/ 0 h 8"/>
                <a:gd name="T6" fmla="*/ 9 w 9"/>
                <a:gd name="T7" fmla="*/ 4 h 8"/>
                <a:gd name="T8" fmla="*/ 5 w 9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5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7" y="0"/>
                    <a:pt x="9" y="1"/>
                    <a:pt x="9" y="4"/>
                  </a:cubicBezTo>
                  <a:cubicBezTo>
                    <a:pt x="9" y="6"/>
                    <a:pt x="7" y="8"/>
                    <a:pt x="5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2" name="Freeform 550"/>
            <p:cNvSpPr/>
            <p:nvPr/>
          </p:nvSpPr>
          <p:spPr bwMode="auto">
            <a:xfrm>
              <a:off x="12673013" y="6811963"/>
              <a:ext cx="73025" cy="74613"/>
            </a:xfrm>
            <a:custGeom>
              <a:avLst/>
              <a:gdLst>
                <a:gd name="T0" fmla="*/ 9 w 9"/>
                <a:gd name="T1" fmla="*/ 5 h 9"/>
                <a:gd name="T2" fmla="*/ 4 w 9"/>
                <a:gd name="T3" fmla="*/ 9 h 9"/>
                <a:gd name="T4" fmla="*/ 0 w 9"/>
                <a:gd name="T5" fmla="*/ 5 h 9"/>
                <a:gd name="T6" fmla="*/ 4 w 9"/>
                <a:gd name="T7" fmla="*/ 0 h 9"/>
                <a:gd name="T8" fmla="*/ 9 w 9"/>
                <a:gd name="T9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9" y="5"/>
                  </a:moveTo>
                  <a:cubicBezTo>
                    <a:pt x="9" y="7"/>
                    <a:pt x="7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7" y="0"/>
                    <a:pt x="8" y="2"/>
                    <a:pt x="9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3" name="Freeform 551"/>
            <p:cNvSpPr/>
            <p:nvPr/>
          </p:nvSpPr>
          <p:spPr bwMode="auto">
            <a:xfrm>
              <a:off x="9431338" y="4959350"/>
              <a:ext cx="73025" cy="66675"/>
            </a:xfrm>
            <a:custGeom>
              <a:avLst/>
              <a:gdLst>
                <a:gd name="T0" fmla="*/ 4 w 9"/>
                <a:gd name="T1" fmla="*/ 8 h 8"/>
                <a:gd name="T2" fmla="*/ 0 w 9"/>
                <a:gd name="T3" fmla="*/ 4 h 8"/>
                <a:gd name="T4" fmla="*/ 5 w 9"/>
                <a:gd name="T5" fmla="*/ 0 h 8"/>
                <a:gd name="T6" fmla="*/ 9 w 9"/>
                <a:gd name="T7" fmla="*/ 4 h 8"/>
                <a:gd name="T8" fmla="*/ 4 w 9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7" y="8"/>
                    <a:pt x="4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4" name="Oval 552"/>
            <p:cNvSpPr>
              <a:spLocks noChangeArrowheads="1"/>
            </p:cNvSpPr>
            <p:nvPr/>
          </p:nvSpPr>
          <p:spPr bwMode="auto">
            <a:xfrm>
              <a:off x="11858626" y="8088313"/>
              <a:ext cx="73025" cy="7461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5" name="Oval 553"/>
            <p:cNvSpPr>
              <a:spLocks noChangeArrowheads="1"/>
            </p:cNvSpPr>
            <p:nvPr/>
          </p:nvSpPr>
          <p:spPr bwMode="auto">
            <a:xfrm>
              <a:off x="12326938" y="7626350"/>
              <a:ext cx="66675" cy="6667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" name="Freeform 554"/>
            <p:cNvSpPr/>
            <p:nvPr/>
          </p:nvSpPr>
          <p:spPr bwMode="auto">
            <a:xfrm>
              <a:off x="11396663" y="4614863"/>
              <a:ext cx="74613" cy="65088"/>
            </a:xfrm>
            <a:custGeom>
              <a:avLst/>
              <a:gdLst>
                <a:gd name="T0" fmla="*/ 9 w 9"/>
                <a:gd name="T1" fmla="*/ 4 h 8"/>
                <a:gd name="T2" fmla="*/ 5 w 9"/>
                <a:gd name="T3" fmla="*/ 8 h 8"/>
                <a:gd name="T4" fmla="*/ 0 w 9"/>
                <a:gd name="T5" fmla="*/ 4 h 8"/>
                <a:gd name="T6" fmla="*/ 5 w 9"/>
                <a:gd name="T7" fmla="*/ 0 h 8"/>
                <a:gd name="T8" fmla="*/ 9 w 9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9" y="4"/>
                  </a:moveTo>
                  <a:cubicBezTo>
                    <a:pt x="9" y="7"/>
                    <a:pt x="7" y="8"/>
                    <a:pt x="5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1" y="2"/>
                    <a:pt x="2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7" name="Freeform 555"/>
            <p:cNvSpPr/>
            <p:nvPr/>
          </p:nvSpPr>
          <p:spPr bwMode="auto">
            <a:xfrm>
              <a:off x="10352088" y="8434388"/>
              <a:ext cx="74613" cy="73025"/>
            </a:xfrm>
            <a:custGeom>
              <a:avLst/>
              <a:gdLst>
                <a:gd name="T0" fmla="*/ 5 w 9"/>
                <a:gd name="T1" fmla="*/ 9 h 9"/>
                <a:gd name="T2" fmla="*/ 1 w 9"/>
                <a:gd name="T3" fmla="*/ 4 h 9"/>
                <a:gd name="T4" fmla="*/ 5 w 9"/>
                <a:gd name="T5" fmla="*/ 0 h 9"/>
                <a:gd name="T6" fmla="*/ 9 w 9"/>
                <a:gd name="T7" fmla="*/ 4 h 9"/>
                <a:gd name="T8" fmla="*/ 5 w 9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5" y="9"/>
                  </a:moveTo>
                  <a:cubicBezTo>
                    <a:pt x="2" y="9"/>
                    <a:pt x="1" y="7"/>
                    <a:pt x="1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7"/>
                    <a:pt x="7" y="9"/>
                    <a:pt x="5" y="9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8" name="Freeform 556"/>
            <p:cNvSpPr/>
            <p:nvPr/>
          </p:nvSpPr>
          <p:spPr bwMode="auto">
            <a:xfrm>
              <a:off x="11866563" y="4845050"/>
              <a:ext cx="65088" cy="73025"/>
            </a:xfrm>
            <a:custGeom>
              <a:avLst/>
              <a:gdLst>
                <a:gd name="T0" fmla="*/ 8 w 8"/>
                <a:gd name="T1" fmla="*/ 4 h 9"/>
                <a:gd name="T2" fmla="*/ 4 w 8"/>
                <a:gd name="T3" fmla="*/ 8 h 9"/>
                <a:gd name="T4" fmla="*/ 0 w 8"/>
                <a:gd name="T5" fmla="*/ 5 h 9"/>
                <a:gd name="T6" fmla="*/ 4 w 8"/>
                <a:gd name="T7" fmla="*/ 0 h 9"/>
                <a:gd name="T8" fmla="*/ 8 w 8"/>
                <a:gd name="T9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8" y="4"/>
                  </a:moveTo>
                  <a:cubicBezTo>
                    <a:pt x="8" y="6"/>
                    <a:pt x="7" y="8"/>
                    <a:pt x="4" y="8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9" name="Oval 557"/>
            <p:cNvSpPr>
              <a:spLocks noChangeArrowheads="1"/>
            </p:cNvSpPr>
            <p:nvPr/>
          </p:nvSpPr>
          <p:spPr bwMode="auto">
            <a:xfrm>
              <a:off x="9545638" y="4845050"/>
              <a:ext cx="74613" cy="650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0" name="Freeform 558"/>
            <p:cNvSpPr/>
            <p:nvPr/>
          </p:nvSpPr>
          <p:spPr bwMode="auto">
            <a:xfrm>
              <a:off x="12326938" y="5305425"/>
              <a:ext cx="74613" cy="74613"/>
            </a:xfrm>
            <a:custGeom>
              <a:avLst/>
              <a:gdLst>
                <a:gd name="T0" fmla="*/ 4 w 9"/>
                <a:gd name="T1" fmla="*/ 0 h 9"/>
                <a:gd name="T2" fmla="*/ 9 w 9"/>
                <a:gd name="T3" fmla="*/ 4 h 9"/>
                <a:gd name="T4" fmla="*/ 5 w 9"/>
                <a:gd name="T5" fmla="*/ 9 h 9"/>
                <a:gd name="T6" fmla="*/ 0 w 9"/>
                <a:gd name="T7" fmla="*/ 5 h 9"/>
                <a:gd name="T8" fmla="*/ 4 w 9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4" y="0"/>
                  </a:moveTo>
                  <a:cubicBezTo>
                    <a:pt x="7" y="0"/>
                    <a:pt x="8" y="2"/>
                    <a:pt x="9" y="4"/>
                  </a:cubicBezTo>
                  <a:cubicBezTo>
                    <a:pt x="9" y="7"/>
                    <a:pt x="7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1" name="Oval 559"/>
            <p:cNvSpPr>
              <a:spLocks noChangeArrowheads="1"/>
            </p:cNvSpPr>
            <p:nvPr/>
          </p:nvSpPr>
          <p:spPr bwMode="auto">
            <a:xfrm>
              <a:off x="11052176" y="4498975"/>
              <a:ext cx="73025" cy="650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2" name="Freeform 560"/>
            <p:cNvSpPr/>
            <p:nvPr/>
          </p:nvSpPr>
          <p:spPr bwMode="auto">
            <a:xfrm>
              <a:off x="12673013" y="6121400"/>
              <a:ext cx="73025" cy="65088"/>
            </a:xfrm>
            <a:custGeom>
              <a:avLst/>
              <a:gdLst>
                <a:gd name="T0" fmla="*/ 9 w 9"/>
                <a:gd name="T1" fmla="*/ 4 h 8"/>
                <a:gd name="T2" fmla="*/ 4 w 9"/>
                <a:gd name="T3" fmla="*/ 8 h 8"/>
                <a:gd name="T4" fmla="*/ 0 w 9"/>
                <a:gd name="T5" fmla="*/ 4 h 8"/>
                <a:gd name="T6" fmla="*/ 5 w 9"/>
                <a:gd name="T7" fmla="*/ 0 h 8"/>
                <a:gd name="T8" fmla="*/ 9 w 9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9" y="4"/>
                  </a:moveTo>
                  <a:cubicBezTo>
                    <a:pt x="9" y="7"/>
                    <a:pt x="7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3" name="Freeform 561"/>
            <p:cNvSpPr/>
            <p:nvPr/>
          </p:nvSpPr>
          <p:spPr bwMode="auto">
            <a:xfrm>
              <a:off x="8731251" y="6811963"/>
              <a:ext cx="74613" cy="66675"/>
            </a:xfrm>
            <a:custGeom>
              <a:avLst/>
              <a:gdLst>
                <a:gd name="T0" fmla="*/ 5 w 9"/>
                <a:gd name="T1" fmla="*/ 8 h 8"/>
                <a:gd name="T2" fmla="*/ 0 w 9"/>
                <a:gd name="T3" fmla="*/ 4 h 8"/>
                <a:gd name="T4" fmla="*/ 5 w 9"/>
                <a:gd name="T5" fmla="*/ 0 h 8"/>
                <a:gd name="T6" fmla="*/ 9 w 9"/>
                <a:gd name="T7" fmla="*/ 4 h 8"/>
                <a:gd name="T8" fmla="*/ 5 w 9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5" y="8"/>
                  </a:moveTo>
                  <a:cubicBezTo>
                    <a:pt x="2" y="8"/>
                    <a:pt x="1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7" y="8"/>
                    <a:pt x="5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4" name="Freeform 562"/>
            <p:cNvSpPr/>
            <p:nvPr/>
          </p:nvSpPr>
          <p:spPr bwMode="auto">
            <a:xfrm>
              <a:off x="10360026" y="4498975"/>
              <a:ext cx="66675" cy="65088"/>
            </a:xfrm>
            <a:custGeom>
              <a:avLst/>
              <a:gdLst>
                <a:gd name="T0" fmla="*/ 4 w 8"/>
                <a:gd name="T1" fmla="*/ 0 h 8"/>
                <a:gd name="T2" fmla="*/ 8 w 8"/>
                <a:gd name="T3" fmla="*/ 4 h 8"/>
                <a:gd name="T4" fmla="*/ 4 w 8"/>
                <a:gd name="T5" fmla="*/ 8 h 8"/>
                <a:gd name="T6" fmla="*/ 0 w 8"/>
                <a:gd name="T7" fmla="*/ 4 h 8"/>
                <a:gd name="T8" fmla="*/ 4 w 8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cubicBezTo>
                    <a:pt x="7" y="0"/>
                    <a:pt x="8" y="2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5" name="Freeform 563"/>
            <p:cNvSpPr/>
            <p:nvPr/>
          </p:nvSpPr>
          <p:spPr bwMode="auto">
            <a:xfrm>
              <a:off x="8739188" y="6121400"/>
              <a:ext cx="66675" cy="65088"/>
            </a:xfrm>
            <a:custGeom>
              <a:avLst/>
              <a:gdLst>
                <a:gd name="T0" fmla="*/ 8 w 8"/>
                <a:gd name="T1" fmla="*/ 4 h 8"/>
                <a:gd name="T2" fmla="*/ 4 w 8"/>
                <a:gd name="T3" fmla="*/ 8 h 8"/>
                <a:gd name="T4" fmla="*/ 0 w 8"/>
                <a:gd name="T5" fmla="*/ 4 h 8"/>
                <a:gd name="T6" fmla="*/ 4 w 8"/>
                <a:gd name="T7" fmla="*/ 0 h 8"/>
                <a:gd name="T8" fmla="*/ 8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6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1"/>
                    <a:pt x="8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6" name="Freeform 564"/>
            <p:cNvSpPr/>
            <p:nvPr/>
          </p:nvSpPr>
          <p:spPr bwMode="auto">
            <a:xfrm>
              <a:off x="9661526" y="8202613"/>
              <a:ext cx="65088" cy="66675"/>
            </a:xfrm>
            <a:custGeom>
              <a:avLst/>
              <a:gdLst>
                <a:gd name="T0" fmla="*/ 8 w 8"/>
                <a:gd name="T1" fmla="*/ 4 h 8"/>
                <a:gd name="T2" fmla="*/ 4 w 8"/>
                <a:gd name="T3" fmla="*/ 8 h 8"/>
                <a:gd name="T4" fmla="*/ 0 w 8"/>
                <a:gd name="T5" fmla="*/ 4 h 8"/>
                <a:gd name="T6" fmla="*/ 4 w 8"/>
                <a:gd name="T7" fmla="*/ 0 h 8"/>
                <a:gd name="T8" fmla="*/ 8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7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7" y="0"/>
                    <a:pt x="8" y="2"/>
                    <a:pt x="8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7" name="Freeform 565"/>
            <p:cNvSpPr/>
            <p:nvPr/>
          </p:nvSpPr>
          <p:spPr bwMode="auto">
            <a:xfrm>
              <a:off x="11742738" y="8202613"/>
              <a:ext cx="74613" cy="74613"/>
            </a:xfrm>
            <a:custGeom>
              <a:avLst/>
              <a:gdLst>
                <a:gd name="T0" fmla="*/ 9 w 9"/>
                <a:gd name="T1" fmla="*/ 4 h 9"/>
                <a:gd name="T2" fmla="*/ 5 w 9"/>
                <a:gd name="T3" fmla="*/ 9 h 9"/>
                <a:gd name="T4" fmla="*/ 1 w 9"/>
                <a:gd name="T5" fmla="*/ 4 h 9"/>
                <a:gd name="T6" fmla="*/ 4 w 9"/>
                <a:gd name="T7" fmla="*/ 0 h 9"/>
                <a:gd name="T8" fmla="*/ 9 w 9"/>
                <a:gd name="T9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9" y="4"/>
                  </a:moveTo>
                  <a:cubicBezTo>
                    <a:pt x="9" y="7"/>
                    <a:pt x="7" y="9"/>
                    <a:pt x="5" y="9"/>
                  </a:cubicBezTo>
                  <a:cubicBezTo>
                    <a:pt x="2" y="9"/>
                    <a:pt x="0" y="7"/>
                    <a:pt x="1" y="4"/>
                  </a:cubicBezTo>
                  <a:cubicBezTo>
                    <a:pt x="1" y="2"/>
                    <a:pt x="2" y="1"/>
                    <a:pt x="4" y="0"/>
                  </a:cubicBezTo>
                  <a:cubicBezTo>
                    <a:pt x="7" y="0"/>
                    <a:pt x="9" y="2"/>
                    <a:pt x="9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8" name="Oval 566"/>
            <p:cNvSpPr>
              <a:spLocks noChangeArrowheads="1"/>
            </p:cNvSpPr>
            <p:nvPr/>
          </p:nvSpPr>
          <p:spPr bwMode="auto">
            <a:xfrm>
              <a:off x="12442826" y="7512050"/>
              <a:ext cx="65088" cy="650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9" name="Freeform 567"/>
            <p:cNvSpPr/>
            <p:nvPr/>
          </p:nvSpPr>
          <p:spPr bwMode="auto">
            <a:xfrm>
              <a:off x="8970963" y="7512050"/>
              <a:ext cx="65088" cy="65088"/>
            </a:xfrm>
            <a:custGeom>
              <a:avLst/>
              <a:gdLst>
                <a:gd name="T0" fmla="*/ 8 w 8"/>
                <a:gd name="T1" fmla="*/ 4 h 8"/>
                <a:gd name="T2" fmla="*/ 4 w 8"/>
                <a:gd name="T3" fmla="*/ 8 h 8"/>
                <a:gd name="T4" fmla="*/ 0 w 8"/>
                <a:gd name="T5" fmla="*/ 4 h 8"/>
                <a:gd name="T6" fmla="*/ 4 w 8"/>
                <a:gd name="T7" fmla="*/ 0 h 8"/>
                <a:gd name="T8" fmla="*/ 8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6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0" name="Freeform 568"/>
            <p:cNvSpPr/>
            <p:nvPr/>
          </p:nvSpPr>
          <p:spPr bwMode="auto">
            <a:xfrm>
              <a:off x="12442826" y="5429250"/>
              <a:ext cx="73025" cy="65088"/>
            </a:xfrm>
            <a:custGeom>
              <a:avLst/>
              <a:gdLst>
                <a:gd name="T0" fmla="*/ 4 w 9"/>
                <a:gd name="T1" fmla="*/ 8 h 8"/>
                <a:gd name="T2" fmla="*/ 0 w 9"/>
                <a:gd name="T3" fmla="*/ 4 h 8"/>
                <a:gd name="T4" fmla="*/ 4 w 9"/>
                <a:gd name="T5" fmla="*/ 0 h 8"/>
                <a:gd name="T6" fmla="*/ 9 w 9"/>
                <a:gd name="T7" fmla="*/ 4 h 8"/>
                <a:gd name="T8" fmla="*/ 4 w 9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7" y="0"/>
                    <a:pt x="8" y="1"/>
                    <a:pt x="9" y="4"/>
                  </a:cubicBezTo>
                  <a:cubicBezTo>
                    <a:pt x="9" y="6"/>
                    <a:pt x="7" y="8"/>
                    <a:pt x="4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1" name="Oval 569"/>
            <p:cNvSpPr>
              <a:spLocks noChangeArrowheads="1"/>
            </p:cNvSpPr>
            <p:nvPr/>
          </p:nvSpPr>
          <p:spPr bwMode="auto">
            <a:xfrm>
              <a:off x="11750676" y="4729163"/>
              <a:ext cx="66675" cy="6667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2" name="Freeform 570"/>
            <p:cNvSpPr/>
            <p:nvPr/>
          </p:nvSpPr>
          <p:spPr bwMode="auto">
            <a:xfrm>
              <a:off x="8970963" y="5421313"/>
              <a:ext cx="65088" cy="65088"/>
            </a:xfrm>
            <a:custGeom>
              <a:avLst/>
              <a:gdLst>
                <a:gd name="T0" fmla="*/ 4 w 8"/>
                <a:gd name="T1" fmla="*/ 0 h 8"/>
                <a:gd name="T2" fmla="*/ 8 w 8"/>
                <a:gd name="T3" fmla="*/ 4 h 8"/>
                <a:gd name="T4" fmla="*/ 4 w 8"/>
                <a:gd name="T5" fmla="*/ 8 h 8"/>
                <a:gd name="T6" fmla="*/ 0 w 8"/>
                <a:gd name="T7" fmla="*/ 5 h 8"/>
                <a:gd name="T8" fmla="*/ 4 w 8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cubicBezTo>
                    <a:pt x="6" y="0"/>
                    <a:pt x="8" y="2"/>
                    <a:pt x="8" y="4"/>
                  </a:cubicBezTo>
                  <a:cubicBezTo>
                    <a:pt x="8" y="7"/>
                    <a:pt x="6" y="8"/>
                    <a:pt x="4" y="8"/>
                  </a:cubicBezTo>
                  <a:cubicBezTo>
                    <a:pt x="2" y="8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3" name="Oval 571"/>
            <p:cNvSpPr>
              <a:spLocks noChangeArrowheads="1"/>
            </p:cNvSpPr>
            <p:nvPr/>
          </p:nvSpPr>
          <p:spPr bwMode="auto">
            <a:xfrm>
              <a:off x="9669463" y="4729163"/>
              <a:ext cx="66675" cy="6667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4" name="Freeform 572"/>
            <p:cNvSpPr/>
            <p:nvPr/>
          </p:nvSpPr>
          <p:spPr bwMode="auto">
            <a:xfrm>
              <a:off x="10129838" y="8434388"/>
              <a:ext cx="66675" cy="65088"/>
            </a:xfrm>
            <a:custGeom>
              <a:avLst/>
              <a:gdLst>
                <a:gd name="T0" fmla="*/ 8 w 8"/>
                <a:gd name="T1" fmla="*/ 4 h 8"/>
                <a:gd name="T2" fmla="*/ 4 w 8"/>
                <a:gd name="T3" fmla="*/ 8 h 8"/>
                <a:gd name="T4" fmla="*/ 0 w 8"/>
                <a:gd name="T5" fmla="*/ 4 h 8"/>
                <a:gd name="T6" fmla="*/ 4 w 8"/>
                <a:gd name="T7" fmla="*/ 0 h 8"/>
                <a:gd name="T8" fmla="*/ 8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7" y="7"/>
                    <a:pt x="6" y="8"/>
                    <a:pt x="4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5" name="Freeform 573"/>
            <p:cNvSpPr/>
            <p:nvPr/>
          </p:nvSpPr>
          <p:spPr bwMode="auto">
            <a:xfrm>
              <a:off x="8739188" y="7042150"/>
              <a:ext cx="66675" cy="66675"/>
            </a:xfrm>
            <a:custGeom>
              <a:avLst/>
              <a:gdLst>
                <a:gd name="T0" fmla="*/ 8 w 8"/>
                <a:gd name="T1" fmla="*/ 4 h 8"/>
                <a:gd name="T2" fmla="*/ 4 w 8"/>
                <a:gd name="T3" fmla="*/ 8 h 8"/>
                <a:gd name="T4" fmla="*/ 0 w 8"/>
                <a:gd name="T5" fmla="*/ 5 h 8"/>
                <a:gd name="T6" fmla="*/ 4 w 8"/>
                <a:gd name="T7" fmla="*/ 0 h 8"/>
                <a:gd name="T8" fmla="*/ 8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6"/>
                    <a:pt x="6" y="8"/>
                    <a:pt x="4" y="8"/>
                  </a:cubicBezTo>
                  <a:cubicBezTo>
                    <a:pt x="2" y="8"/>
                    <a:pt x="0" y="7"/>
                    <a:pt x="0" y="5"/>
                  </a:cubicBezTo>
                  <a:cubicBezTo>
                    <a:pt x="0" y="2"/>
                    <a:pt x="1" y="1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6" name="Freeform 574"/>
            <p:cNvSpPr/>
            <p:nvPr/>
          </p:nvSpPr>
          <p:spPr bwMode="auto">
            <a:xfrm>
              <a:off x="8739188" y="5889625"/>
              <a:ext cx="66675" cy="66675"/>
            </a:xfrm>
            <a:custGeom>
              <a:avLst/>
              <a:gdLst>
                <a:gd name="T0" fmla="*/ 8 w 8"/>
                <a:gd name="T1" fmla="*/ 4 h 8"/>
                <a:gd name="T2" fmla="*/ 4 w 8"/>
                <a:gd name="T3" fmla="*/ 8 h 8"/>
                <a:gd name="T4" fmla="*/ 0 w 8"/>
                <a:gd name="T5" fmla="*/ 4 h 8"/>
                <a:gd name="T6" fmla="*/ 4 w 8"/>
                <a:gd name="T7" fmla="*/ 0 h 8"/>
                <a:gd name="T8" fmla="*/ 8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6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7" name="Freeform 575"/>
            <p:cNvSpPr/>
            <p:nvPr/>
          </p:nvSpPr>
          <p:spPr bwMode="auto">
            <a:xfrm>
              <a:off x="11282363" y="8442325"/>
              <a:ext cx="65088" cy="65088"/>
            </a:xfrm>
            <a:custGeom>
              <a:avLst/>
              <a:gdLst>
                <a:gd name="T0" fmla="*/ 0 w 8"/>
                <a:gd name="T1" fmla="*/ 3 h 8"/>
                <a:gd name="T2" fmla="*/ 5 w 8"/>
                <a:gd name="T3" fmla="*/ 0 h 8"/>
                <a:gd name="T4" fmla="*/ 8 w 8"/>
                <a:gd name="T5" fmla="*/ 4 h 8"/>
                <a:gd name="T6" fmla="*/ 4 w 8"/>
                <a:gd name="T7" fmla="*/ 8 h 8"/>
                <a:gd name="T8" fmla="*/ 0 w 8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0" y="3"/>
                  </a:moveTo>
                  <a:cubicBezTo>
                    <a:pt x="1" y="1"/>
                    <a:pt x="2" y="0"/>
                    <a:pt x="5" y="0"/>
                  </a:cubicBezTo>
                  <a:cubicBezTo>
                    <a:pt x="7" y="0"/>
                    <a:pt x="8" y="2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ubicBezTo>
                    <a:pt x="2" y="7"/>
                    <a:pt x="0" y="6"/>
                    <a:pt x="0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8" name="Freeform 576"/>
            <p:cNvSpPr/>
            <p:nvPr/>
          </p:nvSpPr>
          <p:spPr bwMode="auto">
            <a:xfrm>
              <a:off x="12673013" y="7050088"/>
              <a:ext cx="65088" cy="66675"/>
            </a:xfrm>
            <a:custGeom>
              <a:avLst/>
              <a:gdLst>
                <a:gd name="T0" fmla="*/ 4 w 8"/>
                <a:gd name="T1" fmla="*/ 0 h 8"/>
                <a:gd name="T2" fmla="*/ 8 w 8"/>
                <a:gd name="T3" fmla="*/ 4 h 8"/>
                <a:gd name="T4" fmla="*/ 4 w 8"/>
                <a:gd name="T5" fmla="*/ 8 h 8"/>
                <a:gd name="T6" fmla="*/ 0 w 8"/>
                <a:gd name="T7" fmla="*/ 4 h 8"/>
                <a:gd name="T8" fmla="*/ 4 w 8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cubicBezTo>
                    <a:pt x="7" y="0"/>
                    <a:pt x="8" y="2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9" name="Freeform 577"/>
            <p:cNvSpPr/>
            <p:nvPr/>
          </p:nvSpPr>
          <p:spPr bwMode="auto">
            <a:xfrm>
              <a:off x="10129838" y="4498975"/>
              <a:ext cx="66675" cy="65088"/>
            </a:xfrm>
            <a:custGeom>
              <a:avLst/>
              <a:gdLst>
                <a:gd name="T0" fmla="*/ 8 w 8"/>
                <a:gd name="T1" fmla="*/ 4 h 8"/>
                <a:gd name="T2" fmla="*/ 4 w 8"/>
                <a:gd name="T3" fmla="*/ 8 h 8"/>
                <a:gd name="T4" fmla="*/ 0 w 8"/>
                <a:gd name="T5" fmla="*/ 3 h 8"/>
                <a:gd name="T6" fmla="*/ 4 w 8"/>
                <a:gd name="T7" fmla="*/ 0 h 8"/>
                <a:gd name="T8" fmla="*/ 8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6"/>
                    <a:pt x="6" y="8"/>
                    <a:pt x="4" y="8"/>
                  </a:cubicBezTo>
                  <a:cubicBezTo>
                    <a:pt x="2" y="8"/>
                    <a:pt x="0" y="6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0" name="Freeform 578"/>
            <p:cNvSpPr/>
            <p:nvPr/>
          </p:nvSpPr>
          <p:spPr bwMode="auto">
            <a:xfrm>
              <a:off x="12680951" y="5889625"/>
              <a:ext cx="65088" cy="66675"/>
            </a:xfrm>
            <a:custGeom>
              <a:avLst/>
              <a:gdLst>
                <a:gd name="T0" fmla="*/ 3 w 8"/>
                <a:gd name="T1" fmla="*/ 8 h 8"/>
                <a:gd name="T2" fmla="*/ 0 w 8"/>
                <a:gd name="T3" fmla="*/ 4 h 8"/>
                <a:gd name="T4" fmla="*/ 4 w 8"/>
                <a:gd name="T5" fmla="*/ 0 h 8"/>
                <a:gd name="T6" fmla="*/ 8 w 8"/>
                <a:gd name="T7" fmla="*/ 4 h 8"/>
                <a:gd name="T8" fmla="*/ 3 w 8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7" y="6"/>
                    <a:pt x="6" y="8"/>
                    <a:pt x="3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1" name="Freeform 579"/>
            <p:cNvSpPr/>
            <p:nvPr/>
          </p:nvSpPr>
          <p:spPr bwMode="auto">
            <a:xfrm>
              <a:off x="11636376" y="8326438"/>
              <a:ext cx="57150" cy="66675"/>
            </a:xfrm>
            <a:custGeom>
              <a:avLst/>
              <a:gdLst>
                <a:gd name="T0" fmla="*/ 7 w 7"/>
                <a:gd name="T1" fmla="*/ 4 h 8"/>
                <a:gd name="T2" fmla="*/ 4 w 7"/>
                <a:gd name="T3" fmla="*/ 7 h 8"/>
                <a:gd name="T4" fmla="*/ 0 w 7"/>
                <a:gd name="T5" fmla="*/ 4 h 8"/>
                <a:gd name="T6" fmla="*/ 4 w 7"/>
                <a:gd name="T7" fmla="*/ 0 h 8"/>
                <a:gd name="T8" fmla="*/ 7 w 7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7" y="4"/>
                  </a:moveTo>
                  <a:cubicBezTo>
                    <a:pt x="7" y="6"/>
                    <a:pt x="6" y="7"/>
                    <a:pt x="4" y="7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7" y="2"/>
                    <a:pt x="7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2" name="Freeform 580"/>
            <p:cNvSpPr/>
            <p:nvPr/>
          </p:nvSpPr>
          <p:spPr bwMode="auto">
            <a:xfrm>
              <a:off x="11290301" y="4498975"/>
              <a:ext cx="66675" cy="65088"/>
            </a:xfrm>
            <a:custGeom>
              <a:avLst/>
              <a:gdLst>
                <a:gd name="T0" fmla="*/ 8 w 8"/>
                <a:gd name="T1" fmla="*/ 4 h 8"/>
                <a:gd name="T2" fmla="*/ 4 w 8"/>
                <a:gd name="T3" fmla="*/ 8 h 8"/>
                <a:gd name="T4" fmla="*/ 0 w 8"/>
                <a:gd name="T5" fmla="*/ 4 h 8"/>
                <a:gd name="T6" fmla="*/ 4 w 8"/>
                <a:gd name="T7" fmla="*/ 0 h 8"/>
                <a:gd name="T8" fmla="*/ 8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6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7" y="2"/>
                    <a:pt x="8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3" name="Freeform 581"/>
            <p:cNvSpPr/>
            <p:nvPr/>
          </p:nvSpPr>
          <p:spPr bwMode="auto">
            <a:xfrm>
              <a:off x="9775826" y="8318500"/>
              <a:ext cx="66675" cy="66675"/>
            </a:xfrm>
            <a:custGeom>
              <a:avLst/>
              <a:gdLst>
                <a:gd name="T0" fmla="*/ 8 w 8"/>
                <a:gd name="T1" fmla="*/ 4 h 8"/>
                <a:gd name="T2" fmla="*/ 5 w 8"/>
                <a:gd name="T3" fmla="*/ 8 h 8"/>
                <a:gd name="T4" fmla="*/ 0 w 8"/>
                <a:gd name="T5" fmla="*/ 4 h 8"/>
                <a:gd name="T6" fmla="*/ 4 w 8"/>
                <a:gd name="T7" fmla="*/ 0 h 8"/>
                <a:gd name="T8" fmla="*/ 8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6"/>
                    <a:pt x="7" y="8"/>
                    <a:pt x="5" y="8"/>
                  </a:cubicBezTo>
                  <a:cubicBezTo>
                    <a:pt x="2" y="8"/>
                    <a:pt x="1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7" y="0"/>
                    <a:pt x="8" y="2"/>
                    <a:pt x="8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4" name="Freeform 582"/>
            <p:cNvSpPr/>
            <p:nvPr/>
          </p:nvSpPr>
          <p:spPr bwMode="auto">
            <a:xfrm>
              <a:off x="12565063" y="5545138"/>
              <a:ext cx="58738" cy="65088"/>
            </a:xfrm>
            <a:custGeom>
              <a:avLst/>
              <a:gdLst>
                <a:gd name="T0" fmla="*/ 0 w 7"/>
                <a:gd name="T1" fmla="*/ 4 h 8"/>
                <a:gd name="T2" fmla="*/ 3 w 7"/>
                <a:gd name="T3" fmla="*/ 0 h 8"/>
                <a:gd name="T4" fmla="*/ 7 w 7"/>
                <a:gd name="T5" fmla="*/ 4 h 8"/>
                <a:gd name="T6" fmla="*/ 3 w 7"/>
                <a:gd name="T7" fmla="*/ 8 h 8"/>
                <a:gd name="T8" fmla="*/ 0 w 7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0" y="4"/>
                  </a:move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7" y="2"/>
                    <a:pt x="7" y="4"/>
                  </a:cubicBezTo>
                  <a:cubicBezTo>
                    <a:pt x="7" y="6"/>
                    <a:pt x="6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5" name="Oval 583"/>
            <p:cNvSpPr>
              <a:spLocks noChangeArrowheads="1"/>
            </p:cNvSpPr>
            <p:nvPr/>
          </p:nvSpPr>
          <p:spPr bwMode="auto">
            <a:xfrm>
              <a:off x="12557126" y="7396163"/>
              <a:ext cx="66675" cy="6667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6" name="Freeform 584"/>
            <p:cNvSpPr/>
            <p:nvPr/>
          </p:nvSpPr>
          <p:spPr bwMode="auto">
            <a:xfrm>
              <a:off x="8855076" y="7396163"/>
              <a:ext cx="65088" cy="66675"/>
            </a:xfrm>
            <a:custGeom>
              <a:avLst/>
              <a:gdLst>
                <a:gd name="T0" fmla="*/ 4 w 8"/>
                <a:gd name="T1" fmla="*/ 7 h 8"/>
                <a:gd name="T2" fmla="*/ 0 w 8"/>
                <a:gd name="T3" fmla="*/ 4 h 8"/>
                <a:gd name="T4" fmla="*/ 4 w 8"/>
                <a:gd name="T5" fmla="*/ 0 h 8"/>
                <a:gd name="T6" fmla="*/ 8 w 8"/>
                <a:gd name="T7" fmla="*/ 4 h 8"/>
                <a:gd name="T8" fmla="*/ 4 w 8"/>
                <a:gd name="T9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4" y="7"/>
                  </a:moveTo>
                  <a:cubicBezTo>
                    <a:pt x="2" y="7"/>
                    <a:pt x="0" y="6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7" y="6"/>
                    <a:pt x="6" y="8"/>
                    <a:pt x="4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7" name="Freeform 585"/>
            <p:cNvSpPr/>
            <p:nvPr/>
          </p:nvSpPr>
          <p:spPr bwMode="auto">
            <a:xfrm>
              <a:off x="8855076" y="5545138"/>
              <a:ext cx="65088" cy="57150"/>
            </a:xfrm>
            <a:custGeom>
              <a:avLst/>
              <a:gdLst>
                <a:gd name="T0" fmla="*/ 4 w 8"/>
                <a:gd name="T1" fmla="*/ 7 h 7"/>
                <a:gd name="T2" fmla="*/ 0 w 8"/>
                <a:gd name="T3" fmla="*/ 3 h 7"/>
                <a:gd name="T4" fmla="*/ 4 w 8"/>
                <a:gd name="T5" fmla="*/ 0 h 7"/>
                <a:gd name="T6" fmla="*/ 8 w 8"/>
                <a:gd name="T7" fmla="*/ 4 h 7"/>
                <a:gd name="T8" fmla="*/ 4 w 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7">
                  <a:moveTo>
                    <a:pt x="4" y="7"/>
                  </a:moveTo>
                  <a:cubicBezTo>
                    <a:pt x="2" y="7"/>
                    <a:pt x="0" y="6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6"/>
                    <a:pt x="6" y="7"/>
                    <a:pt x="4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8" name="Oval 586"/>
            <p:cNvSpPr>
              <a:spLocks noChangeArrowheads="1"/>
            </p:cNvSpPr>
            <p:nvPr/>
          </p:nvSpPr>
          <p:spPr bwMode="auto">
            <a:xfrm>
              <a:off x="10706101" y="8556625"/>
              <a:ext cx="66675" cy="5873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9" name="Oval 587"/>
            <p:cNvSpPr>
              <a:spLocks noChangeArrowheads="1"/>
            </p:cNvSpPr>
            <p:nvPr/>
          </p:nvSpPr>
          <p:spPr bwMode="auto">
            <a:xfrm>
              <a:off x="9785351" y="4614863"/>
              <a:ext cx="57150" cy="650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0" name="Oval 588"/>
            <p:cNvSpPr>
              <a:spLocks noChangeArrowheads="1"/>
            </p:cNvSpPr>
            <p:nvPr/>
          </p:nvSpPr>
          <p:spPr bwMode="auto">
            <a:xfrm>
              <a:off x="8624888" y="6465888"/>
              <a:ext cx="65088" cy="6667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1" name="Freeform 589"/>
            <p:cNvSpPr/>
            <p:nvPr/>
          </p:nvSpPr>
          <p:spPr bwMode="auto">
            <a:xfrm>
              <a:off x="10475913" y="8556625"/>
              <a:ext cx="65088" cy="58738"/>
            </a:xfrm>
            <a:custGeom>
              <a:avLst/>
              <a:gdLst>
                <a:gd name="T0" fmla="*/ 8 w 8"/>
                <a:gd name="T1" fmla="*/ 3 h 7"/>
                <a:gd name="T2" fmla="*/ 4 w 8"/>
                <a:gd name="T3" fmla="*/ 7 h 7"/>
                <a:gd name="T4" fmla="*/ 0 w 8"/>
                <a:gd name="T5" fmla="*/ 3 h 7"/>
                <a:gd name="T6" fmla="*/ 4 w 8"/>
                <a:gd name="T7" fmla="*/ 0 h 7"/>
                <a:gd name="T8" fmla="*/ 8 w 8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7">
                  <a:moveTo>
                    <a:pt x="8" y="3"/>
                  </a:moveTo>
                  <a:cubicBezTo>
                    <a:pt x="8" y="5"/>
                    <a:pt x="6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7" y="1"/>
                    <a:pt x="8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2" name="Oval 590"/>
            <p:cNvSpPr>
              <a:spLocks noChangeArrowheads="1"/>
            </p:cNvSpPr>
            <p:nvPr/>
          </p:nvSpPr>
          <p:spPr bwMode="auto">
            <a:xfrm>
              <a:off x="11636376" y="4614863"/>
              <a:ext cx="65088" cy="6508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3" name="Freeform 591"/>
            <p:cNvSpPr/>
            <p:nvPr/>
          </p:nvSpPr>
          <p:spPr bwMode="auto">
            <a:xfrm>
              <a:off x="12796838" y="6473825"/>
              <a:ext cx="57150" cy="58738"/>
            </a:xfrm>
            <a:custGeom>
              <a:avLst/>
              <a:gdLst>
                <a:gd name="T0" fmla="*/ 3 w 7"/>
                <a:gd name="T1" fmla="*/ 0 h 7"/>
                <a:gd name="T2" fmla="*/ 7 w 7"/>
                <a:gd name="T3" fmla="*/ 3 h 7"/>
                <a:gd name="T4" fmla="*/ 3 w 7"/>
                <a:gd name="T5" fmla="*/ 7 h 7"/>
                <a:gd name="T6" fmla="*/ 0 w 7"/>
                <a:gd name="T7" fmla="*/ 3 h 7"/>
                <a:gd name="T8" fmla="*/ 3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3" y="0"/>
                  </a:moveTo>
                  <a:cubicBezTo>
                    <a:pt x="5" y="0"/>
                    <a:pt x="7" y="1"/>
                    <a:pt x="7" y="3"/>
                  </a:cubicBezTo>
                  <a:cubicBezTo>
                    <a:pt x="7" y="6"/>
                    <a:pt x="5" y="7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4" name="Freeform 592"/>
            <p:cNvSpPr/>
            <p:nvPr/>
          </p:nvSpPr>
          <p:spPr bwMode="auto">
            <a:xfrm>
              <a:off x="8624888" y="6697663"/>
              <a:ext cx="57150" cy="65088"/>
            </a:xfrm>
            <a:custGeom>
              <a:avLst/>
              <a:gdLst>
                <a:gd name="T0" fmla="*/ 7 w 7"/>
                <a:gd name="T1" fmla="*/ 4 h 8"/>
                <a:gd name="T2" fmla="*/ 4 w 7"/>
                <a:gd name="T3" fmla="*/ 8 h 8"/>
                <a:gd name="T4" fmla="*/ 0 w 7"/>
                <a:gd name="T5" fmla="*/ 4 h 8"/>
                <a:gd name="T6" fmla="*/ 4 w 7"/>
                <a:gd name="T7" fmla="*/ 1 h 8"/>
                <a:gd name="T8" fmla="*/ 7 w 7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7" y="4"/>
                  </a:moveTo>
                  <a:cubicBezTo>
                    <a:pt x="7" y="6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1"/>
                    <a:pt x="4" y="1"/>
                  </a:cubicBezTo>
                  <a:cubicBezTo>
                    <a:pt x="6" y="0"/>
                    <a:pt x="7" y="2"/>
                    <a:pt x="7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5" name="Oval 593"/>
            <p:cNvSpPr>
              <a:spLocks noChangeArrowheads="1"/>
            </p:cNvSpPr>
            <p:nvPr/>
          </p:nvSpPr>
          <p:spPr bwMode="auto">
            <a:xfrm>
              <a:off x="8624888" y="6235700"/>
              <a:ext cx="65088" cy="6667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6" name="Oval 594"/>
            <p:cNvSpPr>
              <a:spLocks noChangeArrowheads="1"/>
            </p:cNvSpPr>
            <p:nvPr/>
          </p:nvSpPr>
          <p:spPr bwMode="auto">
            <a:xfrm>
              <a:off x="10714038" y="4383088"/>
              <a:ext cx="58738" cy="6667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7" name="Freeform 595"/>
            <p:cNvSpPr/>
            <p:nvPr/>
          </p:nvSpPr>
          <p:spPr bwMode="auto">
            <a:xfrm>
              <a:off x="12796838" y="6705600"/>
              <a:ext cx="57150" cy="57150"/>
            </a:xfrm>
            <a:custGeom>
              <a:avLst/>
              <a:gdLst>
                <a:gd name="T0" fmla="*/ 3 w 7"/>
                <a:gd name="T1" fmla="*/ 7 h 7"/>
                <a:gd name="T2" fmla="*/ 0 w 7"/>
                <a:gd name="T3" fmla="*/ 3 h 7"/>
                <a:gd name="T4" fmla="*/ 3 w 7"/>
                <a:gd name="T5" fmla="*/ 0 h 7"/>
                <a:gd name="T6" fmla="*/ 7 w 7"/>
                <a:gd name="T7" fmla="*/ 4 h 7"/>
                <a:gd name="T8" fmla="*/ 3 w 7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3" y="7"/>
                  </a:moveTo>
                  <a:cubicBezTo>
                    <a:pt x="1" y="7"/>
                    <a:pt x="0" y="5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7" y="1"/>
                    <a:pt x="7" y="4"/>
                  </a:cubicBezTo>
                  <a:cubicBezTo>
                    <a:pt x="7" y="6"/>
                    <a:pt x="5" y="7"/>
                    <a:pt x="3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8" name="Oval 596"/>
            <p:cNvSpPr>
              <a:spLocks noChangeArrowheads="1"/>
            </p:cNvSpPr>
            <p:nvPr/>
          </p:nvSpPr>
          <p:spPr bwMode="auto">
            <a:xfrm>
              <a:off x="10936288" y="8556625"/>
              <a:ext cx="66675" cy="5873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9" name="Freeform 597"/>
            <p:cNvSpPr/>
            <p:nvPr/>
          </p:nvSpPr>
          <p:spPr bwMode="auto">
            <a:xfrm>
              <a:off x="12796838" y="6243638"/>
              <a:ext cx="57150" cy="58738"/>
            </a:xfrm>
            <a:custGeom>
              <a:avLst/>
              <a:gdLst>
                <a:gd name="T0" fmla="*/ 4 w 7"/>
                <a:gd name="T1" fmla="*/ 7 h 7"/>
                <a:gd name="T2" fmla="*/ 0 w 7"/>
                <a:gd name="T3" fmla="*/ 3 h 7"/>
                <a:gd name="T4" fmla="*/ 4 w 7"/>
                <a:gd name="T5" fmla="*/ 0 h 7"/>
                <a:gd name="T6" fmla="*/ 7 w 7"/>
                <a:gd name="T7" fmla="*/ 3 h 7"/>
                <a:gd name="T8" fmla="*/ 4 w 7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4" y="7"/>
                  </a:moveTo>
                  <a:cubicBezTo>
                    <a:pt x="2" y="7"/>
                    <a:pt x="0" y="5"/>
                    <a:pt x="0" y="3"/>
                  </a:cubicBezTo>
                  <a:cubicBezTo>
                    <a:pt x="0" y="1"/>
                    <a:pt x="1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5"/>
                    <a:pt x="6" y="7"/>
                    <a:pt x="4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0" name="Freeform 598"/>
            <p:cNvSpPr/>
            <p:nvPr/>
          </p:nvSpPr>
          <p:spPr bwMode="auto">
            <a:xfrm>
              <a:off x="10475913" y="4383088"/>
              <a:ext cx="65088" cy="58738"/>
            </a:xfrm>
            <a:custGeom>
              <a:avLst/>
              <a:gdLst>
                <a:gd name="T0" fmla="*/ 4 w 8"/>
                <a:gd name="T1" fmla="*/ 0 h 7"/>
                <a:gd name="T2" fmla="*/ 8 w 8"/>
                <a:gd name="T3" fmla="*/ 4 h 7"/>
                <a:gd name="T4" fmla="*/ 4 w 8"/>
                <a:gd name="T5" fmla="*/ 7 h 7"/>
                <a:gd name="T6" fmla="*/ 1 w 8"/>
                <a:gd name="T7" fmla="*/ 3 h 7"/>
                <a:gd name="T8" fmla="*/ 4 w 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7">
                  <a:moveTo>
                    <a:pt x="4" y="0"/>
                  </a:moveTo>
                  <a:cubicBezTo>
                    <a:pt x="6" y="0"/>
                    <a:pt x="8" y="2"/>
                    <a:pt x="8" y="4"/>
                  </a:cubicBezTo>
                  <a:cubicBezTo>
                    <a:pt x="8" y="6"/>
                    <a:pt x="6" y="7"/>
                    <a:pt x="4" y="7"/>
                  </a:cubicBezTo>
                  <a:cubicBezTo>
                    <a:pt x="2" y="7"/>
                    <a:pt x="0" y="5"/>
                    <a:pt x="1" y="3"/>
                  </a:cubicBezTo>
                  <a:cubicBezTo>
                    <a:pt x="1" y="2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1" name="Freeform 599"/>
            <p:cNvSpPr/>
            <p:nvPr/>
          </p:nvSpPr>
          <p:spPr bwMode="auto">
            <a:xfrm>
              <a:off x="10944226" y="4383088"/>
              <a:ext cx="58738" cy="66675"/>
            </a:xfrm>
            <a:custGeom>
              <a:avLst/>
              <a:gdLst>
                <a:gd name="T0" fmla="*/ 3 w 7"/>
                <a:gd name="T1" fmla="*/ 8 h 8"/>
                <a:gd name="T2" fmla="*/ 0 w 7"/>
                <a:gd name="T3" fmla="*/ 4 h 8"/>
                <a:gd name="T4" fmla="*/ 4 w 7"/>
                <a:gd name="T5" fmla="*/ 0 h 8"/>
                <a:gd name="T6" fmla="*/ 7 w 7"/>
                <a:gd name="T7" fmla="*/ 4 h 8"/>
                <a:gd name="T8" fmla="*/ 3 w 7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3" y="8"/>
                  </a:move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1"/>
                    <a:pt x="7" y="2"/>
                    <a:pt x="7" y="4"/>
                  </a:cubicBezTo>
                  <a:cubicBezTo>
                    <a:pt x="7" y="6"/>
                    <a:pt x="5" y="8"/>
                    <a:pt x="3" y="8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2" name="Oval 600"/>
            <p:cNvSpPr>
              <a:spLocks noChangeArrowheads="1"/>
            </p:cNvSpPr>
            <p:nvPr/>
          </p:nvSpPr>
          <p:spPr bwMode="auto">
            <a:xfrm>
              <a:off x="9899651" y="8442325"/>
              <a:ext cx="57150" cy="571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3" name="Freeform 601"/>
            <p:cNvSpPr/>
            <p:nvPr/>
          </p:nvSpPr>
          <p:spPr bwMode="auto">
            <a:xfrm>
              <a:off x="11520488" y="8442325"/>
              <a:ext cx="57150" cy="57150"/>
            </a:xfrm>
            <a:custGeom>
              <a:avLst/>
              <a:gdLst>
                <a:gd name="T0" fmla="*/ 7 w 7"/>
                <a:gd name="T1" fmla="*/ 4 h 7"/>
                <a:gd name="T2" fmla="*/ 3 w 7"/>
                <a:gd name="T3" fmla="*/ 7 h 7"/>
                <a:gd name="T4" fmla="*/ 0 w 7"/>
                <a:gd name="T5" fmla="*/ 4 h 7"/>
                <a:gd name="T6" fmla="*/ 4 w 7"/>
                <a:gd name="T7" fmla="*/ 0 h 7"/>
                <a:gd name="T8" fmla="*/ 7 w 7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4"/>
                  </a:moveTo>
                  <a:cubicBezTo>
                    <a:pt x="7" y="6"/>
                    <a:pt x="5" y="7"/>
                    <a:pt x="3" y="7"/>
                  </a:cubicBezTo>
                  <a:cubicBezTo>
                    <a:pt x="2" y="7"/>
                    <a:pt x="0" y="5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" y="0"/>
                    <a:pt x="7" y="2"/>
                    <a:pt x="7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4" name="Freeform 602"/>
            <p:cNvSpPr/>
            <p:nvPr/>
          </p:nvSpPr>
          <p:spPr bwMode="auto">
            <a:xfrm>
              <a:off x="10245726" y="8556625"/>
              <a:ext cx="57150" cy="58738"/>
            </a:xfrm>
            <a:custGeom>
              <a:avLst/>
              <a:gdLst>
                <a:gd name="T0" fmla="*/ 0 w 7"/>
                <a:gd name="T1" fmla="*/ 3 h 7"/>
                <a:gd name="T2" fmla="*/ 4 w 7"/>
                <a:gd name="T3" fmla="*/ 0 h 7"/>
                <a:gd name="T4" fmla="*/ 7 w 7"/>
                <a:gd name="T5" fmla="*/ 4 h 7"/>
                <a:gd name="T6" fmla="*/ 4 w 7"/>
                <a:gd name="T7" fmla="*/ 7 h 7"/>
                <a:gd name="T8" fmla="*/ 0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0" y="3"/>
                  </a:move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7" y="2"/>
                    <a:pt x="7" y="4"/>
                  </a:cubicBezTo>
                  <a:cubicBezTo>
                    <a:pt x="7" y="5"/>
                    <a:pt x="5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5" name="Freeform 603"/>
            <p:cNvSpPr/>
            <p:nvPr/>
          </p:nvSpPr>
          <p:spPr bwMode="auto">
            <a:xfrm>
              <a:off x="12212638" y="7980363"/>
              <a:ext cx="57150" cy="58738"/>
            </a:xfrm>
            <a:custGeom>
              <a:avLst/>
              <a:gdLst>
                <a:gd name="T0" fmla="*/ 7 w 7"/>
                <a:gd name="T1" fmla="*/ 3 h 7"/>
                <a:gd name="T2" fmla="*/ 4 w 7"/>
                <a:gd name="T3" fmla="*/ 7 h 7"/>
                <a:gd name="T4" fmla="*/ 0 w 7"/>
                <a:gd name="T5" fmla="*/ 3 h 7"/>
                <a:gd name="T6" fmla="*/ 4 w 7"/>
                <a:gd name="T7" fmla="*/ 0 h 7"/>
                <a:gd name="T8" fmla="*/ 7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3"/>
                  </a:moveTo>
                  <a:cubicBezTo>
                    <a:pt x="7" y="5"/>
                    <a:pt x="6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6" name="Oval 604"/>
            <p:cNvSpPr>
              <a:spLocks noChangeArrowheads="1"/>
            </p:cNvSpPr>
            <p:nvPr/>
          </p:nvSpPr>
          <p:spPr bwMode="auto">
            <a:xfrm>
              <a:off x="12680951" y="7281863"/>
              <a:ext cx="57150" cy="571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7" name="Freeform 605"/>
            <p:cNvSpPr/>
            <p:nvPr/>
          </p:nvSpPr>
          <p:spPr bwMode="auto">
            <a:xfrm>
              <a:off x="8739188" y="7281863"/>
              <a:ext cx="58738" cy="57150"/>
            </a:xfrm>
            <a:custGeom>
              <a:avLst/>
              <a:gdLst>
                <a:gd name="T0" fmla="*/ 7 w 7"/>
                <a:gd name="T1" fmla="*/ 4 h 7"/>
                <a:gd name="T2" fmla="*/ 4 w 7"/>
                <a:gd name="T3" fmla="*/ 7 h 7"/>
                <a:gd name="T4" fmla="*/ 0 w 7"/>
                <a:gd name="T5" fmla="*/ 3 h 7"/>
                <a:gd name="T6" fmla="*/ 4 w 7"/>
                <a:gd name="T7" fmla="*/ 0 h 7"/>
                <a:gd name="T8" fmla="*/ 7 w 7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4"/>
                  </a:moveTo>
                  <a:cubicBezTo>
                    <a:pt x="7" y="6"/>
                    <a:pt x="6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7" y="2"/>
                    <a:pt x="7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8" name="Oval 606"/>
            <p:cNvSpPr>
              <a:spLocks noChangeArrowheads="1"/>
            </p:cNvSpPr>
            <p:nvPr/>
          </p:nvSpPr>
          <p:spPr bwMode="auto">
            <a:xfrm>
              <a:off x="11176001" y="8556625"/>
              <a:ext cx="57150" cy="5873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9" name="Oval 607"/>
            <p:cNvSpPr>
              <a:spLocks noChangeArrowheads="1"/>
            </p:cNvSpPr>
            <p:nvPr/>
          </p:nvSpPr>
          <p:spPr bwMode="auto">
            <a:xfrm>
              <a:off x="12334876" y="7866063"/>
              <a:ext cx="58738" cy="571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0" name="Freeform 608"/>
            <p:cNvSpPr/>
            <p:nvPr/>
          </p:nvSpPr>
          <p:spPr bwMode="auto">
            <a:xfrm>
              <a:off x="12096751" y="8096250"/>
              <a:ext cx="57150" cy="57150"/>
            </a:xfrm>
            <a:custGeom>
              <a:avLst/>
              <a:gdLst>
                <a:gd name="T0" fmla="*/ 4 w 7"/>
                <a:gd name="T1" fmla="*/ 7 h 7"/>
                <a:gd name="T2" fmla="*/ 0 w 7"/>
                <a:gd name="T3" fmla="*/ 4 h 7"/>
                <a:gd name="T4" fmla="*/ 4 w 7"/>
                <a:gd name="T5" fmla="*/ 0 h 7"/>
                <a:gd name="T6" fmla="*/ 7 w 7"/>
                <a:gd name="T7" fmla="*/ 4 h 7"/>
                <a:gd name="T8" fmla="*/ 4 w 7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4" y="7"/>
                  </a:moveTo>
                  <a:cubicBezTo>
                    <a:pt x="2" y="7"/>
                    <a:pt x="1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7" y="2"/>
                    <a:pt x="7" y="4"/>
                  </a:cubicBezTo>
                  <a:cubicBezTo>
                    <a:pt x="7" y="5"/>
                    <a:pt x="6" y="7"/>
                    <a:pt x="4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1" name="Oval 609"/>
            <p:cNvSpPr>
              <a:spLocks noChangeArrowheads="1"/>
            </p:cNvSpPr>
            <p:nvPr/>
          </p:nvSpPr>
          <p:spPr bwMode="auto">
            <a:xfrm>
              <a:off x="9323388" y="8096250"/>
              <a:ext cx="58738" cy="571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2" name="Freeform 610"/>
            <p:cNvSpPr/>
            <p:nvPr/>
          </p:nvSpPr>
          <p:spPr bwMode="auto">
            <a:xfrm>
              <a:off x="9201151" y="7972425"/>
              <a:ext cx="57150" cy="58738"/>
            </a:xfrm>
            <a:custGeom>
              <a:avLst/>
              <a:gdLst>
                <a:gd name="T0" fmla="*/ 7 w 7"/>
                <a:gd name="T1" fmla="*/ 4 h 7"/>
                <a:gd name="T2" fmla="*/ 4 w 7"/>
                <a:gd name="T3" fmla="*/ 7 h 7"/>
                <a:gd name="T4" fmla="*/ 0 w 7"/>
                <a:gd name="T5" fmla="*/ 4 h 7"/>
                <a:gd name="T6" fmla="*/ 4 w 7"/>
                <a:gd name="T7" fmla="*/ 1 h 7"/>
                <a:gd name="T8" fmla="*/ 7 w 7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4"/>
                  </a:moveTo>
                  <a:cubicBezTo>
                    <a:pt x="7" y="6"/>
                    <a:pt x="6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1" y="2"/>
                    <a:pt x="2" y="0"/>
                    <a:pt x="4" y="1"/>
                  </a:cubicBezTo>
                  <a:cubicBezTo>
                    <a:pt x="6" y="1"/>
                    <a:pt x="7" y="2"/>
                    <a:pt x="7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3" name="Freeform 611"/>
            <p:cNvSpPr/>
            <p:nvPr/>
          </p:nvSpPr>
          <p:spPr bwMode="auto">
            <a:xfrm>
              <a:off x="9085263" y="7858125"/>
              <a:ext cx="57150" cy="65088"/>
            </a:xfrm>
            <a:custGeom>
              <a:avLst/>
              <a:gdLst>
                <a:gd name="T0" fmla="*/ 1 w 7"/>
                <a:gd name="T1" fmla="*/ 4 h 8"/>
                <a:gd name="T2" fmla="*/ 4 w 7"/>
                <a:gd name="T3" fmla="*/ 1 h 8"/>
                <a:gd name="T4" fmla="*/ 7 w 7"/>
                <a:gd name="T5" fmla="*/ 4 h 8"/>
                <a:gd name="T6" fmla="*/ 4 w 7"/>
                <a:gd name="T7" fmla="*/ 7 h 8"/>
                <a:gd name="T8" fmla="*/ 1 w 7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1" y="4"/>
                  </a:moveTo>
                  <a:cubicBezTo>
                    <a:pt x="1" y="2"/>
                    <a:pt x="2" y="1"/>
                    <a:pt x="4" y="1"/>
                  </a:cubicBezTo>
                  <a:cubicBezTo>
                    <a:pt x="6" y="0"/>
                    <a:pt x="7" y="2"/>
                    <a:pt x="7" y="4"/>
                  </a:cubicBezTo>
                  <a:cubicBezTo>
                    <a:pt x="7" y="6"/>
                    <a:pt x="6" y="7"/>
                    <a:pt x="4" y="7"/>
                  </a:cubicBezTo>
                  <a:cubicBezTo>
                    <a:pt x="2" y="8"/>
                    <a:pt x="0" y="6"/>
                    <a:pt x="1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4" name="Freeform 612"/>
            <p:cNvSpPr/>
            <p:nvPr/>
          </p:nvSpPr>
          <p:spPr bwMode="auto">
            <a:xfrm>
              <a:off x="12796838" y="6935788"/>
              <a:ext cx="57150" cy="57150"/>
            </a:xfrm>
            <a:custGeom>
              <a:avLst/>
              <a:gdLst>
                <a:gd name="T0" fmla="*/ 3 w 7"/>
                <a:gd name="T1" fmla="*/ 7 h 7"/>
                <a:gd name="T2" fmla="*/ 0 w 7"/>
                <a:gd name="T3" fmla="*/ 4 h 7"/>
                <a:gd name="T4" fmla="*/ 3 w 7"/>
                <a:gd name="T5" fmla="*/ 0 h 7"/>
                <a:gd name="T6" fmla="*/ 7 w 7"/>
                <a:gd name="T7" fmla="*/ 4 h 7"/>
                <a:gd name="T8" fmla="*/ 3 w 7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3" y="7"/>
                  </a:moveTo>
                  <a:cubicBezTo>
                    <a:pt x="2" y="7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7" y="2"/>
                    <a:pt x="7" y="4"/>
                  </a:cubicBezTo>
                  <a:cubicBezTo>
                    <a:pt x="7" y="6"/>
                    <a:pt x="5" y="7"/>
                    <a:pt x="3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5" name="Oval 613"/>
            <p:cNvSpPr>
              <a:spLocks noChangeArrowheads="1"/>
            </p:cNvSpPr>
            <p:nvPr/>
          </p:nvSpPr>
          <p:spPr bwMode="auto">
            <a:xfrm>
              <a:off x="9899651" y="4498975"/>
              <a:ext cx="57150" cy="571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6" name="Freeform 614"/>
            <p:cNvSpPr/>
            <p:nvPr/>
          </p:nvSpPr>
          <p:spPr bwMode="auto">
            <a:xfrm>
              <a:off x="8748713" y="5659438"/>
              <a:ext cx="57150" cy="57150"/>
            </a:xfrm>
            <a:custGeom>
              <a:avLst/>
              <a:gdLst>
                <a:gd name="T0" fmla="*/ 0 w 7"/>
                <a:gd name="T1" fmla="*/ 4 h 7"/>
                <a:gd name="T2" fmla="*/ 3 w 7"/>
                <a:gd name="T3" fmla="*/ 0 h 7"/>
                <a:gd name="T4" fmla="*/ 6 w 7"/>
                <a:gd name="T5" fmla="*/ 4 h 7"/>
                <a:gd name="T6" fmla="*/ 3 w 7"/>
                <a:gd name="T7" fmla="*/ 7 h 7"/>
                <a:gd name="T8" fmla="*/ 0 w 7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0" y="4"/>
                  </a:move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7" y="2"/>
                    <a:pt x="6" y="4"/>
                  </a:cubicBezTo>
                  <a:cubicBezTo>
                    <a:pt x="6" y="5"/>
                    <a:pt x="5" y="7"/>
                    <a:pt x="3" y="7"/>
                  </a:cubicBezTo>
                  <a:cubicBezTo>
                    <a:pt x="1" y="7"/>
                    <a:pt x="0" y="5"/>
                    <a:pt x="0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7" name="Freeform 615"/>
            <p:cNvSpPr/>
            <p:nvPr/>
          </p:nvSpPr>
          <p:spPr bwMode="auto">
            <a:xfrm>
              <a:off x="11176001" y="4392613"/>
              <a:ext cx="57150" cy="49213"/>
            </a:xfrm>
            <a:custGeom>
              <a:avLst/>
              <a:gdLst>
                <a:gd name="T0" fmla="*/ 7 w 7"/>
                <a:gd name="T1" fmla="*/ 3 h 6"/>
                <a:gd name="T2" fmla="*/ 4 w 7"/>
                <a:gd name="T3" fmla="*/ 6 h 6"/>
                <a:gd name="T4" fmla="*/ 0 w 7"/>
                <a:gd name="T5" fmla="*/ 3 h 6"/>
                <a:gd name="T6" fmla="*/ 4 w 7"/>
                <a:gd name="T7" fmla="*/ 0 h 6"/>
                <a:gd name="T8" fmla="*/ 7 w 7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7" y="3"/>
                  </a:moveTo>
                  <a:cubicBezTo>
                    <a:pt x="7" y="5"/>
                    <a:pt x="5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8" name="Oval 616"/>
            <p:cNvSpPr>
              <a:spLocks noChangeArrowheads="1"/>
            </p:cNvSpPr>
            <p:nvPr/>
          </p:nvSpPr>
          <p:spPr bwMode="auto">
            <a:xfrm>
              <a:off x="9209088" y="4968875"/>
              <a:ext cx="57150" cy="4921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9" name="Freeform 617"/>
            <p:cNvSpPr/>
            <p:nvPr/>
          </p:nvSpPr>
          <p:spPr bwMode="auto">
            <a:xfrm>
              <a:off x="12334876" y="5083175"/>
              <a:ext cx="58738" cy="57150"/>
            </a:xfrm>
            <a:custGeom>
              <a:avLst/>
              <a:gdLst>
                <a:gd name="T0" fmla="*/ 7 w 7"/>
                <a:gd name="T1" fmla="*/ 3 h 7"/>
                <a:gd name="T2" fmla="*/ 4 w 7"/>
                <a:gd name="T3" fmla="*/ 7 h 7"/>
                <a:gd name="T4" fmla="*/ 0 w 7"/>
                <a:gd name="T5" fmla="*/ 3 h 7"/>
                <a:gd name="T6" fmla="*/ 3 w 7"/>
                <a:gd name="T7" fmla="*/ 0 h 7"/>
                <a:gd name="T8" fmla="*/ 7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3"/>
                  </a:moveTo>
                  <a:cubicBezTo>
                    <a:pt x="7" y="5"/>
                    <a:pt x="5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2"/>
                    <a:pt x="2" y="0"/>
                    <a:pt x="3" y="0"/>
                  </a:cubicBezTo>
                  <a:cubicBezTo>
                    <a:pt x="5" y="0"/>
                    <a:pt x="7" y="1"/>
                    <a:pt x="7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0" name="Freeform 618"/>
            <p:cNvSpPr/>
            <p:nvPr/>
          </p:nvSpPr>
          <p:spPr bwMode="auto">
            <a:xfrm>
              <a:off x="12796838" y="6013450"/>
              <a:ext cx="57150" cy="57150"/>
            </a:xfrm>
            <a:custGeom>
              <a:avLst/>
              <a:gdLst>
                <a:gd name="T0" fmla="*/ 7 w 7"/>
                <a:gd name="T1" fmla="*/ 3 h 7"/>
                <a:gd name="T2" fmla="*/ 4 w 7"/>
                <a:gd name="T3" fmla="*/ 6 h 7"/>
                <a:gd name="T4" fmla="*/ 0 w 7"/>
                <a:gd name="T5" fmla="*/ 3 h 7"/>
                <a:gd name="T6" fmla="*/ 4 w 7"/>
                <a:gd name="T7" fmla="*/ 0 h 7"/>
                <a:gd name="T8" fmla="*/ 7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3"/>
                  </a:moveTo>
                  <a:cubicBezTo>
                    <a:pt x="7" y="5"/>
                    <a:pt x="5" y="7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1" name="Freeform 619"/>
            <p:cNvSpPr/>
            <p:nvPr/>
          </p:nvSpPr>
          <p:spPr bwMode="auto">
            <a:xfrm>
              <a:off x="12104688" y="4852988"/>
              <a:ext cx="57150" cy="57150"/>
            </a:xfrm>
            <a:custGeom>
              <a:avLst/>
              <a:gdLst>
                <a:gd name="T0" fmla="*/ 7 w 7"/>
                <a:gd name="T1" fmla="*/ 3 h 7"/>
                <a:gd name="T2" fmla="*/ 3 w 7"/>
                <a:gd name="T3" fmla="*/ 7 h 7"/>
                <a:gd name="T4" fmla="*/ 0 w 7"/>
                <a:gd name="T5" fmla="*/ 3 h 7"/>
                <a:gd name="T6" fmla="*/ 3 w 7"/>
                <a:gd name="T7" fmla="*/ 0 h 7"/>
                <a:gd name="T8" fmla="*/ 7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3"/>
                  </a:moveTo>
                  <a:cubicBezTo>
                    <a:pt x="6" y="5"/>
                    <a:pt x="5" y="7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7" y="2"/>
                    <a:pt x="7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2" name="Freeform 620"/>
            <p:cNvSpPr/>
            <p:nvPr/>
          </p:nvSpPr>
          <p:spPr bwMode="auto">
            <a:xfrm>
              <a:off x="8624888" y="6005513"/>
              <a:ext cx="57150" cy="57150"/>
            </a:xfrm>
            <a:custGeom>
              <a:avLst/>
              <a:gdLst>
                <a:gd name="T0" fmla="*/ 7 w 7"/>
                <a:gd name="T1" fmla="*/ 4 h 7"/>
                <a:gd name="T2" fmla="*/ 4 w 7"/>
                <a:gd name="T3" fmla="*/ 7 h 7"/>
                <a:gd name="T4" fmla="*/ 0 w 7"/>
                <a:gd name="T5" fmla="*/ 4 h 7"/>
                <a:gd name="T6" fmla="*/ 4 w 7"/>
                <a:gd name="T7" fmla="*/ 0 h 7"/>
                <a:gd name="T8" fmla="*/ 7 w 7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4"/>
                  </a:moveTo>
                  <a:cubicBezTo>
                    <a:pt x="7" y="6"/>
                    <a:pt x="6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1" y="2"/>
                    <a:pt x="2" y="0"/>
                    <a:pt x="4" y="0"/>
                  </a:cubicBezTo>
                  <a:cubicBezTo>
                    <a:pt x="6" y="0"/>
                    <a:pt x="7" y="2"/>
                    <a:pt x="7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3" name="Freeform 621"/>
            <p:cNvSpPr/>
            <p:nvPr/>
          </p:nvSpPr>
          <p:spPr bwMode="auto">
            <a:xfrm>
              <a:off x="11520488" y="4506913"/>
              <a:ext cx="57150" cy="57150"/>
            </a:xfrm>
            <a:custGeom>
              <a:avLst/>
              <a:gdLst>
                <a:gd name="T0" fmla="*/ 0 w 7"/>
                <a:gd name="T1" fmla="*/ 3 h 7"/>
                <a:gd name="T2" fmla="*/ 4 w 7"/>
                <a:gd name="T3" fmla="*/ 0 h 7"/>
                <a:gd name="T4" fmla="*/ 7 w 7"/>
                <a:gd name="T5" fmla="*/ 3 h 7"/>
                <a:gd name="T6" fmla="*/ 4 w 7"/>
                <a:gd name="T7" fmla="*/ 6 h 7"/>
                <a:gd name="T8" fmla="*/ 0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0" y="3"/>
                  </a:move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5"/>
                    <a:pt x="6" y="6"/>
                    <a:pt x="4" y="6"/>
                  </a:cubicBezTo>
                  <a:cubicBezTo>
                    <a:pt x="2" y="7"/>
                    <a:pt x="1" y="5"/>
                    <a:pt x="0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4" name="Oval 622"/>
            <p:cNvSpPr>
              <a:spLocks noChangeArrowheads="1"/>
            </p:cNvSpPr>
            <p:nvPr/>
          </p:nvSpPr>
          <p:spPr bwMode="auto">
            <a:xfrm>
              <a:off x="9093201" y="5083175"/>
              <a:ext cx="58738" cy="571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5" name="Oval 623"/>
            <p:cNvSpPr>
              <a:spLocks noChangeArrowheads="1"/>
            </p:cNvSpPr>
            <p:nvPr/>
          </p:nvSpPr>
          <p:spPr bwMode="auto">
            <a:xfrm>
              <a:off x="12220576" y="4968875"/>
              <a:ext cx="57150" cy="571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6" name="Freeform 624"/>
            <p:cNvSpPr/>
            <p:nvPr/>
          </p:nvSpPr>
          <p:spPr bwMode="auto">
            <a:xfrm>
              <a:off x="9323388" y="4852988"/>
              <a:ext cx="58738" cy="49213"/>
            </a:xfrm>
            <a:custGeom>
              <a:avLst/>
              <a:gdLst>
                <a:gd name="T0" fmla="*/ 7 w 7"/>
                <a:gd name="T1" fmla="*/ 3 h 6"/>
                <a:gd name="T2" fmla="*/ 3 w 7"/>
                <a:gd name="T3" fmla="*/ 6 h 6"/>
                <a:gd name="T4" fmla="*/ 0 w 7"/>
                <a:gd name="T5" fmla="*/ 3 h 6"/>
                <a:gd name="T6" fmla="*/ 3 w 7"/>
                <a:gd name="T7" fmla="*/ 0 h 6"/>
                <a:gd name="T8" fmla="*/ 7 w 7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7" y="3"/>
                  </a:moveTo>
                  <a:cubicBezTo>
                    <a:pt x="7" y="5"/>
                    <a:pt x="5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7" y="1"/>
                    <a:pt x="7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7" name="Freeform 625"/>
            <p:cNvSpPr/>
            <p:nvPr/>
          </p:nvSpPr>
          <p:spPr bwMode="auto">
            <a:xfrm>
              <a:off x="12680951" y="5659438"/>
              <a:ext cx="57150" cy="57150"/>
            </a:xfrm>
            <a:custGeom>
              <a:avLst/>
              <a:gdLst>
                <a:gd name="T0" fmla="*/ 3 w 7"/>
                <a:gd name="T1" fmla="*/ 0 h 7"/>
                <a:gd name="T2" fmla="*/ 7 w 7"/>
                <a:gd name="T3" fmla="*/ 4 h 7"/>
                <a:gd name="T4" fmla="*/ 4 w 7"/>
                <a:gd name="T5" fmla="*/ 7 h 7"/>
                <a:gd name="T6" fmla="*/ 0 w 7"/>
                <a:gd name="T7" fmla="*/ 4 h 7"/>
                <a:gd name="T8" fmla="*/ 3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3" y="0"/>
                  </a:moveTo>
                  <a:cubicBezTo>
                    <a:pt x="5" y="0"/>
                    <a:pt x="7" y="2"/>
                    <a:pt x="7" y="4"/>
                  </a:cubicBezTo>
                  <a:cubicBezTo>
                    <a:pt x="7" y="6"/>
                    <a:pt x="5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2"/>
                    <a:pt x="2" y="1"/>
                    <a:pt x="3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8" name="Oval 626"/>
            <p:cNvSpPr>
              <a:spLocks noChangeArrowheads="1"/>
            </p:cNvSpPr>
            <p:nvPr/>
          </p:nvSpPr>
          <p:spPr bwMode="auto">
            <a:xfrm>
              <a:off x="8624888" y="6935788"/>
              <a:ext cx="57150" cy="571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9" name="Freeform 627"/>
            <p:cNvSpPr/>
            <p:nvPr/>
          </p:nvSpPr>
          <p:spPr bwMode="auto">
            <a:xfrm>
              <a:off x="8970963" y="7742238"/>
              <a:ext cx="57150" cy="57150"/>
            </a:xfrm>
            <a:custGeom>
              <a:avLst/>
              <a:gdLst>
                <a:gd name="T0" fmla="*/ 7 w 7"/>
                <a:gd name="T1" fmla="*/ 4 h 7"/>
                <a:gd name="T2" fmla="*/ 4 w 7"/>
                <a:gd name="T3" fmla="*/ 7 h 7"/>
                <a:gd name="T4" fmla="*/ 0 w 7"/>
                <a:gd name="T5" fmla="*/ 4 h 7"/>
                <a:gd name="T6" fmla="*/ 4 w 7"/>
                <a:gd name="T7" fmla="*/ 1 h 7"/>
                <a:gd name="T8" fmla="*/ 7 w 7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4"/>
                  </a:moveTo>
                  <a:cubicBezTo>
                    <a:pt x="7" y="6"/>
                    <a:pt x="6" y="7"/>
                    <a:pt x="4" y="7"/>
                  </a:cubicBezTo>
                  <a:cubicBezTo>
                    <a:pt x="2" y="7"/>
                    <a:pt x="1" y="6"/>
                    <a:pt x="0" y="4"/>
                  </a:cubicBezTo>
                  <a:cubicBezTo>
                    <a:pt x="0" y="2"/>
                    <a:pt x="2" y="1"/>
                    <a:pt x="4" y="1"/>
                  </a:cubicBezTo>
                  <a:cubicBezTo>
                    <a:pt x="5" y="0"/>
                    <a:pt x="7" y="2"/>
                    <a:pt x="7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0" name="Freeform 628"/>
            <p:cNvSpPr/>
            <p:nvPr/>
          </p:nvSpPr>
          <p:spPr bwMode="auto">
            <a:xfrm>
              <a:off x="9439276" y="8212138"/>
              <a:ext cx="57150" cy="57150"/>
            </a:xfrm>
            <a:custGeom>
              <a:avLst/>
              <a:gdLst>
                <a:gd name="T0" fmla="*/ 6 w 7"/>
                <a:gd name="T1" fmla="*/ 3 h 7"/>
                <a:gd name="T2" fmla="*/ 3 w 7"/>
                <a:gd name="T3" fmla="*/ 7 h 7"/>
                <a:gd name="T4" fmla="*/ 0 w 7"/>
                <a:gd name="T5" fmla="*/ 3 h 7"/>
                <a:gd name="T6" fmla="*/ 3 w 7"/>
                <a:gd name="T7" fmla="*/ 0 h 7"/>
                <a:gd name="T8" fmla="*/ 6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3"/>
                  </a:moveTo>
                  <a:cubicBezTo>
                    <a:pt x="7" y="5"/>
                    <a:pt x="5" y="6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1" name="Freeform 629"/>
            <p:cNvSpPr/>
            <p:nvPr/>
          </p:nvSpPr>
          <p:spPr bwMode="auto">
            <a:xfrm>
              <a:off x="9439276" y="4737100"/>
              <a:ext cx="57150" cy="49213"/>
            </a:xfrm>
            <a:custGeom>
              <a:avLst/>
              <a:gdLst>
                <a:gd name="T0" fmla="*/ 7 w 7"/>
                <a:gd name="T1" fmla="*/ 3 h 6"/>
                <a:gd name="T2" fmla="*/ 3 w 7"/>
                <a:gd name="T3" fmla="*/ 6 h 6"/>
                <a:gd name="T4" fmla="*/ 0 w 7"/>
                <a:gd name="T5" fmla="*/ 3 h 6"/>
                <a:gd name="T6" fmla="*/ 4 w 7"/>
                <a:gd name="T7" fmla="*/ 0 h 6"/>
                <a:gd name="T8" fmla="*/ 7 w 7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7" y="3"/>
                  </a:moveTo>
                  <a:cubicBezTo>
                    <a:pt x="7" y="5"/>
                    <a:pt x="5" y="6"/>
                    <a:pt x="3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5" y="0"/>
                    <a:pt x="7" y="1"/>
                    <a:pt x="7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2" name="Freeform 630"/>
            <p:cNvSpPr/>
            <p:nvPr/>
          </p:nvSpPr>
          <p:spPr bwMode="auto">
            <a:xfrm>
              <a:off x="8978901" y="5199063"/>
              <a:ext cx="57150" cy="57150"/>
            </a:xfrm>
            <a:custGeom>
              <a:avLst/>
              <a:gdLst>
                <a:gd name="T0" fmla="*/ 6 w 7"/>
                <a:gd name="T1" fmla="*/ 4 h 7"/>
                <a:gd name="T2" fmla="*/ 3 w 7"/>
                <a:gd name="T3" fmla="*/ 7 h 7"/>
                <a:gd name="T4" fmla="*/ 0 w 7"/>
                <a:gd name="T5" fmla="*/ 3 h 7"/>
                <a:gd name="T6" fmla="*/ 3 w 7"/>
                <a:gd name="T7" fmla="*/ 0 h 7"/>
                <a:gd name="T8" fmla="*/ 6 w 7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4"/>
                  </a:moveTo>
                  <a:cubicBezTo>
                    <a:pt x="6" y="5"/>
                    <a:pt x="5" y="7"/>
                    <a:pt x="3" y="7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7" y="2"/>
                    <a:pt x="6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3" name="Freeform 631"/>
            <p:cNvSpPr/>
            <p:nvPr/>
          </p:nvSpPr>
          <p:spPr bwMode="auto">
            <a:xfrm>
              <a:off x="11980863" y="8212138"/>
              <a:ext cx="58738" cy="57150"/>
            </a:xfrm>
            <a:custGeom>
              <a:avLst/>
              <a:gdLst>
                <a:gd name="T0" fmla="*/ 4 w 7"/>
                <a:gd name="T1" fmla="*/ 0 h 7"/>
                <a:gd name="T2" fmla="*/ 7 w 7"/>
                <a:gd name="T3" fmla="*/ 4 h 7"/>
                <a:gd name="T4" fmla="*/ 4 w 7"/>
                <a:gd name="T5" fmla="*/ 7 h 7"/>
                <a:gd name="T6" fmla="*/ 0 w 7"/>
                <a:gd name="T7" fmla="*/ 3 h 7"/>
                <a:gd name="T8" fmla="*/ 4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cubicBezTo>
                    <a:pt x="6" y="0"/>
                    <a:pt x="7" y="2"/>
                    <a:pt x="7" y="4"/>
                  </a:cubicBezTo>
                  <a:cubicBezTo>
                    <a:pt x="7" y="5"/>
                    <a:pt x="6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4" name="Oval 632"/>
            <p:cNvSpPr>
              <a:spLocks noChangeArrowheads="1"/>
            </p:cNvSpPr>
            <p:nvPr/>
          </p:nvSpPr>
          <p:spPr bwMode="auto">
            <a:xfrm>
              <a:off x="12450763" y="7750175"/>
              <a:ext cx="49213" cy="4921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5" name="Freeform 633"/>
            <p:cNvSpPr/>
            <p:nvPr/>
          </p:nvSpPr>
          <p:spPr bwMode="auto">
            <a:xfrm>
              <a:off x="10253663" y="4383088"/>
              <a:ext cx="49213" cy="58738"/>
            </a:xfrm>
            <a:custGeom>
              <a:avLst/>
              <a:gdLst>
                <a:gd name="T0" fmla="*/ 3 w 6"/>
                <a:gd name="T1" fmla="*/ 0 h 7"/>
                <a:gd name="T2" fmla="*/ 6 w 6"/>
                <a:gd name="T3" fmla="*/ 4 h 7"/>
                <a:gd name="T4" fmla="*/ 3 w 6"/>
                <a:gd name="T5" fmla="*/ 7 h 7"/>
                <a:gd name="T6" fmla="*/ 0 w 6"/>
                <a:gd name="T7" fmla="*/ 4 h 7"/>
                <a:gd name="T8" fmla="*/ 3 w 6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cubicBezTo>
                    <a:pt x="5" y="0"/>
                    <a:pt x="6" y="2"/>
                    <a:pt x="6" y="4"/>
                  </a:cubicBezTo>
                  <a:cubicBezTo>
                    <a:pt x="6" y="6"/>
                    <a:pt x="5" y="7"/>
                    <a:pt x="3" y="7"/>
                  </a:cubicBezTo>
                  <a:cubicBezTo>
                    <a:pt x="1" y="7"/>
                    <a:pt x="0" y="5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6" name="Freeform 634"/>
            <p:cNvSpPr/>
            <p:nvPr/>
          </p:nvSpPr>
          <p:spPr bwMode="auto">
            <a:xfrm>
              <a:off x="11990388" y="4737100"/>
              <a:ext cx="49213" cy="58738"/>
            </a:xfrm>
            <a:custGeom>
              <a:avLst/>
              <a:gdLst>
                <a:gd name="T0" fmla="*/ 3 w 6"/>
                <a:gd name="T1" fmla="*/ 6 h 7"/>
                <a:gd name="T2" fmla="*/ 0 w 6"/>
                <a:gd name="T3" fmla="*/ 3 h 7"/>
                <a:gd name="T4" fmla="*/ 3 w 6"/>
                <a:gd name="T5" fmla="*/ 0 h 7"/>
                <a:gd name="T6" fmla="*/ 6 w 6"/>
                <a:gd name="T7" fmla="*/ 4 h 7"/>
                <a:gd name="T8" fmla="*/ 3 w 6"/>
                <a:gd name="T9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3" y="6"/>
                  </a:move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6" y="2"/>
                    <a:pt x="6" y="4"/>
                  </a:cubicBezTo>
                  <a:cubicBezTo>
                    <a:pt x="6" y="5"/>
                    <a:pt x="5" y="7"/>
                    <a:pt x="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7" name="Freeform 635"/>
            <p:cNvSpPr/>
            <p:nvPr/>
          </p:nvSpPr>
          <p:spPr bwMode="auto">
            <a:xfrm>
              <a:off x="12450763" y="5199063"/>
              <a:ext cx="57150" cy="57150"/>
            </a:xfrm>
            <a:custGeom>
              <a:avLst/>
              <a:gdLst>
                <a:gd name="T0" fmla="*/ 3 w 7"/>
                <a:gd name="T1" fmla="*/ 7 h 7"/>
                <a:gd name="T2" fmla="*/ 0 w 7"/>
                <a:gd name="T3" fmla="*/ 4 h 7"/>
                <a:gd name="T4" fmla="*/ 4 w 7"/>
                <a:gd name="T5" fmla="*/ 0 h 7"/>
                <a:gd name="T6" fmla="*/ 7 w 7"/>
                <a:gd name="T7" fmla="*/ 4 h 7"/>
                <a:gd name="T8" fmla="*/ 3 w 7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3" y="7"/>
                  </a:moveTo>
                  <a:cubicBezTo>
                    <a:pt x="2" y="7"/>
                    <a:pt x="0" y="5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" y="0"/>
                    <a:pt x="7" y="2"/>
                    <a:pt x="7" y="4"/>
                  </a:cubicBezTo>
                  <a:cubicBezTo>
                    <a:pt x="7" y="6"/>
                    <a:pt x="5" y="7"/>
                    <a:pt x="3" y="7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8" name="Freeform 636"/>
            <p:cNvSpPr/>
            <p:nvPr/>
          </p:nvSpPr>
          <p:spPr bwMode="auto">
            <a:xfrm>
              <a:off x="9553576" y="8326438"/>
              <a:ext cx="50800" cy="49213"/>
            </a:xfrm>
            <a:custGeom>
              <a:avLst/>
              <a:gdLst>
                <a:gd name="T0" fmla="*/ 3 w 6"/>
                <a:gd name="T1" fmla="*/ 6 h 6"/>
                <a:gd name="T2" fmla="*/ 0 w 6"/>
                <a:gd name="T3" fmla="*/ 3 h 6"/>
                <a:gd name="T4" fmla="*/ 3 w 6"/>
                <a:gd name="T5" fmla="*/ 0 h 6"/>
                <a:gd name="T6" fmla="*/ 6 w 6"/>
                <a:gd name="T7" fmla="*/ 3 h 6"/>
                <a:gd name="T8" fmla="*/ 3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6"/>
                  </a:move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5"/>
                    <a:pt x="5" y="6"/>
                    <a:pt x="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9" name="Freeform 637"/>
            <p:cNvSpPr/>
            <p:nvPr/>
          </p:nvSpPr>
          <p:spPr bwMode="auto">
            <a:xfrm>
              <a:off x="8863013" y="7635875"/>
              <a:ext cx="49213" cy="49213"/>
            </a:xfrm>
            <a:custGeom>
              <a:avLst/>
              <a:gdLst>
                <a:gd name="T0" fmla="*/ 6 w 6"/>
                <a:gd name="T1" fmla="*/ 3 h 6"/>
                <a:gd name="T2" fmla="*/ 3 w 6"/>
                <a:gd name="T3" fmla="*/ 6 h 6"/>
                <a:gd name="T4" fmla="*/ 0 w 6"/>
                <a:gd name="T5" fmla="*/ 3 h 6"/>
                <a:gd name="T6" fmla="*/ 3 w 6"/>
                <a:gd name="T7" fmla="*/ 0 h 6"/>
                <a:gd name="T8" fmla="*/ 6 w 6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0" name="Oval 638"/>
            <p:cNvSpPr>
              <a:spLocks noChangeArrowheads="1"/>
            </p:cNvSpPr>
            <p:nvPr/>
          </p:nvSpPr>
          <p:spPr bwMode="auto">
            <a:xfrm>
              <a:off x="12565063" y="7635875"/>
              <a:ext cx="49213" cy="4921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1" name="Freeform 639"/>
            <p:cNvSpPr/>
            <p:nvPr/>
          </p:nvSpPr>
          <p:spPr bwMode="auto">
            <a:xfrm>
              <a:off x="11866563" y="8326438"/>
              <a:ext cx="57150" cy="58738"/>
            </a:xfrm>
            <a:custGeom>
              <a:avLst/>
              <a:gdLst>
                <a:gd name="T0" fmla="*/ 7 w 7"/>
                <a:gd name="T1" fmla="*/ 4 h 7"/>
                <a:gd name="T2" fmla="*/ 4 w 7"/>
                <a:gd name="T3" fmla="*/ 7 h 7"/>
                <a:gd name="T4" fmla="*/ 1 w 7"/>
                <a:gd name="T5" fmla="*/ 3 h 7"/>
                <a:gd name="T6" fmla="*/ 4 w 7"/>
                <a:gd name="T7" fmla="*/ 1 h 7"/>
                <a:gd name="T8" fmla="*/ 7 w 7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4"/>
                  </a:moveTo>
                  <a:cubicBezTo>
                    <a:pt x="7" y="5"/>
                    <a:pt x="5" y="7"/>
                    <a:pt x="4" y="7"/>
                  </a:cubicBezTo>
                  <a:cubicBezTo>
                    <a:pt x="2" y="7"/>
                    <a:pt x="0" y="5"/>
                    <a:pt x="1" y="3"/>
                  </a:cubicBezTo>
                  <a:cubicBezTo>
                    <a:pt x="1" y="2"/>
                    <a:pt x="2" y="1"/>
                    <a:pt x="4" y="1"/>
                  </a:cubicBezTo>
                  <a:cubicBezTo>
                    <a:pt x="5" y="0"/>
                    <a:pt x="7" y="2"/>
                    <a:pt x="7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2" name="Freeform 640"/>
            <p:cNvSpPr/>
            <p:nvPr/>
          </p:nvSpPr>
          <p:spPr bwMode="auto">
            <a:xfrm>
              <a:off x="9553576" y="4622800"/>
              <a:ext cx="58738" cy="49213"/>
            </a:xfrm>
            <a:custGeom>
              <a:avLst/>
              <a:gdLst>
                <a:gd name="T0" fmla="*/ 7 w 7"/>
                <a:gd name="T1" fmla="*/ 3 h 6"/>
                <a:gd name="T2" fmla="*/ 4 w 7"/>
                <a:gd name="T3" fmla="*/ 6 h 6"/>
                <a:gd name="T4" fmla="*/ 1 w 7"/>
                <a:gd name="T5" fmla="*/ 3 h 6"/>
                <a:gd name="T6" fmla="*/ 4 w 7"/>
                <a:gd name="T7" fmla="*/ 0 h 6"/>
                <a:gd name="T8" fmla="*/ 7 w 7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7" y="3"/>
                  </a:moveTo>
                  <a:cubicBezTo>
                    <a:pt x="7" y="5"/>
                    <a:pt x="5" y="6"/>
                    <a:pt x="4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7" y="1"/>
                    <a:pt x="7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3" name="Freeform 641"/>
            <p:cNvSpPr/>
            <p:nvPr/>
          </p:nvSpPr>
          <p:spPr bwMode="auto">
            <a:xfrm>
              <a:off x="8863013" y="5313363"/>
              <a:ext cx="49213" cy="49213"/>
            </a:xfrm>
            <a:custGeom>
              <a:avLst/>
              <a:gdLst>
                <a:gd name="T0" fmla="*/ 3 w 6"/>
                <a:gd name="T1" fmla="*/ 6 h 6"/>
                <a:gd name="T2" fmla="*/ 0 w 6"/>
                <a:gd name="T3" fmla="*/ 3 h 6"/>
                <a:gd name="T4" fmla="*/ 3 w 6"/>
                <a:gd name="T5" fmla="*/ 0 h 6"/>
                <a:gd name="T6" fmla="*/ 6 w 6"/>
                <a:gd name="T7" fmla="*/ 3 h 6"/>
                <a:gd name="T8" fmla="*/ 3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6"/>
                  </a:moveTo>
                  <a:cubicBezTo>
                    <a:pt x="2" y="6"/>
                    <a:pt x="0" y="5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5"/>
                    <a:pt x="5" y="6"/>
                    <a:pt x="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4" name="Freeform 642"/>
            <p:cNvSpPr/>
            <p:nvPr/>
          </p:nvSpPr>
          <p:spPr bwMode="auto">
            <a:xfrm>
              <a:off x="10015538" y="8556625"/>
              <a:ext cx="57150" cy="50800"/>
            </a:xfrm>
            <a:custGeom>
              <a:avLst/>
              <a:gdLst>
                <a:gd name="T0" fmla="*/ 3 w 7"/>
                <a:gd name="T1" fmla="*/ 6 h 6"/>
                <a:gd name="T2" fmla="*/ 0 w 7"/>
                <a:gd name="T3" fmla="*/ 3 h 6"/>
                <a:gd name="T4" fmla="*/ 4 w 7"/>
                <a:gd name="T5" fmla="*/ 0 h 6"/>
                <a:gd name="T6" fmla="*/ 7 w 7"/>
                <a:gd name="T7" fmla="*/ 4 h 6"/>
                <a:gd name="T8" fmla="*/ 3 w 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3" y="6"/>
                  </a:moveTo>
                  <a:cubicBezTo>
                    <a:pt x="2" y="6"/>
                    <a:pt x="0" y="5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" y="0"/>
                    <a:pt x="7" y="2"/>
                    <a:pt x="7" y="4"/>
                  </a:cubicBezTo>
                  <a:cubicBezTo>
                    <a:pt x="6" y="5"/>
                    <a:pt x="5" y="6"/>
                    <a:pt x="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5" name="Freeform 643"/>
            <p:cNvSpPr/>
            <p:nvPr/>
          </p:nvSpPr>
          <p:spPr bwMode="auto">
            <a:xfrm>
              <a:off x="8632826" y="7165975"/>
              <a:ext cx="49213" cy="57150"/>
            </a:xfrm>
            <a:custGeom>
              <a:avLst/>
              <a:gdLst>
                <a:gd name="T0" fmla="*/ 6 w 6"/>
                <a:gd name="T1" fmla="*/ 4 h 7"/>
                <a:gd name="T2" fmla="*/ 3 w 6"/>
                <a:gd name="T3" fmla="*/ 7 h 7"/>
                <a:gd name="T4" fmla="*/ 0 w 6"/>
                <a:gd name="T5" fmla="*/ 4 h 7"/>
                <a:gd name="T6" fmla="*/ 3 w 6"/>
                <a:gd name="T7" fmla="*/ 0 h 7"/>
                <a:gd name="T8" fmla="*/ 6 w 6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6" y="4"/>
                  </a:moveTo>
                  <a:cubicBezTo>
                    <a:pt x="6" y="5"/>
                    <a:pt x="4" y="7"/>
                    <a:pt x="3" y="7"/>
                  </a:cubicBezTo>
                  <a:cubicBezTo>
                    <a:pt x="1" y="7"/>
                    <a:pt x="0" y="5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4" y="1"/>
                    <a:pt x="6" y="2"/>
                    <a:pt x="6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6" name="Freeform 644"/>
            <p:cNvSpPr/>
            <p:nvPr/>
          </p:nvSpPr>
          <p:spPr bwMode="auto">
            <a:xfrm>
              <a:off x="12796838" y="7173913"/>
              <a:ext cx="49213" cy="49213"/>
            </a:xfrm>
            <a:custGeom>
              <a:avLst/>
              <a:gdLst>
                <a:gd name="T0" fmla="*/ 3 w 6"/>
                <a:gd name="T1" fmla="*/ 6 h 6"/>
                <a:gd name="T2" fmla="*/ 0 w 6"/>
                <a:gd name="T3" fmla="*/ 3 h 6"/>
                <a:gd name="T4" fmla="*/ 4 w 6"/>
                <a:gd name="T5" fmla="*/ 0 h 6"/>
                <a:gd name="T6" fmla="*/ 6 w 6"/>
                <a:gd name="T7" fmla="*/ 3 h 6"/>
                <a:gd name="T8" fmla="*/ 3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6"/>
                  </a:moveTo>
                  <a:cubicBezTo>
                    <a:pt x="2" y="6"/>
                    <a:pt x="0" y="4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ubicBezTo>
                    <a:pt x="6" y="5"/>
                    <a:pt x="5" y="6"/>
                    <a:pt x="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7" name="Freeform 645"/>
            <p:cNvSpPr/>
            <p:nvPr/>
          </p:nvSpPr>
          <p:spPr bwMode="auto">
            <a:xfrm>
              <a:off x="12565063" y="5322888"/>
              <a:ext cx="58738" cy="49213"/>
            </a:xfrm>
            <a:custGeom>
              <a:avLst/>
              <a:gdLst>
                <a:gd name="T0" fmla="*/ 7 w 7"/>
                <a:gd name="T1" fmla="*/ 3 h 6"/>
                <a:gd name="T2" fmla="*/ 3 w 7"/>
                <a:gd name="T3" fmla="*/ 6 h 6"/>
                <a:gd name="T4" fmla="*/ 1 w 7"/>
                <a:gd name="T5" fmla="*/ 2 h 6"/>
                <a:gd name="T6" fmla="*/ 4 w 7"/>
                <a:gd name="T7" fmla="*/ 0 h 6"/>
                <a:gd name="T8" fmla="*/ 7 w 7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7" y="3"/>
                  </a:moveTo>
                  <a:cubicBezTo>
                    <a:pt x="6" y="4"/>
                    <a:pt x="5" y="6"/>
                    <a:pt x="3" y="6"/>
                  </a:cubicBezTo>
                  <a:cubicBezTo>
                    <a:pt x="2" y="6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7" y="1"/>
                    <a:pt x="7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8" name="Freeform 646"/>
            <p:cNvSpPr/>
            <p:nvPr/>
          </p:nvSpPr>
          <p:spPr bwMode="auto">
            <a:xfrm>
              <a:off x="11874501" y="4622800"/>
              <a:ext cx="49213" cy="49213"/>
            </a:xfrm>
            <a:custGeom>
              <a:avLst/>
              <a:gdLst>
                <a:gd name="T0" fmla="*/ 6 w 6"/>
                <a:gd name="T1" fmla="*/ 3 h 6"/>
                <a:gd name="T2" fmla="*/ 3 w 6"/>
                <a:gd name="T3" fmla="*/ 6 h 6"/>
                <a:gd name="T4" fmla="*/ 0 w 6"/>
                <a:gd name="T5" fmla="*/ 3 h 6"/>
                <a:gd name="T6" fmla="*/ 3 w 6"/>
                <a:gd name="T7" fmla="*/ 0 h 6"/>
                <a:gd name="T8" fmla="*/ 6 w 6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5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9" name="Freeform 647"/>
            <p:cNvSpPr/>
            <p:nvPr/>
          </p:nvSpPr>
          <p:spPr bwMode="auto">
            <a:xfrm>
              <a:off x="10829926" y="8680450"/>
              <a:ext cx="49213" cy="49213"/>
            </a:xfrm>
            <a:custGeom>
              <a:avLst/>
              <a:gdLst>
                <a:gd name="T0" fmla="*/ 6 w 6"/>
                <a:gd name="T1" fmla="*/ 3 h 6"/>
                <a:gd name="T2" fmla="*/ 3 w 6"/>
                <a:gd name="T3" fmla="*/ 6 h 6"/>
                <a:gd name="T4" fmla="*/ 0 w 6"/>
                <a:gd name="T5" fmla="*/ 3 h 6"/>
                <a:gd name="T6" fmla="*/ 3 w 6"/>
                <a:gd name="T7" fmla="*/ 0 h 6"/>
                <a:gd name="T8" fmla="*/ 6 w 6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4"/>
                    <a:pt x="5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0" name="Freeform 648"/>
            <p:cNvSpPr/>
            <p:nvPr/>
          </p:nvSpPr>
          <p:spPr bwMode="auto">
            <a:xfrm>
              <a:off x="11406188" y="8566150"/>
              <a:ext cx="49213" cy="49213"/>
            </a:xfrm>
            <a:custGeom>
              <a:avLst/>
              <a:gdLst>
                <a:gd name="T0" fmla="*/ 6 w 6"/>
                <a:gd name="T1" fmla="*/ 3 h 6"/>
                <a:gd name="T2" fmla="*/ 3 w 6"/>
                <a:gd name="T3" fmla="*/ 6 h 6"/>
                <a:gd name="T4" fmla="*/ 0 w 6"/>
                <a:gd name="T5" fmla="*/ 3 h 6"/>
                <a:gd name="T6" fmla="*/ 4 w 6"/>
                <a:gd name="T7" fmla="*/ 0 h 6"/>
                <a:gd name="T8" fmla="*/ 6 w 6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4"/>
                    <a:pt x="5" y="6"/>
                    <a:pt x="3" y="6"/>
                  </a:cubicBezTo>
                  <a:cubicBezTo>
                    <a:pt x="2" y="6"/>
                    <a:pt x="0" y="4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1" name="Freeform 649"/>
            <p:cNvSpPr/>
            <p:nvPr/>
          </p:nvSpPr>
          <p:spPr bwMode="auto">
            <a:xfrm>
              <a:off x="10599738" y="8672513"/>
              <a:ext cx="49213" cy="49213"/>
            </a:xfrm>
            <a:custGeom>
              <a:avLst/>
              <a:gdLst>
                <a:gd name="T0" fmla="*/ 3 w 6"/>
                <a:gd name="T1" fmla="*/ 1 h 6"/>
                <a:gd name="T2" fmla="*/ 6 w 6"/>
                <a:gd name="T3" fmla="*/ 3 h 6"/>
                <a:gd name="T4" fmla="*/ 3 w 6"/>
                <a:gd name="T5" fmla="*/ 6 h 6"/>
                <a:gd name="T6" fmla="*/ 0 w 6"/>
                <a:gd name="T7" fmla="*/ 4 h 6"/>
                <a:gd name="T8" fmla="*/ 3 w 6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1"/>
                  </a:moveTo>
                  <a:cubicBezTo>
                    <a:pt x="4" y="0"/>
                    <a:pt x="6" y="2"/>
                    <a:pt x="6" y="3"/>
                  </a:cubicBezTo>
                  <a:cubicBezTo>
                    <a:pt x="6" y="5"/>
                    <a:pt x="5" y="6"/>
                    <a:pt x="3" y="6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1" y="1"/>
                    <a:pt x="3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2" name="Freeform 650"/>
            <p:cNvSpPr/>
            <p:nvPr/>
          </p:nvSpPr>
          <p:spPr bwMode="auto">
            <a:xfrm>
              <a:off x="12911138" y="6589713"/>
              <a:ext cx="49213" cy="49213"/>
            </a:xfrm>
            <a:custGeom>
              <a:avLst/>
              <a:gdLst>
                <a:gd name="T0" fmla="*/ 3 w 6"/>
                <a:gd name="T1" fmla="*/ 0 h 6"/>
                <a:gd name="T2" fmla="*/ 6 w 6"/>
                <a:gd name="T3" fmla="*/ 3 h 6"/>
                <a:gd name="T4" fmla="*/ 3 w 6"/>
                <a:gd name="T5" fmla="*/ 6 h 6"/>
                <a:gd name="T6" fmla="*/ 0 w 6"/>
                <a:gd name="T7" fmla="*/ 4 h 6"/>
                <a:gd name="T8" fmla="*/ 3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cubicBezTo>
                    <a:pt x="5" y="0"/>
                    <a:pt x="6" y="2"/>
                    <a:pt x="6" y="3"/>
                  </a:cubicBezTo>
                  <a:cubicBezTo>
                    <a:pt x="6" y="5"/>
                    <a:pt x="5" y="6"/>
                    <a:pt x="3" y="6"/>
                  </a:cubicBezTo>
                  <a:cubicBezTo>
                    <a:pt x="2" y="6"/>
                    <a:pt x="1" y="5"/>
                    <a:pt x="0" y="4"/>
                  </a:cubicBezTo>
                  <a:cubicBezTo>
                    <a:pt x="0" y="2"/>
                    <a:pt x="2" y="1"/>
                    <a:pt x="3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3" name="Freeform 651"/>
            <p:cNvSpPr/>
            <p:nvPr/>
          </p:nvSpPr>
          <p:spPr bwMode="auto">
            <a:xfrm>
              <a:off x="10023476" y="4392613"/>
              <a:ext cx="49213" cy="49213"/>
            </a:xfrm>
            <a:custGeom>
              <a:avLst/>
              <a:gdLst>
                <a:gd name="T0" fmla="*/ 3 w 6"/>
                <a:gd name="T1" fmla="*/ 6 h 6"/>
                <a:gd name="T2" fmla="*/ 0 w 6"/>
                <a:gd name="T3" fmla="*/ 3 h 6"/>
                <a:gd name="T4" fmla="*/ 3 w 6"/>
                <a:gd name="T5" fmla="*/ 0 h 6"/>
                <a:gd name="T6" fmla="*/ 6 w 6"/>
                <a:gd name="T7" fmla="*/ 3 h 6"/>
                <a:gd name="T8" fmla="*/ 3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6"/>
                  </a:move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ubicBezTo>
                    <a:pt x="6" y="4"/>
                    <a:pt x="4" y="6"/>
                    <a:pt x="3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4" name="Freeform 652"/>
            <p:cNvSpPr/>
            <p:nvPr/>
          </p:nvSpPr>
          <p:spPr bwMode="auto">
            <a:xfrm>
              <a:off x="8632826" y="5783263"/>
              <a:ext cx="49213" cy="49213"/>
            </a:xfrm>
            <a:custGeom>
              <a:avLst/>
              <a:gdLst>
                <a:gd name="T0" fmla="*/ 6 w 6"/>
                <a:gd name="T1" fmla="*/ 3 h 6"/>
                <a:gd name="T2" fmla="*/ 3 w 6"/>
                <a:gd name="T3" fmla="*/ 6 h 6"/>
                <a:gd name="T4" fmla="*/ 0 w 6"/>
                <a:gd name="T5" fmla="*/ 3 h 6"/>
                <a:gd name="T6" fmla="*/ 3 w 6"/>
                <a:gd name="T7" fmla="*/ 0 h 6"/>
                <a:gd name="T8" fmla="*/ 6 w 6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4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5" name="Oval 653"/>
            <p:cNvSpPr>
              <a:spLocks noChangeArrowheads="1"/>
            </p:cNvSpPr>
            <p:nvPr/>
          </p:nvSpPr>
          <p:spPr bwMode="auto">
            <a:xfrm>
              <a:off x="12911138" y="6359525"/>
              <a:ext cx="49213" cy="4921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6" name="Freeform 654"/>
            <p:cNvSpPr/>
            <p:nvPr/>
          </p:nvSpPr>
          <p:spPr bwMode="auto">
            <a:xfrm>
              <a:off x="8516938" y="6589713"/>
              <a:ext cx="50800" cy="49213"/>
            </a:xfrm>
            <a:custGeom>
              <a:avLst/>
              <a:gdLst>
                <a:gd name="T0" fmla="*/ 3 w 6"/>
                <a:gd name="T1" fmla="*/ 0 h 6"/>
                <a:gd name="T2" fmla="*/ 6 w 6"/>
                <a:gd name="T3" fmla="*/ 3 h 6"/>
                <a:gd name="T4" fmla="*/ 3 w 6"/>
                <a:gd name="T5" fmla="*/ 6 h 6"/>
                <a:gd name="T6" fmla="*/ 0 w 6"/>
                <a:gd name="T7" fmla="*/ 3 h 6"/>
                <a:gd name="T8" fmla="*/ 3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cubicBezTo>
                    <a:pt x="5" y="0"/>
                    <a:pt x="6" y="2"/>
                    <a:pt x="6" y="3"/>
                  </a:cubicBez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7" name="Freeform 655"/>
            <p:cNvSpPr/>
            <p:nvPr/>
          </p:nvSpPr>
          <p:spPr bwMode="auto">
            <a:xfrm>
              <a:off x="12804776" y="5783263"/>
              <a:ext cx="49213" cy="49213"/>
            </a:xfrm>
            <a:custGeom>
              <a:avLst/>
              <a:gdLst>
                <a:gd name="T0" fmla="*/ 3 w 6"/>
                <a:gd name="T1" fmla="*/ 0 h 6"/>
                <a:gd name="T2" fmla="*/ 6 w 6"/>
                <a:gd name="T3" fmla="*/ 3 h 6"/>
                <a:gd name="T4" fmla="*/ 3 w 6"/>
                <a:gd name="T5" fmla="*/ 6 h 6"/>
                <a:gd name="T6" fmla="*/ 0 w 6"/>
                <a:gd name="T7" fmla="*/ 3 h 6"/>
                <a:gd name="T8" fmla="*/ 3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cubicBezTo>
                    <a:pt x="4" y="0"/>
                    <a:pt x="6" y="1"/>
                    <a:pt x="6" y="3"/>
                  </a:cubicBez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8" name="Freeform 656"/>
            <p:cNvSpPr/>
            <p:nvPr/>
          </p:nvSpPr>
          <p:spPr bwMode="auto">
            <a:xfrm>
              <a:off x="11414126" y="4392613"/>
              <a:ext cx="49213" cy="49213"/>
            </a:xfrm>
            <a:custGeom>
              <a:avLst/>
              <a:gdLst>
                <a:gd name="T0" fmla="*/ 3 w 6"/>
                <a:gd name="T1" fmla="*/ 0 h 6"/>
                <a:gd name="T2" fmla="*/ 6 w 6"/>
                <a:gd name="T3" fmla="*/ 3 h 6"/>
                <a:gd name="T4" fmla="*/ 3 w 6"/>
                <a:gd name="T5" fmla="*/ 6 h 6"/>
                <a:gd name="T6" fmla="*/ 0 w 6"/>
                <a:gd name="T7" fmla="*/ 3 h 6"/>
                <a:gd name="T8" fmla="*/ 3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cubicBezTo>
                    <a:pt x="4" y="0"/>
                    <a:pt x="6" y="1"/>
                    <a:pt x="6" y="3"/>
                  </a:cubicBezTo>
                  <a:cubicBezTo>
                    <a:pt x="6" y="5"/>
                    <a:pt x="5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9" name="Freeform 657"/>
            <p:cNvSpPr/>
            <p:nvPr/>
          </p:nvSpPr>
          <p:spPr bwMode="auto">
            <a:xfrm>
              <a:off x="8516938" y="6359525"/>
              <a:ext cx="50800" cy="49213"/>
            </a:xfrm>
            <a:custGeom>
              <a:avLst/>
              <a:gdLst>
                <a:gd name="T0" fmla="*/ 6 w 6"/>
                <a:gd name="T1" fmla="*/ 3 h 6"/>
                <a:gd name="T2" fmla="*/ 3 w 6"/>
                <a:gd name="T3" fmla="*/ 6 h 6"/>
                <a:gd name="T4" fmla="*/ 0 w 6"/>
                <a:gd name="T5" fmla="*/ 3 h 6"/>
                <a:gd name="T6" fmla="*/ 3 w 6"/>
                <a:gd name="T7" fmla="*/ 0 h 6"/>
                <a:gd name="T8" fmla="*/ 6 w 6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0" name="Freeform 658"/>
            <p:cNvSpPr/>
            <p:nvPr/>
          </p:nvSpPr>
          <p:spPr bwMode="auto">
            <a:xfrm>
              <a:off x="10599738" y="4276725"/>
              <a:ext cx="49213" cy="49213"/>
            </a:xfrm>
            <a:custGeom>
              <a:avLst/>
              <a:gdLst>
                <a:gd name="T0" fmla="*/ 3 w 6"/>
                <a:gd name="T1" fmla="*/ 0 h 6"/>
                <a:gd name="T2" fmla="*/ 6 w 6"/>
                <a:gd name="T3" fmla="*/ 3 h 6"/>
                <a:gd name="T4" fmla="*/ 3 w 6"/>
                <a:gd name="T5" fmla="*/ 6 h 6"/>
                <a:gd name="T6" fmla="*/ 0 w 6"/>
                <a:gd name="T7" fmla="*/ 3 h 6"/>
                <a:gd name="T8" fmla="*/ 3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cubicBezTo>
                    <a:pt x="5" y="0"/>
                    <a:pt x="6" y="1"/>
                    <a:pt x="6" y="3"/>
                  </a:cubicBezTo>
                  <a:cubicBezTo>
                    <a:pt x="6" y="4"/>
                    <a:pt x="5" y="6"/>
                    <a:pt x="3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1" name="Freeform 659"/>
            <p:cNvSpPr/>
            <p:nvPr/>
          </p:nvSpPr>
          <p:spPr bwMode="auto">
            <a:xfrm>
              <a:off x="10829926" y="4276725"/>
              <a:ext cx="49213" cy="49213"/>
            </a:xfrm>
            <a:custGeom>
              <a:avLst/>
              <a:gdLst>
                <a:gd name="T0" fmla="*/ 6 w 6"/>
                <a:gd name="T1" fmla="*/ 3 h 6"/>
                <a:gd name="T2" fmla="*/ 3 w 6"/>
                <a:gd name="T3" fmla="*/ 6 h 6"/>
                <a:gd name="T4" fmla="*/ 1 w 6"/>
                <a:gd name="T5" fmla="*/ 3 h 6"/>
                <a:gd name="T6" fmla="*/ 3 w 6"/>
                <a:gd name="T7" fmla="*/ 0 h 6"/>
                <a:gd name="T8" fmla="*/ 6 w 6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4"/>
                    <a:pt x="5" y="6"/>
                    <a:pt x="3" y="6"/>
                  </a:cubicBezTo>
                  <a:cubicBezTo>
                    <a:pt x="2" y="6"/>
                    <a:pt x="1" y="5"/>
                    <a:pt x="1" y="3"/>
                  </a:cubicBezTo>
                  <a:cubicBezTo>
                    <a:pt x="0" y="2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2" name="Freeform 660"/>
            <p:cNvSpPr/>
            <p:nvPr/>
          </p:nvSpPr>
          <p:spPr bwMode="auto">
            <a:xfrm>
              <a:off x="11758613" y="8450263"/>
              <a:ext cx="41275" cy="49213"/>
            </a:xfrm>
            <a:custGeom>
              <a:avLst/>
              <a:gdLst>
                <a:gd name="T0" fmla="*/ 5 w 5"/>
                <a:gd name="T1" fmla="*/ 3 h 6"/>
                <a:gd name="T2" fmla="*/ 3 w 5"/>
                <a:gd name="T3" fmla="*/ 6 h 6"/>
                <a:gd name="T4" fmla="*/ 0 w 5"/>
                <a:gd name="T5" fmla="*/ 3 h 6"/>
                <a:gd name="T6" fmla="*/ 3 w 5"/>
                <a:gd name="T7" fmla="*/ 0 h 6"/>
                <a:gd name="T8" fmla="*/ 5 w 5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4"/>
                    <a:pt x="4" y="5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3" name="Oval 661"/>
            <p:cNvSpPr>
              <a:spLocks noChangeArrowheads="1"/>
            </p:cNvSpPr>
            <p:nvPr/>
          </p:nvSpPr>
          <p:spPr bwMode="auto">
            <a:xfrm>
              <a:off x="11060113" y="8680450"/>
              <a:ext cx="49213" cy="4921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4" name="Freeform 662"/>
            <p:cNvSpPr/>
            <p:nvPr/>
          </p:nvSpPr>
          <p:spPr bwMode="auto">
            <a:xfrm>
              <a:off x="10369551" y="8680450"/>
              <a:ext cx="49213" cy="41275"/>
            </a:xfrm>
            <a:custGeom>
              <a:avLst/>
              <a:gdLst>
                <a:gd name="T0" fmla="*/ 6 w 6"/>
                <a:gd name="T1" fmla="*/ 2 h 5"/>
                <a:gd name="T2" fmla="*/ 3 w 6"/>
                <a:gd name="T3" fmla="*/ 5 h 5"/>
                <a:gd name="T4" fmla="*/ 0 w 6"/>
                <a:gd name="T5" fmla="*/ 2 h 5"/>
                <a:gd name="T6" fmla="*/ 3 w 6"/>
                <a:gd name="T7" fmla="*/ 0 h 5"/>
                <a:gd name="T8" fmla="*/ 6 w 6"/>
                <a:gd name="T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6" y="2"/>
                  </a:moveTo>
                  <a:cubicBezTo>
                    <a:pt x="6" y="4"/>
                    <a:pt x="5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6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5" name="Freeform 663"/>
            <p:cNvSpPr/>
            <p:nvPr/>
          </p:nvSpPr>
          <p:spPr bwMode="auto">
            <a:xfrm>
              <a:off x="9669463" y="8442325"/>
              <a:ext cx="49213" cy="49213"/>
            </a:xfrm>
            <a:custGeom>
              <a:avLst/>
              <a:gdLst>
                <a:gd name="T0" fmla="*/ 6 w 6"/>
                <a:gd name="T1" fmla="*/ 3 h 6"/>
                <a:gd name="T2" fmla="*/ 3 w 6"/>
                <a:gd name="T3" fmla="*/ 6 h 6"/>
                <a:gd name="T4" fmla="*/ 0 w 6"/>
                <a:gd name="T5" fmla="*/ 3 h 6"/>
                <a:gd name="T6" fmla="*/ 3 w 6"/>
                <a:gd name="T7" fmla="*/ 1 h 6"/>
                <a:gd name="T8" fmla="*/ 6 w 6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5" y="6"/>
                    <a:pt x="3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2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6" name="Freeform 664"/>
            <p:cNvSpPr/>
            <p:nvPr/>
          </p:nvSpPr>
          <p:spPr bwMode="auto">
            <a:xfrm>
              <a:off x="8516938" y="6819900"/>
              <a:ext cx="41275" cy="49213"/>
            </a:xfrm>
            <a:custGeom>
              <a:avLst/>
              <a:gdLst>
                <a:gd name="T0" fmla="*/ 2 w 5"/>
                <a:gd name="T1" fmla="*/ 6 h 6"/>
                <a:gd name="T2" fmla="*/ 0 w 5"/>
                <a:gd name="T3" fmla="*/ 3 h 6"/>
                <a:gd name="T4" fmla="*/ 3 w 5"/>
                <a:gd name="T5" fmla="*/ 0 h 6"/>
                <a:gd name="T6" fmla="*/ 5 w 5"/>
                <a:gd name="T7" fmla="*/ 3 h 6"/>
                <a:gd name="T8" fmla="*/ 2 w 5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2" y="6"/>
                  </a:moveTo>
                  <a:cubicBezTo>
                    <a:pt x="1" y="6"/>
                    <a:pt x="0" y="5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5"/>
                    <a:pt x="4" y="6"/>
                    <a:pt x="2" y="6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7" name="Oval 665"/>
            <p:cNvSpPr>
              <a:spLocks noChangeArrowheads="1"/>
            </p:cNvSpPr>
            <p:nvPr/>
          </p:nvSpPr>
          <p:spPr bwMode="auto">
            <a:xfrm>
              <a:off x="8516938" y="6129338"/>
              <a:ext cx="50800" cy="4921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8" name="Freeform 666"/>
            <p:cNvSpPr/>
            <p:nvPr/>
          </p:nvSpPr>
          <p:spPr bwMode="auto">
            <a:xfrm>
              <a:off x="8748713" y="7519988"/>
              <a:ext cx="41275" cy="49213"/>
            </a:xfrm>
            <a:custGeom>
              <a:avLst/>
              <a:gdLst>
                <a:gd name="T0" fmla="*/ 3 w 5"/>
                <a:gd name="T1" fmla="*/ 0 h 6"/>
                <a:gd name="T2" fmla="*/ 5 w 5"/>
                <a:gd name="T3" fmla="*/ 3 h 6"/>
                <a:gd name="T4" fmla="*/ 3 w 5"/>
                <a:gd name="T5" fmla="*/ 5 h 6"/>
                <a:gd name="T6" fmla="*/ 0 w 5"/>
                <a:gd name="T7" fmla="*/ 3 h 6"/>
                <a:gd name="T8" fmla="*/ 3 w 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3" y="0"/>
                  </a:moveTo>
                  <a:cubicBezTo>
                    <a:pt x="4" y="0"/>
                    <a:pt x="5" y="1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9" name="Freeform 667"/>
            <p:cNvSpPr/>
            <p:nvPr/>
          </p:nvSpPr>
          <p:spPr bwMode="auto">
            <a:xfrm>
              <a:off x="12680951" y="7519988"/>
              <a:ext cx="49213" cy="49213"/>
            </a:xfrm>
            <a:custGeom>
              <a:avLst/>
              <a:gdLst>
                <a:gd name="T0" fmla="*/ 3 w 6"/>
                <a:gd name="T1" fmla="*/ 0 h 6"/>
                <a:gd name="T2" fmla="*/ 6 w 6"/>
                <a:gd name="T3" fmla="*/ 3 h 6"/>
                <a:gd name="T4" fmla="*/ 3 w 6"/>
                <a:gd name="T5" fmla="*/ 6 h 6"/>
                <a:gd name="T6" fmla="*/ 0 w 6"/>
                <a:gd name="T7" fmla="*/ 3 h 6"/>
                <a:gd name="T8" fmla="*/ 3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cubicBezTo>
                    <a:pt x="5" y="0"/>
                    <a:pt x="6" y="1"/>
                    <a:pt x="6" y="3"/>
                  </a:cubicBezTo>
                  <a:cubicBezTo>
                    <a:pt x="6" y="4"/>
                    <a:pt x="5" y="6"/>
                    <a:pt x="3" y="6"/>
                  </a:cubicBezTo>
                  <a:cubicBezTo>
                    <a:pt x="2" y="6"/>
                    <a:pt x="1" y="5"/>
                    <a:pt x="0" y="3"/>
                  </a:cubicBezTo>
                  <a:cubicBezTo>
                    <a:pt x="0" y="2"/>
                    <a:pt x="2" y="0"/>
                    <a:pt x="3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0" name="Freeform 668"/>
            <p:cNvSpPr/>
            <p:nvPr/>
          </p:nvSpPr>
          <p:spPr bwMode="auto">
            <a:xfrm>
              <a:off x="12919076" y="6129338"/>
              <a:ext cx="49213" cy="49213"/>
            </a:xfrm>
            <a:custGeom>
              <a:avLst/>
              <a:gdLst>
                <a:gd name="T0" fmla="*/ 3 w 6"/>
                <a:gd name="T1" fmla="*/ 0 h 6"/>
                <a:gd name="T2" fmla="*/ 6 w 6"/>
                <a:gd name="T3" fmla="*/ 3 h 6"/>
                <a:gd name="T4" fmla="*/ 3 w 6"/>
                <a:gd name="T5" fmla="*/ 6 h 6"/>
                <a:gd name="T6" fmla="*/ 0 w 6"/>
                <a:gd name="T7" fmla="*/ 3 h 6"/>
                <a:gd name="T8" fmla="*/ 3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cubicBezTo>
                    <a:pt x="4" y="0"/>
                    <a:pt x="5" y="2"/>
                    <a:pt x="6" y="3"/>
                  </a:cubicBezTo>
                  <a:cubicBezTo>
                    <a:pt x="6" y="4"/>
                    <a:pt x="4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1" name="Freeform 669"/>
            <p:cNvSpPr/>
            <p:nvPr/>
          </p:nvSpPr>
          <p:spPr bwMode="auto">
            <a:xfrm>
              <a:off x="12919076" y="6827838"/>
              <a:ext cx="41275" cy="41275"/>
            </a:xfrm>
            <a:custGeom>
              <a:avLst/>
              <a:gdLst>
                <a:gd name="T0" fmla="*/ 2 w 5"/>
                <a:gd name="T1" fmla="*/ 0 h 5"/>
                <a:gd name="T2" fmla="*/ 5 w 5"/>
                <a:gd name="T3" fmla="*/ 2 h 5"/>
                <a:gd name="T4" fmla="*/ 3 w 5"/>
                <a:gd name="T5" fmla="*/ 5 h 5"/>
                <a:gd name="T6" fmla="*/ 0 w 5"/>
                <a:gd name="T7" fmla="*/ 3 h 5"/>
                <a:gd name="T8" fmla="*/ 2 w 5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2" y="0"/>
                  </a:moveTo>
                  <a:cubicBezTo>
                    <a:pt x="4" y="0"/>
                    <a:pt x="5" y="1"/>
                    <a:pt x="5" y="2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2" name="Freeform 670"/>
            <p:cNvSpPr/>
            <p:nvPr/>
          </p:nvSpPr>
          <p:spPr bwMode="auto">
            <a:xfrm>
              <a:off x="8748713" y="5437188"/>
              <a:ext cx="49213" cy="41275"/>
            </a:xfrm>
            <a:custGeom>
              <a:avLst/>
              <a:gdLst>
                <a:gd name="T0" fmla="*/ 3 w 6"/>
                <a:gd name="T1" fmla="*/ 5 h 5"/>
                <a:gd name="T2" fmla="*/ 0 w 6"/>
                <a:gd name="T3" fmla="*/ 3 h 5"/>
                <a:gd name="T4" fmla="*/ 3 w 6"/>
                <a:gd name="T5" fmla="*/ 0 h 5"/>
                <a:gd name="T6" fmla="*/ 6 w 6"/>
                <a:gd name="T7" fmla="*/ 2 h 5"/>
                <a:gd name="T8" fmla="*/ 3 w 6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3" y="5"/>
                  </a:moveTo>
                  <a:cubicBezTo>
                    <a:pt x="2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6" y="1"/>
                    <a:pt x="6" y="2"/>
                  </a:cubicBezTo>
                  <a:cubicBezTo>
                    <a:pt x="6" y="4"/>
                    <a:pt x="4" y="5"/>
                    <a:pt x="3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3" name="Oval 671"/>
            <p:cNvSpPr>
              <a:spLocks noChangeArrowheads="1"/>
            </p:cNvSpPr>
            <p:nvPr/>
          </p:nvSpPr>
          <p:spPr bwMode="auto">
            <a:xfrm>
              <a:off x="9677401" y="4506913"/>
              <a:ext cx="41275" cy="4127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4" name="Oval 672"/>
            <p:cNvSpPr>
              <a:spLocks noChangeArrowheads="1"/>
            </p:cNvSpPr>
            <p:nvPr/>
          </p:nvSpPr>
          <p:spPr bwMode="auto">
            <a:xfrm>
              <a:off x="10369551" y="4276725"/>
              <a:ext cx="49213" cy="4127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5" name="Oval 673"/>
            <p:cNvSpPr>
              <a:spLocks noChangeArrowheads="1"/>
            </p:cNvSpPr>
            <p:nvPr/>
          </p:nvSpPr>
          <p:spPr bwMode="auto">
            <a:xfrm>
              <a:off x="12688888" y="5437188"/>
              <a:ext cx="41275" cy="4127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6" name="Freeform 674"/>
            <p:cNvSpPr/>
            <p:nvPr/>
          </p:nvSpPr>
          <p:spPr bwMode="auto">
            <a:xfrm>
              <a:off x="11068051" y="4276725"/>
              <a:ext cx="41275" cy="49213"/>
            </a:xfrm>
            <a:custGeom>
              <a:avLst/>
              <a:gdLst>
                <a:gd name="T0" fmla="*/ 5 w 5"/>
                <a:gd name="T1" fmla="*/ 3 h 6"/>
                <a:gd name="T2" fmla="*/ 2 w 5"/>
                <a:gd name="T3" fmla="*/ 6 h 6"/>
                <a:gd name="T4" fmla="*/ 0 w 5"/>
                <a:gd name="T5" fmla="*/ 3 h 6"/>
                <a:gd name="T6" fmla="*/ 3 w 5"/>
                <a:gd name="T7" fmla="*/ 0 h 6"/>
                <a:gd name="T8" fmla="*/ 5 w 5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4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7" name="Oval 675"/>
            <p:cNvSpPr>
              <a:spLocks noChangeArrowheads="1"/>
            </p:cNvSpPr>
            <p:nvPr/>
          </p:nvSpPr>
          <p:spPr bwMode="auto">
            <a:xfrm>
              <a:off x="11758613" y="4506913"/>
              <a:ext cx="50800" cy="49213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8" name="Freeform 676"/>
            <p:cNvSpPr/>
            <p:nvPr/>
          </p:nvSpPr>
          <p:spPr bwMode="auto">
            <a:xfrm>
              <a:off x="9793288" y="8566150"/>
              <a:ext cx="41275" cy="41275"/>
            </a:xfrm>
            <a:custGeom>
              <a:avLst/>
              <a:gdLst>
                <a:gd name="T0" fmla="*/ 5 w 5"/>
                <a:gd name="T1" fmla="*/ 2 h 5"/>
                <a:gd name="T2" fmla="*/ 2 w 5"/>
                <a:gd name="T3" fmla="*/ 5 h 5"/>
                <a:gd name="T4" fmla="*/ 0 w 5"/>
                <a:gd name="T5" fmla="*/ 3 h 5"/>
                <a:gd name="T6" fmla="*/ 2 w 5"/>
                <a:gd name="T7" fmla="*/ 0 h 5"/>
                <a:gd name="T8" fmla="*/ 5 w 5"/>
                <a:gd name="T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5" y="2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5" y="1"/>
                    <a:pt x="5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9" name="Freeform 677"/>
            <p:cNvSpPr/>
            <p:nvPr/>
          </p:nvSpPr>
          <p:spPr bwMode="auto">
            <a:xfrm>
              <a:off x="12919076" y="7059613"/>
              <a:ext cx="41275" cy="41275"/>
            </a:xfrm>
            <a:custGeom>
              <a:avLst/>
              <a:gdLst>
                <a:gd name="T0" fmla="*/ 3 w 5"/>
                <a:gd name="T1" fmla="*/ 5 h 5"/>
                <a:gd name="T2" fmla="*/ 0 w 5"/>
                <a:gd name="T3" fmla="*/ 3 h 5"/>
                <a:gd name="T4" fmla="*/ 2 w 5"/>
                <a:gd name="T5" fmla="*/ 0 h 5"/>
                <a:gd name="T6" fmla="*/ 5 w 5"/>
                <a:gd name="T7" fmla="*/ 3 h 5"/>
                <a:gd name="T8" fmla="*/ 3 w 5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1" y="5"/>
                    <a:pt x="0" y="4"/>
                    <a:pt x="0" y="3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3" y="0"/>
                    <a:pt x="5" y="1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0" name="Oval 678"/>
            <p:cNvSpPr>
              <a:spLocks noChangeArrowheads="1"/>
            </p:cNvSpPr>
            <p:nvPr/>
          </p:nvSpPr>
          <p:spPr bwMode="auto">
            <a:xfrm>
              <a:off x="11298238" y="8680450"/>
              <a:ext cx="41275" cy="4127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1" name="Oval 679"/>
            <p:cNvSpPr>
              <a:spLocks noChangeArrowheads="1"/>
            </p:cNvSpPr>
            <p:nvPr/>
          </p:nvSpPr>
          <p:spPr bwMode="auto">
            <a:xfrm>
              <a:off x="11644313" y="8566150"/>
              <a:ext cx="41275" cy="41275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2" name="Freeform 680"/>
            <p:cNvSpPr/>
            <p:nvPr/>
          </p:nvSpPr>
          <p:spPr bwMode="auto">
            <a:xfrm>
              <a:off x="10137776" y="8680450"/>
              <a:ext cx="41275" cy="41275"/>
            </a:xfrm>
            <a:custGeom>
              <a:avLst/>
              <a:gdLst>
                <a:gd name="T0" fmla="*/ 5 w 5"/>
                <a:gd name="T1" fmla="*/ 3 h 5"/>
                <a:gd name="T2" fmla="*/ 3 w 5"/>
                <a:gd name="T3" fmla="*/ 5 h 5"/>
                <a:gd name="T4" fmla="*/ 0 w 5"/>
                <a:gd name="T5" fmla="*/ 2 h 5"/>
                <a:gd name="T6" fmla="*/ 3 w 5"/>
                <a:gd name="T7" fmla="*/ 0 h 5"/>
                <a:gd name="T8" fmla="*/ 5 w 5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3" name="Freeform 681"/>
            <p:cNvSpPr/>
            <p:nvPr/>
          </p:nvSpPr>
          <p:spPr bwMode="auto">
            <a:xfrm>
              <a:off x="8516938" y="7059613"/>
              <a:ext cx="41275" cy="41275"/>
            </a:xfrm>
            <a:custGeom>
              <a:avLst/>
              <a:gdLst>
                <a:gd name="T0" fmla="*/ 2 w 5"/>
                <a:gd name="T1" fmla="*/ 5 h 5"/>
                <a:gd name="T2" fmla="*/ 0 w 5"/>
                <a:gd name="T3" fmla="*/ 2 h 5"/>
                <a:gd name="T4" fmla="*/ 3 w 5"/>
                <a:gd name="T5" fmla="*/ 0 h 5"/>
                <a:gd name="T6" fmla="*/ 5 w 5"/>
                <a:gd name="T7" fmla="*/ 3 h 5"/>
                <a:gd name="T8" fmla="*/ 2 w 5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2" y="5"/>
                  </a:move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4" name="Freeform 682"/>
            <p:cNvSpPr/>
            <p:nvPr/>
          </p:nvSpPr>
          <p:spPr bwMode="auto">
            <a:xfrm>
              <a:off x="12919076" y="5907088"/>
              <a:ext cx="41275" cy="31750"/>
            </a:xfrm>
            <a:custGeom>
              <a:avLst/>
              <a:gdLst>
                <a:gd name="T0" fmla="*/ 5 w 5"/>
                <a:gd name="T1" fmla="*/ 2 h 4"/>
                <a:gd name="T2" fmla="*/ 3 w 5"/>
                <a:gd name="T3" fmla="*/ 4 h 4"/>
                <a:gd name="T4" fmla="*/ 0 w 5"/>
                <a:gd name="T5" fmla="*/ 2 h 4"/>
                <a:gd name="T6" fmla="*/ 3 w 5"/>
                <a:gd name="T7" fmla="*/ 0 h 4"/>
                <a:gd name="T8" fmla="*/ 5 w 5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5" y="2"/>
                  </a:moveTo>
                  <a:cubicBezTo>
                    <a:pt x="5" y="3"/>
                    <a:pt x="4" y="4"/>
                    <a:pt x="3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1" y="1"/>
                    <a:pt x="1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5" name="Freeform 683"/>
            <p:cNvSpPr/>
            <p:nvPr/>
          </p:nvSpPr>
          <p:spPr bwMode="auto">
            <a:xfrm>
              <a:off x="8640763" y="5553075"/>
              <a:ext cx="33338" cy="41275"/>
            </a:xfrm>
            <a:custGeom>
              <a:avLst/>
              <a:gdLst>
                <a:gd name="T0" fmla="*/ 4 w 4"/>
                <a:gd name="T1" fmla="*/ 3 h 5"/>
                <a:gd name="T2" fmla="*/ 2 w 4"/>
                <a:gd name="T3" fmla="*/ 5 h 5"/>
                <a:gd name="T4" fmla="*/ 0 w 4"/>
                <a:gd name="T5" fmla="*/ 2 h 5"/>
                <a:gd name="T6" fmla="*/ 2 w 4"/>
                <a:gd name="T7" fmla="*/ 0 h 5"/>
                <a:gd name="T8" fmla="*/ 4 w 4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4" y="3"/>
                  </a:move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6" name="Freeform 684"/>
            <p:cNvSpPr/>
            <p:nvPr/>
          </p:nvSpPr>
          <p:spPr bwMode="auto">
            <a:xfrm>
              <a:off x="11298238" y="4284663"/>
              <a:ext cx="41275" cy="33338"/>
            </a:xfrm>
            <a:custGeom>
              <a:avLst/>
              <a:gdLst>
                <a:gd name="T0" fmla="*/ 3 w 5"/>
                <a:gd name="T1" fmla="*/ 0 h 4"/>
                <a:gd name="T2" fmla="*/ 5 w 5"/>
                <a:gd name="T3" fmla="*/ 2 h 4"/>
                <a:gd name="T4" fmla="*/ 3 w 5"/>
                <a:gd name="T5" fmla="*/ 4 h 4"/>
                <a:gd name="T6" fmla="*/ 0 w 5"/>
                <a:gd name="T7" fmla="*/ 2 h 4"/>
                <a:gd name="T8" fmla="*/ 3 w 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3" y="0"/>
                  </a:moveTo>
                  <a:cubicBezTo>
                    <a:pt x="4" y="0"/>
                    <a:pt x="5" y="1"/>
                    <a:pt x="5" y="2"/>
                  </a:cubicBezTo>
                  <a:cubicBezTo>
                    <a:pt x="5" y="3"/>
                    <a:pt x="4" y="4"/>
                    <a:pt x="3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7" name="Freeform 685"/>
            <p:cNvSpPr/>
            <p:nvPr/>
          </p:nvSpPr>
          <p:spPr bwMode="auto">
            <a:xfrm>
              <a:off x="8632826" y="7404100"/>
              <a:ext cx="41275" cy="41275"/>
            </a:xfrm>
            <a:custGeom>
              <a:avLst/>
              <a:gdLst>
                <a:gd name="T0" fmla="*/ 5 w 5"/>
                <a:gd name="T1" fmla="*/ 3 h 5"/>
                <a:gd name="T2" fmla="*/ 2 w 5"/>
                <a:gd name="T3" fmla="*/ 5 h 5"/>
                <a:gd name="T4" fmla="*/ 0 w 5"/>
                <a:gd name="T5" fmla="*/ 3 h 5"/>
                <a:gd name="T6" fmla="*/ 3 w 5"/>
                <a:gd name="T7" fmla="*/ 0 h 5"/>
                <a:gd name="T8" fmla="*/ 5 w 5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8" name="Freeform 686"/>
            <p:cNvSpPr/>
            <p:nvPr/>
          </p:nvSpPr>
          <p:spPr bwMode="auto">
            <a:xfrm>
              <a:off x="9217026" y="8220075"/>
              <a:ext cx="33338" cy="33338"/>
            </a:xfrm>
            <a:custGeom>
              <a:avLst/>
              <a:gdLst>
                <a:gd name="T0" fmla="*/ 2 w 4"/>
                <a:gd name="T1" fmla="*/ 0 h 4"/>
                <a:gd name="T2" fmla="*/ 4 w 4"/>
                <a:gd name="T3" fmla="*/ 2 h 4"/>
                <a:gd name="T4" fmla="*/ 2 w 4"/>
                <a:gd name="T5" fmla="*/ 4 h 4"/>
                <a:gd name="T6" fmla="*/ 0 w 4"/>
                <a:gd name="T7" fmla="*/ 2 h 4"/>
                <a:gd name="T8" fmla="*/ 2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cubicBezTo>
                    <a:pt x="3" y="0"/>
                    <a:pt x="4" y="1"/>
                    <a:pt x="4" y="2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9" name="Freeform 687"/>
            <p:cNvSpPr/>
            <p:nvPr/>
          </p:nvSpPr>
          <p:spPr bwMode="auto">
            <a:xfrm>
              <a:off x="12804776" y="5561013"/>
              <a:ext cx="41275" cy="33338"/>
            </a:xfrm>
            <a:custGeom>
              <a:avLst/>
              <a:gdLst>
                <a:gd name="T0" fmla="*/ 3 w 5"/>
                <a:gd name="T1" fmla="*/ 0 h 4"/>
                <a:gd name="T2" fmla="*/ 5 w 5"/>
                <a:gd name="T3" fmla="*/ 2 h 4"/>
                <a:gd name="T4" fmla="*/ 3 w 5"/>
                <a:gd name="T5" fmla="*/ 4 h 4"/>
                <a:gd name="T6" fmla="*/ 0 w 5"/>
                <a:gd name="T7" fmla="*/ 2 h 4"/>
                <a:gd name="T8" fmla="*/ 3 w 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3" y="0"/>
                  </a:moveTo>
                  <a:cubicBezTo>
                    <a:pt x="4" y="0"/>
                    <a:pt x="5" y="0"/>
                    <a:pt x="5" y="2"/>
                  </a:cubicBezTo>
                  <a:cubicBezTo>
                    <a:pt x="5" y="3"/>
                    <a:pt x="4" y="4"/>
                    <a:pt x="3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0" name="Freeform 688"/>
            <p:cNvSpPr/>
            <p:nvPr/>
          </p:nvSpPr>
          <p:spPr bwMode="auto">
            <a:xfrm>
              <a:off x="12804776" y="7413625"/>
              <a:ext cx="41275" cy="31750"/>
            </a:xfrm>
            <a:custGeom>
              <a:avLst/>
              <a:gdLst>
                <a:gd name="T0" fmla="*/ 5 w 5"/>
                <a:gd name="T1" fmla="*/ 2 h 4"/>
                <a:gd name="T2" fmla="*/ 2 w 5"/>
                <a:gd name="T3" fmla="*/ 4 h 4"/>
                <a:gd name="T4" fmla="*/ 0 w 5"/>
                <a:gd name="T5" fmla="*/ 2 h 4"/>
                <a:gd name="T6" fmla="*/ 2 w 5"/>
                <a:gd name="T7" fmla="*/ 0 h 4"/>
                <a:gd name="T8" fmla="*/ 5 w 5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5" y="2"/>
                  </a:moveTo>
                  <a:cubicBezTo>
                    <a:pt x="5" y="3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5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1" name="Freeform 689"/>
            <p:cNvSpPr/>
            <p:nvPr/>
          </p:nvSpPr>
          <p:spPr bwMode="auto">
            <a:xfrm>
              <a:off x="8526463" y="5899150"/>
              <a:ext cx="31750" cy="39688"/>
            </a:xfrm>
            <a:custGeom>
              <a:avLst/>
              <a:gdLst>
                <a:gd name="T0" fmla="*/ 4 w 4"/>
                <a:gd name="T1" fmla="*/ 3 h 5"/>
                <a:gd name="T2" fmla="*/ 2 w 4"/>
                <a:gd name="T3" fmla="*/ 5 h 5"/>
                <a:gd name="T4" fmla="*/ 0 w 4"/>
                <a:gd name="T5" fmla="*/ 3 h 5"/>
                <a:gd name="T6" fmla="*/ 2 w 4"/>
                <a:gd name="T7" fmla="*/ 0 h 5"/>
                <a:gd name="T8" fmla="*/ 4 w 4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4" y="3"/>
                  </a:moveTo>
                  <a:cubicBezTo>
                    <a:pt x="4" y="4"/>
                    <a:pt x="3" y="5"/>
                    <a:pt x="2" y="5"/>
                  </a:cubicBezTo>
                  <a:cubicBezTo>
                    <a:pt x="0" y="5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2"/>
                    <a:pt x="4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2" name="Freeform 690"/>
            <p:cNvSpPr/>
            <p:nvPr/>
          </p:nvSpPr>
          <p:spPr bwMode="auto">
            <a:xfrm>
              <a:off x="10147301" y="4276725"/>
              <a:ext cx="31750" cy="41275"/>
            </a:xfrm>
            <a:custGeom>
              <a:avLst/>
              <a:gdLst>
                <a:gd name="T0" fmla="*/ 4 w 4"/>
                <a:gd name="T1" fmla="*/ 3 h 5"/>
                <a:gd name="T2" fmla="*/ 2 w 4"/>
                <a:gd name="T3" fmla="*/ 5 h 5"/>
                <a:gd name="T4" fmla="*/ 0 w 4"/>
                <a:gd name="T5" fmla="*/ 3 h 5"/>
                <a:gd name="T6" fmla="*/ 2 w 4"/>
                <a:gd name="T7" fmla="*/ 0 h 5"/>
                <a:gd name="T8" fmla="*/ 4 w 4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4" y="3"/>
                  </a:moveTo>
                  <a:cubicBezTo>
                    <a:pt x="4" y="4"/>
                    <a:pt x="3" y="5"/>
                    <a:pt x="2" y="5"/>
                  </a:cubicBezTo>
                  <a:cubicBezTo>
                    <a:pt x="0" y="5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3" name="Oval 691"/>
            <p:cNvSpPr>
              <a:spLocks noChangeArrowheads="1"/>
            </p:cNvSpPr>
            <p:nvPr/>
          </p:nvSpPr>
          <p:spPr bwMode="auto">
            <a:xfrm>
              <a:off x="8986838" y="7989888"/>
              <a:ext cx="33338" cy="317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4" name="Freeform 692"/>
            <p:cNvSpPr/>
            <p:nvPr/>
          </p:nvSpPr>
          <p:spPr bwMode="auto">
            <a:xfrm>
              <a:off x="12342813" y="8104188"/>
              <a:ext cx="33338" cy="41275"/>
            </a:xfrm>
            <a:custGeom>
              <a:avLst/>
              <a:gdLst>
                <a:gd name="T0" fmla="*/ 2 w 4"/>
                <a:gd name="T1" fmla="*/ 5 h 5"/>
                <a:gd name="T2" fmla="*/ 0 w 4"/>
                <a:gd name="T3" fmla="*/ 3 h 5"/>
                <a:gd name="T4" fmla="*/ 2 w 4"/>
                <a:gd name="T5" fmla="*/ 0 h 5"/>
                <a:gd name="T6" fmla="*/ 4 w 4"/>
                <a:gd name="T7" fmla="*/ 2 h 5"/>
                <a:gd name="T8" fmla="*/ 2 w 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4"/>
                    <a:pt x="3" y="5"/>
                    <a:pt x="2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5" name="Oval 693"/>
            <p:cNvSpPr>
              <a:spLocks noChangeArrowheads="1"/>
            </p:cNvSpPr>
            <p:nvPr/>
          </p:nvSpPr>
          <p:spPr bwMode="auto">
            <a:xfrm>
              <a:off x="11652251" y="4400550"/>
              <a:ext cx="33338" cy="317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6" name="Freeform 694"/>
            <p:cNvSpPr/>
            <p:nvPr/>
          </p:nvSpPr>
          <p:spPr bwMode="auto">
            <a:xfrm>
              <a:off x="12342813" y="4860925"/>
              <a:ext cx="33338" cy="41275"/>
            </a:xfrm>
            <a:custGeom>
              <a:avLst/>
              <a:gdLst>
                <a:gd name="T0" fmla="*/ 2 w 4"/>
                <a:gd name="T1" fmla="*/ 0 h 5"/>
                <a:gd name="T2" fmla="*/ 4 w 4"/>
                <a:gd name="T3" fmla="*/ 2 h 5"/>
                <a:gd name="T4" fmla="*/ 2 w 4"/>
                <a:gd name="T5" fmla="*/ 4 h 5"/>
                <a:gd name="T6" fmla="*/ 0 w 4"/>
                <a:gd name="T7" fmla="*/ 2 h 5"/>
                <a:gd name="T8" fmla="*/ 2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4" y="0"/>
                    <a:pt x="4" y="1"/>
                    <a:pt x="4" y="2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7" name="Freeform 695"/>
            <p:cNvSpPr/>
            <p:nvPr/>
          </p:nvSpPr>
          <p:spPr bwMode="auto">
            <a:xfrm>
              <a:off x="12228513" y="8220075"/>
              <a:ext cx="33338" cy="41275"/>
            </a:xfrm>
            <a:custGeom>
              <a:avLst/>
              <a:gdLst>
                <a:gd name="T0" fmla="*/ 4 w 4"/>
                <a:gd name="T1" fmla="*/ 3 h 5"/>
                <a:gd name="T2" fmla="*/ 2 w 4"/>
                <a:gd name="T3" fmla="*/ 5 h 5"/>
                <a:gd name="T4" fmla="*/ 0 w 4"/>
                <a:gd name="T5" fmla="*/ 2 h 5"/>
                <a:gd name="T6" fmla="*/ 2 w 4"/>
                <a:gd name="T7" fmla="*/ 0 h 5"/>
                <a:gd name="T8" fmla="*/ 4 w 4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4" y="3"/>
                  </a:move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" name="Oval 697"/>
            <p:cNvSpPr>
              <a:spLocks noChangeArrowheads="1"/>
            </p:cNvSpPr>
            <p:nvPr/>
          </p:nvSpPr>
          <p:spPr bwMode="auto">
            <a:xfrm>
              <a:off x="9793288" y="4400550"/>
              <a:ext cx="41275" cy="31750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" name="Oval 698"/>
            <p:cNvSpPr>
              <a:spLocks noChangeArrowheads="1"/>
            </p:cNvSpPr>
            <p:nvPr/>
          </p:nvSpPr>
          <p:spPr bwMode="auto">
            <a:xfrm>
              <a:off x="9101138" y="8104188"/>
              <a:ext cx="33338" cy="33338"/>
            </a:xfrm>
            <a:prstGeom prst="ellipse">
              <a:avLst/>
            </a:pr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" name="Freeform 699"/>
            <p:cNvSpPr/>
            <p:nvPr/>
          </p:nvSpPr>
          <p:spPr bwMode="auto">
            <a:xfrm>
              <a:off x="12458700" y="7989888"/>
              <a:ext cx="33338" cy="41275"/>
            </a:xfrm>
            <a:custGeom>
              <a:avLst/>
              <a:gdLst>
                <a:gd name="T0" fmla="*/ 2 w 4"/>
                <a:gd name="T1" fmla="*/ 0 h 5"/>
                <a:gd name="T2" fmla="*/ 4 w 4"/>
                <a:gd name="T3" fmla="*/ 2 h 5"/>
                <a:gd name="T4" fmla="*/ 2 w 4"/>
                <a:gd name="T5" fmla="*/ 5 h 5"/>
                <a:gd name="T6" fmla="*/ 0 w 4"/>
                <a:gd name="T7" fmla="*/ 2 h 5"/>
                <a:gd name="T8" fmla="*/ 2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3" y="0"/>
                    <a:pt x="4" y="1"/>
                    <a:pt x="4" y="2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" name="Freeform 700"/>
            <p:cNvSpPr/>
            <p:nvPr/>
          </p:nvSpPr>
          <p:spPr bwMode="auto">
            <a:xfrm>
              <a:off x="9101138" y="4860925"/>
              <a:ext cx="41275" cy="33338"/>
            </a:xfrm>
            <a:custGeom>
              <a:avLst/>
              <a:gdLst>
                <a:gd name="T0" fmla="*/ 5 w 5"/>
                <a:gd name="T1" fmla="*/ 2 h 4"/>
                <a:gd name="T2" fmla="*/ 2 w 5"/>
                <a:gd name="T3" fmla="*/ 4 h 4"/>
                <a:gd name="T4" fmla="*/ 0 w 5"/>
                <a:gd name="T5" fmla="*/ 2 h 4"/>
                <a:gd name="T6" fmla="*/ 2 w 5"/>
                <a:gd name="T7" fmla="*/ 0 h 4"/>
                <a:gd name="T8" fmla="*/ 5 w 5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5" y="2"/>
                  </a:move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" name="Freeform 701"/>
            <p:cNvSpPr/>
            <p:nvPr/>
          </p:nvSpPr>
          <p:spPr bwMode="auto">
            <a:xfrm>
              <a:off x="8986838" y="4976813"/>
              <a:ext cx="33338" cy="31750"/>
            </a:xfrm>
            <a:custGeom>
              <a:avLst/>
              <a:gdLst>
                <a:gd name="T0" fmla="*/ 4 w 4"/>
                <a:gd name="T1" fmla="*/ 3 h 4"/>
                <a:gd name="T2" fmla="*/ 2 w 4"/>
                <a:gd name="T3" fmla="*/ 4 h 4"/>
                <a:gd name="T4" fmla="*/ 0 w 4"/>
                <a:gd name="T5" fmla="*/ 2 h 4"/>
                <a:gd name="T6" fmla="*/ 2 w 4"/>
                <a:gd name="T7" fmla="*/ 0 h 4"/>
                <a:gd name="T8" fmla="*/ 4 w 4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4" y="3"/>
                  </a:move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" name="Freeform 702"/>
            <p:cNvSpPr/>
            <p:nvPr/>
          </p:nvSpPr>
          <p:spPr bwMode="auto">
            <a:xfrm>
              <a:off x="12228513" y="4746625"/>
              <a:ext cx="41275" cy="31750"/>
            </a:xfrm>
            <a:custGeom>
              <a:avLst/>
              <a:gdLst>
                <a:gd name="T0" fmla="*/ 5 w 5"/>
                <a:gd name="T1" fmla="*/ 2 h 4"/>
                <a:gd name="T2" fmla="*/ 2 w 5"/>
                <a:gd name="T3" fmla="*/ 4 h 4"/>
                <a:gd name="T4" fmla="*/ 0 w 5"/>
                <a:gd name="T5" fmla="*/ 2 h 4"/>
                <a:gd name="T6" fmla="*/ 2 w 5"/>
                <a:gd name="T7" fmla="*/ 0 h 4"/>
                <a:gd name="T8" fmla="*/ 5 w 5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5" y="2"/>
                  </a:move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1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" name="Freeform 703"/>
            <p:cNvSpPr/>
            <p:nvPr/>
          </p:nvSpPr>
          <p:spPr bwMode="auto">
            <a:xfrm>
              <a:off x="9217025" y="4746625"/>
              <a:ext cx="41275" cy="31750"/>
            </a:xfrm>
            <a:custGeom>
              <a:avLst/>
              <a:gdLst>
                <a:gd name="T0" fmla="*/ 5 w 5"/>
                <a:gd name="T1" fmla="*/ 2 h 4"/>
                <a:gd name="T2" fmla="*/ 2 w 5"/>
                <a:gd name="T3" fmla="*/ 4 h 4"/>
                <a:gd name="T4" fmla="*/ 0 w 5"/>
                <a:gd name="T5" fmla="*/ 2 h 4"/>
                <a:gd name="T6" fmla="*/ 2 w 5"/>
                <a:gd name="T7" fmla="*/ 0 h 4"/>
                <a:gd name="T8" fmla="*/ 5 w 5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5" y="2"/>
                  </a:move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1" name="Freeform 704"/>
            <p:cNvSpPr/>
            <p:nvPr/>
          </p:nvSpPr>
          <p:spPr bwMode="auto">
            <a:xfrm>
              <a:off x="12574588" y="7874000"/>
              <a:ext cx="39688" cy="41275"/>
            </a:xfrm>
            <a:custGeom>
              <a:avLst/>
              <a:gdLst>
                <a:gd name="T0" fmla="*/ 5 w 5"/>
                <a:gd name="T1" fmla="*/ 2 h 5"/>
                <a:gd name="T2" fmla="*/ 2 w 5"/>
                <a:gd name="T3" fmla="*/ 4 h 5"/>
                <a:gd name="T4" fmla="*/ 0 w 5"/>
                <a:gd name="T5" fmla="*/ 2 h 5"/>
                <a:gd name="T6" fmla="*/ 2 w 5"/>
                <a:gd name="T7" fmla="*/ 0 h 5"/>
                <a:gd name="T8" fmla="*/ 5 w 5"/>
                <a:gd name="T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5" y="2"/>
                  </a:moveTo>
                  <a:cubicBezTo>
                    <a:pt x="4" y="3"/>
                    <a:pt x="3" y="4"/>
                    <a:pt x="2" y="4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2" name="Freeform 705"/>
            <p:cNvSpPr/>
            <p:nvPr/>
          </p:nvSpPr>
          <p:spPr bwMode="auto">
            <a:xfrm>
              <a:off x="9332913" y="8334375"/>
              <a:ext cx="39688" cy="33338"/>
            </a:xfrm>
            <a:custGeom>
              <a:avLst/>
              <a:gdLst>
                <a:gd name="T0" fmla="*/ 5 w 5"/>
                <a:gd name="T1" fmla="*/ 2 h 4"/>
                <a:gd name="T2" fmla="*/ 2 w 5"/>
                <a:gd name="T3" fmla="*/ 4 h 4"/>
                <a:gd name="T4" fmla="*/ 0 w 5"/>
                <a:gd name="T5" fmla="*/ 2 h 4"/>
                <a:gd name="T6" fmla="*/ 2 w 5"/>
                <a:gd name="T7" fmla="*/ 0 h 4"/>
                <a:gd name="T8" fmla="*/ 5 w 5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5" y="2"/>
                  </a:move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1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Freeform 706"/>
            <p:cNvSpPr/>
            <p:nvPr/>
          </p:nvSpPr>
          <p:spPr bwMode="auto">
            <a:xfrm>
              <a:off x="12112625" y="8334375"/>
              <a:ext cx="33338" cy="41275"/>
            </a:xfrm>
            <a:custGeom>
              <a:avLst/>
              <a:gdLst>
                <a:gd name="T0" fmla="*/ 4 w 4"/>
                <a:gd name="T1" fmla="*/ 2 h 5"/>
                <a:gd name="T2" fmla="*/ 2 w 4"/>
                <a:gd name="T3" fmla="*/ 5 h 5"/>
                <a:gd name="T4" fmla="*/ 0 w 4"/>
                <a:gd name="T5" fmla="*/ 3 h 5"/>
                <a:gd name="T6" fmla="*/ 2 w 4"/>
                <a:gd name="T7" fmla="*/ 1 h 5"/>
                <a:gd name="T8" fmla="*/ 4 w 4"/>
                <a:gd name="T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2"/>
                    <a:pt x="1" y="0"/>
                    <a:pt x="2" y="1"/>
                  </a:cubicBezTo>
                  <a:cubicBezTo>
                    <a:pt x="3" y="1"/>
                    <a:pt x="3" y="2"/>
                    <a:pt x="4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4" name="Freeform 707"/>
            <p:cNvSpPr/>
            <p:nvPr/>
          </p:nvSpPr>
          <p:spPr bwMode="auto">
            <a:xfrm>
              <a:off x="12458700" y="4976813"/>
              <a:ext cx="41275" cy="31750"/>
            </a:xfrm>
            <a:custGeom>
              <a:avLst/>
              <a:gdLst>
                <a:gd name="T0" fmla="*/ 3 w 5"/>
                <a:gd name="T1" fmla="*/ 4 h 4"/>
                <a:gd name="T2" fmla="*/ 0 w 5"/>
                <a:gd name="T3" fmla="*/ 2 h 4"/>
                <a:gd name="T4" fmla="*/ 2 w 5"/>
                <a:gd name="T5" fmla="*/ 0 h 4"/>
                <a:gd name="T6" fmla="*/ 4 w 5"/>
                <a:gd name="T7" fmla="*/ 3 h 4"/>
                <a:gd name="T8" fmla="*/ 3 w 5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3" y="4"/>
                  </a:move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2"/>
                    <a:pt x="4" y="3"/>
                  </a:cubicBezTo>
                  <a:cubicBezTo>
                    <a:pt x="4" y="3"/>
                    <a:pt x="3" y="4"/>
                    <a:pt x="3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5" name="Freeform 708"/>
            <p:cNvSpPr/>
            <p:nvPr/>
          </p:nvSpPr>
          <p:spPr bwMode="auto">
            <a:xfrm>
              <a:off x="10721975" y="8796338"/>
              <a:ext cx="41275" cy="41275"/>
            </a:xfrm>
            <a:custGeom>
              <a:avLst/>
              <a:gdLst>
                <a:gd name="T0" fmla="*/ 5 w 5"/>
                <a:gd name="T1" fmla="*/ 3 h 5"/>
                <a:gd name="T2" fmla="*/ 2 w 5"/>
                <a:gd name="T3" fmla="*/ 4 h 5"/>
                <a:gd name="T4" fmla="*/ 0 w 5"/>
                <a:gd name="T5" fmla="*/ 2 h 5"/>
                <a:gd name="T6" fmla="*/ 2 w 5"/>
                <a:gd name="T7" fmla="*/ 1 h 5"/>
                <a:gd name="T8" fmla="*/ 5 w 5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4" y="4"/>
                    <a:pt x="3" y="4"/>
                    <a:pt x="2" y="4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2" y="1"/>
                  </a:cubicBezTo>
                  <a:cubicBezTo>
                    <a:pt x="3" y="1"/>
                    <a:pt x="4" y="2"/>
                    <a:pt x="5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6" name="Freeform 709"/>
            <p:cNvSpPr/>
            <p:nvPr/>
          </p:nvSpPr>
          <p:spPr bwMode="auto">
            <a:xfrm>
              <a:off x="10953750" y="8804275"/>
              <a:ext cx="31750" cy="33338"/>
            </a:xfrm>
            <a:custGeom>
              <a:avLst/>
              <a:gdLst>
                <a:gd name="T0" fmla="*/ 4 w 4"/>
                <a:gd name="T1" fmla="*/ 2 h 4"/>
                <a:gd name="T2" fmla="*/ 2 w 4"/>
                <a:gd name="T3" fmla="*/ 4 h 4"/>
                <a:gd name="T4" fmla="*/ 0 w 4"/>
                <a:gd name="T5" fmla="*/ 2 h 4"/>
                <a:gd name="T6" fmla="*/ 2 w 4"/>
                <a:gd name="T7" fmla="*/ 0 h 4"/>
                <a:gd name="T8" fmla="*/ 4 w 4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4" y="3"/>
                    <a:pt x="3" y="4"/>
                    <a:pt x="2" y="4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7" name="Freeform 710"/>
            <p:cNvSpPr/>
            <p:nvPr/>
          </p:nvSpPr>
          <p:spPr bwMode="auto">
            <a:xfrm>
              <a:off x="10491788" y="8804275"/>
              <a:ext cx="33338" cy="25400"/>
            </a:xfrm>
            <a:custGeom>
              <a:avLst/>
              <a:gdLst>
                <a:gd name="T0" fmla="*/ 1 w 4"/>
                <a:gd name="T1" fmla="*/ 3 h 3"/>
                <a:gd name="T2" fmla="*/ 0 w 4"/>
                <a:gd name="T3" fmla="*/ 1 h 3"/>
                <a:gd name="T4" fmla="*/ 2 w 4"/>
                <a:gd name="T5" fmla="*/ 0 h 3"/>
                <a:gd name="T6" fmla="*/ 4 w 4"/>
                <a:gd name="T7" fmla="*/ 1 h 3"/>
                <a:gd name="T8" fmla="*/ 1 w 4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1" y="3"/>
                  </a:moveTo>
                  <a:cubicBezTo>
                    <a:pt x="1" y="3"/>
                    <a:pt x="0" y="2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4" y="0"/>
                    <a:pt x="4" y="1"/>
                  </a:cubicBezTo>
                  <a:cubicBezTo>
                    <a:pt x="4" y="3"/>
                    <a:pt x="3" y="3"/>
                    <a:pt x="1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8" name="Freeform 711"/>
            <p:cNvSpPr/>
            <p:nvPr/>
          </p:nvSpPr>
          <p:spPr bwMode="auto">
            <a:xfrm>
              <a:off x="8870950" y="7874000"/>
              <a:ext cx="33338" cy="33338"/>
            </a:xfrm>
            <a:custGeom>
              <a:avLst/>
              <a:gdLst>
                <a:gd name="T0" fmla="*/ 1 w 4"/>
                <a:gd name="T1" fmla="*/ 4 h 4"/>
                <a:gd name="T2" fmla="*/ 0 w 4"/>
                <a:gd name="T3" fmla="*/ 2 h 4"/>
                <a:gd name="T4" fmla="*/ 2 w 4"/>
                <a:gd name="T5" fmla="*/ 0 h 4"/>
                <a:gd name="T6" fmla="*/ 4 w 4"/>
                <a:gd name="T7" fmla="*/ 2 h 4"/>
                <a:gd name="T8" fmla="*/ 1 w 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1" y="4"/>
                  </a:move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3"/>
                    <a:pt x="3" y="4"/>
                    <a:pt x="1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9" name="Freeform 712"/>
            <p:cNvSpPr/>
            <p:nvPr/>
          </p:nvSpPr>
          <p:spPr bwMode="auto">
            <a:xfrm>
              <a:off x="12112625" y="4630738"/>
              <a:ext cx="33338" cy="33338"/>
            </a:xfrm>
            <a:custGeom>
              <a:avLst/>
              <a:gdLst>
                <a:gd name="T0" fmla="*/ 3 w 4"/>
                <a:gd name="T1" fmla="*/ 0 h 4"/>
                <a:gd name="T2" fmla="*/ 4 w 4"/>
                <a:gd name="T3" fmla="*/ 2 h 4"/>
                <a:gd name="T4" fmla="*/ 2 w 4"/>
                <a:gd name="T5" fmla="*/ 4 h 4"/>
                <a:gd name="T6" fmla="*/ 0 w 4"/>
                <a:gd name="T7" fmla="*/ 2 h 4"/>
                <a:gd name="T8" fmla="*/ 3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3" y="1"/>
                    <a:pt x="4" y="1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0" name="Freeform 713"/>
            <p:cNvSpPr/>
            <p:nvPr/>
          </p:nvSpPr>
          <p:spPr bwMode="auto">
            <a:xfrm>
              <a:off x="12574588" y="5091113"/>
              <a:ext cx="39688" cy="41275"/>
            </a:xfrm>
            <a:custGeom>
              <a:avLst/>
              <a:gdLst>
                <a:gd name="T0" fmla="*/ 5 w 5"/>
                <a:gd name="T1" fmla="*/ 2 h 5"/>
                <a:gd name="T2" fmla="*/ 3 w 5"/>
                <a:gd name="T3" fmla="*/ 4 h 5"/>
                <a:gd name="T4" fmla="*/ 1 w 5"/>
                <a:gd name="T5" fmla="*/ 3 h 5"/>
                <a:gd name="T6" fmla="*/ 2 w 5"/>
                <a:gd name="T7" fmla="*/ 1 h 5"/>
                <a:gd name="T8" fmla="*/ 5 w 5"/>
                <a:gd name="T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5" y="2"/>
                  </a:moveTo>
                  <a:cubicBezTo>
                    <a:pt x="4" y="3"/>
                    <a:pt x="3" y="4"/>
                    <a:pt x="3" y="4"/>
                  </a:cubicBezTo>
                  <a:cubicBezTo>
                    <a:pt x="2" y="5"/>
                    <a:pt x="1" y="4"/>
                    <a:pt x="1" y="3"/>
                  </a:cubicBezTo>
                  <a:cubicBezTo>
                    <a:pt x="0" y="2"/>
                    <a:pt x="1" y="0"/>
                    <a:pt x="2" y="1"/>
                  </a:cubicBezTo>
                  <a:cubicBezTo>
                    <a:pt x="3" y="1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1" name="Freeform 714"/>
            <p:cNvSpPr/>
            <p:nvPr/>
          </p:nvSpPr>
          <p:spPr bwMode="auto">
            <a:xfrm>
              <a:off x="8870950" y="5091113"/>
              <a:ext cx="41275" cy="33338"/>
            </a:xfrm>
            <a:custGeom>
              <a:avLst/>
              <a:gdLst>
                <a:gd name="T0" fmla="*/ 5 w 5"/>
                <a:gd name="T1" fmla="*/ 2 h 4"/>
                <a:gd name="T2" fmla="*/ 2 w 5"/>
                <a:gd name="T3" fmla="*/ 4 h 4"/>
                <a:gd name="T4" fmla="*/ 0 w 5"/>
                <a:gd name="T5" fmla="*/ 2 h 4"/>
                <a:gd name="T6" fmla="*/ 2 w 5"/>
                <a:gd name="T7" fmla="*/ 0 h 4"/>
                <a:gd name="T8" fmla="*/ 5 w 5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5" y="2"/>
                  </a:move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3" y="1"/>
                    <a:pt x="5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2" name="Freeform 715"/>
            <p:cNvSpPr/>
            <p:nvPr/>
          </p:nvSpPr>
          <p:spPr bwMode="auto">
            <a:xfrm>
              <a:off x="8410575" y="6483350"/>
              <a:ext cx="33338" cy="31750"/>
            </a:xfrm>
            <a:custGeom>
              <a:avLst/>
              <a:gdLst>
                <a:gd name="T0" fmla="*/ 2 w 4"/>
                <a:gd name="T1" fmla="*/ 0 h 4"/>
                <a:gd name="T2" fmla="*/ 4 w 4"/>
                <a:gd name="T3" fmla="*/ 2 h 4"/>
                <a:gd name="T4" fmla="*/ 2 w 4"/>
                <a:gd name="T5" fmla="*/ 4 h 4"/>
                <a:gd name="T6" fmla="*/ 0 w 4"/>
                <a:gd name="T7" fmla="*/ 2 h 4"/>
                <a:gd name="T8" fmla="*/ 2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cubicBezTo>
                    <a:pt x="3" y="1"/>
                    <a:pt x="3" y="1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3" name="Freeform 716"/>
            <p:cNvSpPr/>
            <p:nvPr/>
          </p:nvSpPr>
          <p:spPr bwMode="auto">
            <a:xfrm>
              <a:off x="13034963" y="6483350"/>
              <a:ext cx="33338" cy="31750"/>
            </a:xfrm>
            <a:custGeom>
              <a:avLst/>
              <a:gdLst>
                <a:gd name="T0" fmla="*/ 4 w 4"/>
                <a:gd name="T1" fmla="*/ 3 h 4"/>
                <a:gd name="T2" fmla="*/ 2 w 4"/>
                <a:gd name="T3" fmla="*/ 4 h 4"/>
                <a:gd name="T4" fmla="*/ 1 w 4"/>
                <a:gd name="T5" fmla="*/ 2 h 4"/>
                <a:gd name="T6" fmla="*/ 2 w 4"/>
                <a:gd name="T7" fmla="*/ 1 h 4"/>
                <a:gd name="T8" fmla="*/ 4 w 4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4" y="3"/>
                  </a:move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3" y="0"/>
                    <a:pt x="4" y="1"/>
                    <a:pt x="4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4" name="Freeform 717"/>
            <p:cNvSpPr/>
            <p:nvPr/>
          </p:nvSpPr>
          <p:spPr bwMode="auto">
            <a:xfrm>
              <a:off x="9340850" y="4630738"/>
              <a:ext cx="31750" cy="33338"/>
            </a:xfrm>
            <a:custGeom>
              <a:avLst/>
              <a:gdLst>
                <a:gd name="T0" fmla="*/ 4 w 4"/>
                <a:gd name="T1" fmla="*/ 2 h 4"/>
                <a:gd name="T2" fmla="*/ 1 w 4"/>
                <a:gd name="T3" fmla="*/ 4 h 4"/>
                <a:gd name="T4" fmla="*/ 0 w 4"/>
                <a:gd name="T5" fmla="*/ 2 h 4"/>
                <a:gd name="T6" fmla="*/ 1 w 4"/>
                <a:gd name="T7" fmla="*/ 0 h 4"/>
                <a:gd name="T8" fmla="*/ 4 w 4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3" y="3"/>
                    <a:pt x="2" y="3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2" y="0"/>
                    <a:pt x="3" y="1"/>
                    <a:pt x="4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5" name="Freeform 718"/>
            <p:cNvSpPr/>
            <p:nvPr/>
          </p:nvSpPr>
          <p:spPr bwMode="auto">
            <a:xfrm>
              <a:off x="8410575" y="6251575"/>
              <a:ext cx="33338" cy="33338"/>
            </a:xfrm>
            <a:custGeom>
              <a:avLst/>
              <a:gdLst>
                <a:gd name="T0" fmla="*/ 2 w 4"/>
                <a:gd name="T1" fmla="*/ 4 h 4"/>
                <a:gd name="T2" fmla="*/ 0 w 4"/>
                <a:gd name="T3" fmla="*/ 2 h 4"/>
                <a:gd name="T4" fmla="*/ 2 w 4"/>
                <a:gd name="T5" fmla="*/ 0 h 4"/>
                <a:gd name="T6" fmla="*/ 4 w 4"/>
                <a:gd name="T7" fmla="*/ 2 h 4"/>
                <a:gd name="T8" fmla="*/ 2 w 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2" y="4"/>
                  </a:move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3" y="3"/>
                    <a:pt x="3" y="3"/>
                    <a:pt x="2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6" name="Freeform 719"/>
            <p:cNvSpPr/>
            <p:nvPr/>
          </p:nvSpPr>
          <p:spPr bwMode="auto">
            <a:xfrm>
              <a:off x="8410575" y="6713538"/>
              <a:ext cx="25400" cy="33338"/>
            </a:xfrm>
            <a:custGeom>
              <a:avLst/>
              <a:gdLst>
                <a:gd name="T0" fmla="*/ 2 w 3"/>
                <a:gd name="T1" fmla="*/ 0 h 4"/>
                <a:gd name="T2" fmla="*/ 3 w 3"/>
                <a:gd name="T3" fmla="*/ 2 h 4"/>
                <a:gd name="T4" fmla="*/ 1 w 3"/>
                <a:gd name="T5" fmla="*/ 4 h 4"/>
                <a:gd name="T6" fmla="*/ 0 w 3"/>
                <a:gd name="T7" fmla="*/ 2 h 4"/>
                <a:gd name="T8" fmla="*/ 2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2" y="1"/>
                    <a:pt x="3" y="2"/>
                    <a:pt x="3" y="2"/>
                  </a:cubicBezTo>
                  <a:cubicBezTo>
                    <a:pt x="3" y="3"/>
                    <a:pt x="2" y="4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7" name="Freeform 720"/>
            <p:cNvSpPr/>
            <p:nvPr/>
          </p:nvSpPr>
          <p:spPr bwMode="auto">
            <a:xfrm>
              <a:off x="13042900" y="6251575"/>
              <a:ext cx="33338" cy="41275"/>
            </a:xfrm>
            <a:custGeom>
              <a:avLst/>
              <a:gdLst>
                <a:gd name="T0" fmla="*/ 2 w 4"/>
                <a:gd name="T1" fmla="*/ 5 h 5"/>
                <a:gd name="T2" fmla="*/ 0 w 4"/>
                <a:gd name="T3" fmla="*/ 2 h 5"/>
                <a:gd name="T4" fmla="*/ 2 w 4"/>
                <a:gd name="T5" fmla="*/ 1 h 5"/>
                <a:gd name="T6" fmla="*/ 4 w 4"/>
                <a:gd name="T7" fmla="*/ 2 h 5"/>
                <a:gd name="T8" fmla="*/ 2 w 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3" y="3"/>
                    <a:pt x="3" y="4"/>
                    <a:pt x="2" y="5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8" name="Freeform 721"/>
            <p:cNvSpPr/>
            <p:nvPr/>
          </p:nvSpPr>
          <p:spPr bwMode="auto">
            <a:xfrm>
              <a:off x="13042900" y="6713538"/>
              <a:ext cx="25400" cy="33338"/>
            </a:xfrm>
            <a:custGeom>
              <a:avLst/>
              <a:gdLst>
                <a:gd name="T0" fmla="*/ 2 w 3"/>
                <a:gd name="T1" fmla="*/ 0 h 4"/>
                <a:gd name="T2" fmla="*/ 3 w 3"/>
                <a:gd name="T3" fmla="*/ 3 h 4"/>
                <a:gd name="T4" fmla="*/ 1 w 3"/>
                <a:gd name="T5" fmla="*/ 4 h 4"/>
                <a:gd name="T6" fmla="*/ 0 w 3"/>
                <a:gd name="T7" fmla="*/ 2 h 4"/>
                <a:gd name="T8" fmla="*/ 2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2" y="1"/>
                    <a:pt x="3" y="2"/>
                    <a:pt x="3" y="3"/>
                  </a:cubicBezTo>
                  <a:cubicBezTo>
                    <a:pt x="3" y="4"/>
                    <a:pt x="3" y="4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2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9" name="Freeform 722"/>
            <p:cNvSpPr/>
            <p:nvPr/>
          </p:nvSpPr>
          <p:spPr bwMode="auto">
            <a:xfrm>
              <a:off x="10721975" y="4170363"/>
              <a:ext cx="41275" cy="31750"/>
            </a:xfrm>
            <a:custGeom>
              <a:avLst/>
              <a:gdLst>
                <a:gd name="T0" fmla="*/ 5 w 5"/>
                <a:gd name="T1" fmla="*/ 2 h 4"/>
                <a:gd name="T2" fmla="*/ 2 w 5"/>
                <a:gd name="T3" fmla="*/ 4 h 4"/>
                <a:gd name="T4" fmla="*/ 1 w 5"/>
                <a:gd name="T5" fmla="*/ 2 h 4"/>
                <a:gd name="T6" fmla="*/ 2 w 5"/>
                <a:gd name="T7" fmla="*/ 0 h 4"/>
                <a:gd name="T8" fmla="*/ 5 w 5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5" y="2"/>
                  </a:moveTo>
                  <a:cubicBezTo>
                    <a:pt x="4" y="3"/>
                    <a:pt x="3" y="3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ubicBezTo>
                    <a:pt x="1" y="1"/>
                    <a:pt x="1" y="0"/>
                    <a:pt x="2" y="0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0" name="Freeform 723"/>
            <p:cNvSpPr/>
            <p:nvPr/>
          </p:nvSpPr>
          <p:spPr bwMode="auto">
            <a:xfrm>
              <a:off x="10961688" y="4170363"/>
              <a:ext cx="31750" cy="31750"/>
            </a:xfrm>
            <a:custGeom>
              <a:avLst/>
              <a:gdLst>
                <a:gd name="T0" fmla="*/ 4 w 4"/>
                <a:gd name="T1" fmla="*/ 2 h 4"/>
                <a:gd name="T2" fmla="*/ 1 w 4"/>
                <a:gd name="T3" fmla="*/ 4 h 4"/>
                <a:gd name="T4" fmla="*/ 0 w 4"/>
                <a:gd name="T5" fmla="*/ 2 h 4"/>
                <a:gd name="T6" fmla="*/ 2 w 4"/>
                <a:gd name="T7" fmla="*/ 0 h 4"/>
                <a:gd name="T8" fmla="*/ 4 w 4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3" y="3"/>
                    <a:pt x="2" y="3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" y="0"/>
                    <a:pt x="3" y="1"/>
                    <a:pt x="4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1" name="Freeform 724"/>
            <p:cNvSpPr/>
            <p:nvPr/>
          </p:nvSpPr>
          <p:spPr bwMode="auto">
            <a:xfrm>
              <a:off x="9917113" y="8688388"/>
              <a:ext cx="31750" cy="25400"/>
            </a:xfrm>
            <a:custGeom>
              <a:avLst/>
              <a:gdLst>
                <a:gd name="T0" fmla="*/ 4 w 4"/>
                <a:gd name="T1" fmla="*/ 2 h 3"/>
                <a:gd name="T2" fmla="*/ 1 w 4"/>
                <a:gd name="T3" fmla="*/ 3 h 3"/>
                <a:gd name="T4" fmla="*/ 0 w 4"/>
                <a:gd name="T5" fmla="*/ 2 h 3"/>
                <a:gd name="T6" fmla="*/ 1 w 4"/>
                <a:gd name="T7" fmla="*/ 0 h 3"/>
                <a:gd name="T8" fmla="*/ 4 w 4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2"/>
                  </a:moveTo>
                  <a:cubicBezTo>
                    <a:pt x="3" y="2"/>
                    <a:pt x="2" y="3"/>
                    <a:pt x="1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2" y="0"/>
                    <a:pt x="3" y="1"/>
                    <a:pt x="4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2" name="Freeform 725"/>
            <p:cNvSpPr/>
            <p:nvPr/>
          </p:nvSpPr>
          <p:spPr bwMode="auto">
            <a:xfrm>
              <a:off x="10491788" y="4160838"/>
              <a:ext cx="33338" cy="33338"/>
            </a:xfrm>
            <a:custGeom>
              <a:avLst/>
              <a:gdLst>
                <a:gd name="T0" fmla="*/ 2 w 4"/>
                <a:gd name="T1" fmla="*/ 0 h 4"/>
                <a:gd name="T2" fmla="*/ 4 w 4"/>
                <a:gd name="T3" fmla="*/ 2 h 4"/>
                <a:gd name="T4" fmla="*/ 2 w 4"/>
                <a:gd name="T5" fmla="*/ 4 h 4"/>
                <a:gd name="T6" fmla="*/ 1 w 4"/>
                <a:gd name="T7" fmla="*/ 2 h 4"/>
                <a:gd name="T8" fmla="*/ 2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cubicBezTo>
                    <a:pt x="3" y="1"/>
                    <a:pt x="4" y="2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ubicBezTo>
                    <a:pt x="1" y="2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3" name="Freeform 726"/>
            <p:cNvSpPr/>
            <p:nvPr/>
          </p:nvSpPr>
          <p:spPr bwMode="auto">
            <a:xfrm>
              <a:off x="12688888" y="7758113"/>
              <a:ext cx="33338" cy="33338"/>
            </a:xfrm>
            <a:custGeom>
              <a:avLst/>
              <a:gdLst>
                <a:gd name="T0" fmla="*/ 3 w 4"/>
                <a:gd name="T1" fmla="*/ 0 h 4"/>
                <a:gd name="T2" fmla="*/ 4 w 4"/>
                <a:gd name="T3" fmla="*/ 2 h 4"/>
                <a:gd name="T4" fmla="*/ 2 w 4"/>
                <a:gd name="T5" fmla="*/ 4 h 4"/>
                <a:gd name="T6" fmla="*/ 1 w 4"/>
                <a:gd name="T7" fmla="*/ 2 h 4"/>
                <a:gd name="T8" fmla="*/ 3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3" y="1"/>
                    <a:pt x="4" y="2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ubicBezTo>
                    <a:pt x="1" y="1"/>
                    <a:pt x="2" y="1"/>
                    <a:pt x="3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4" name="Freeform 727"/>
            <p:cNvSpPr/>
            <p:nvPr/>
          </p:nvSpPr>
          <p:spPr bwMode="auto">
            <a:xfrm>
              <a:off x="12927013" y="7297738"/>
              <a:ext cx="25400" cy="33338"/>
            </a:xfrm>
            <a:custGeom>
              <a:avLst/>
              <a:gdLst>
                <a:gd name="T0" fmla="*/ 1 w 3"/>
                <a:gd name="T1" fmla="*/ 0 h 4"/>
                <a:gd name="T2" fmla="*/ 3 w 3"/>
                <a:gd name="T3" fmla="*/ 2 h 4"/>
                <a:gd name="T4" fmla="*/ 1 w 3"/>
                <a:gd name="T5" fmla="*/ 3 h 4"/>
                <a:gd name="T6" fmla="*/ 0 w 3"/>
                <a:gd name="T7" fmla="*/ 2 h 4"/>
                <a:gd name="T8" fmla="*/ 1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cubicBezTo>
                    <a:pt x="2" y="1"/>
                    <a:pt x="3" y="1"/>
                    <a:pt x="3" y="2"/>
                  </a:cubicBezTo>
                  <a:cubicBezTo>
                    <a:pt x="3" y="2"/>
                    <a:pt x="2" y="3"/>
                    <a:pt x="1" y="3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5" name="Freeform 728"/>
            <p:cNvSpPr/>
            <p:nvPr/>
          </p:nvSpPr>
          <p:spPr bwMode="auto">
            <a:xfrm>
              <a:off x="12696825" y="5214938"/>
              <a:ext cx="33338" cy="25400"/>
            </a:xfrm>
            <a:custGeom>
              <a:avLst/>
              <a:gdLst>
                <a:gd name="T0" fmla="*/ 4 w 4"/>
                <a:gd name="T1" fmla="*/ 2 h 3"/>
                <a:gd name="T2" fmla="*/ 2 w 4"/>
                <a:gd name="T3" fmla="*/ 3 h 3"/>
                <a:gd name="T4" fmla="*/ 0 w 4"/>
                <a:gd name="T5" fmla="*/ 1 h 3"/>
                <a:gd name="T6" fmla="*/ 2 w 4"/>
                <a:gd name="T7" fmla="*/ 0 h 3"/>
                <a:gd name="T8" fmla="*/ 4 w 4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2"/>
                  </a:moveTo>
                  <a:cubicBezTo>
                    <a:pt x="3" y="2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" y="0"/>
                    <a:pt x="3" y="1"/>
                    <a:pt x="4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6" name="Freeform 729"/>
            <p:cNvSpPr/>
            <p:nvPr/>
          </p:nvSpPr>
          <p:spPr bwMode="auto">
            <a:xfrm>
              <a:off x="12927013" y="5675313"/>
              <a:ext cx="33338" cy="33338"/>
            </a:xfrm>
            <a:custGeom>
              <a:avLst/>
              <a:gdLst>
                <a:gd name="T0" fmla="*/ 4 w 4"/>
                <a:gd name="T1" fmla="*/ 2 h 4"/>
                <a:gd name="T2" fmla="*/ 2 w 4"/>
                <a:gd name="T3" fmla="*/ 3 h 4"/>
                <a:gd name="T4" fmla="*/ 0 w 4"/>
                <a:gd name="T5" fmla="*/ 2 h 4"/>
                <a:gd name="T6" fmla="*/ 2 w 4"/>
                <a:gd name="T7" fmla="*/ 0 h 4"/>
                <a:gd name="T8" fmla="*/ 4 w 4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3" y="3"/>
                    <a:pt x="2" y="3"/>
                    <a:pt x="2" y="3"/>
                  </a:cubicBezTo>
                  <a:cubicBezTo>
                    <a:pt x="1" y="4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" y="0"/>
                    <a:pt x="3" y="1"/>
                    <a:pt x="4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7" name="Freeform 730"/>
            <p:cNvSpPr/>
            <p:nvPr/>
          </p:nvSpPr>
          <p:spPr bwMode="auto">
            <a:xfrm>
              <a:off x="11998325" y="8458200"/>
              <a:ext cx="33338" cy="25400"/>
            </a:xfrm>
            <a:custGeom>
              <a:avLst/>
              <a:gdLst>
                <a:gd name="T0" fmla="*/ 4 w 4"/>
                <a:gd name="T1" fmla="*/ 2 h 3"/>
                <a:gd name="T2" fmla="*/ 2 w 4"/>
                <a:gd name="T3" fmla="*/ 3 h 3"/>
                <a:gd name="T4" fmla="*/ 0 w 4"/>
                <a:gd name="T5" fmla="*/ 1 h 3"/>
                <a:gd name="T6" fmla="*/ 2 w 4"/>
                <a:gd name="T7" fmla="*/ 0 h 3"/>
                <a:gd name="T8" fmla="*/ 4 w 4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2"/>
                  </a:moveTo>
                  <a:cubicBezTo>
                    <a:pt x="3" y="2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1" y="0"/>
                    <a:pt x="2" y="0"/>
                  </a:cubicBezTo>
                  <a:cubicBezTo>
                    <a:pt x="2" y="0"/>
                    <a:pt x="3" y="1"/>
                    <a:pt x="4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8" name="Freeform 731"/>
            <p:cNvSpPr/>
            <p:nvPr/>
          </p:nvSpPr>
          <p:spPr bwMode="auto">
            <a:xfrm>
              <a:off x="11537950" y="8688388"/>
              <a:ext cx="23813" cy="33338"/>
            </a:xfrm>
            <a:custGeom>
              <a:avLst/>
              <a:gdLst>
                <a:gd name="T0" fmla="*/ 2 w 3"/>
                <a:gd name="T1" fmla="*/ 4 h 4"/>
                <a:gd name="T2" fmla="*/ 0 w 3"/>
                <a:gd name="T3" fmla="*/ 2 h 4"/>
                <a:gd name="T4" fmla="*/ 2 w 3"/>
                <a:gd name="T5" fmla="*/ 0 h 4"/>
                <a:gd name="T6" fmla="*/ 3 w 3"/>
                <a:gd name="T7" fmla="*/ 2 h 4"/>
                <a:gd name="T8" fmla="*/ 2 w 3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2" y="4"/>
                  </a:move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3" y="1"/>
                    <a:pt x="3" y="2"/>
                  </a:cubicBezTo>
                  <a:cubicBezTo>
                    <a:pt x="3" y="3"/>
                    <a:pt x="2" y="3"/>
                    <a:pt x="2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9" name="Freeform 732"/>
            <p:cNvSpPr/>
            <p:nvPr/>
          </p:nvSpPr>
          <p:spPr bwMode="auto">
            <a:xfrm>
              <a:off x="8756650" y="7758113"/>
              <a:ext cx="23813" cy="33338"/>
            </a:xfrm>
            <a:custGeom>
              <a:avLst/>
              <a:gdLst>
                <a:gd name="T0" fmla="*/ 2 w 3"/>
                <a:gd name="T1" fmla="*/ 0 h 4"/>
                <a:gd name="T2" fmla="*/ 3 w 3"/>
                <a:gd name="T3" fmla="*/ 2 h 4"/>
                <a:gd name="T4" fmla="*/ 2 w 3"/>
                <a:gd name="T5" fmla="*/ 3 h 4"/>
                <a:gd name="T6" fmla="*/ 0 w 3"/>
                <a:gd name="T7" fmla="*/ 2 h 4"/>
                <a:gd name="T8" fmla="*/ 2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3" y="1"/>
                    <a:pt x="3" y="1"/>
                    <a:pt x="3" y="2"/>
                  </a:cubicBezTo>
                  <a:cubicBezTo>
                    <a:pt x="3" y="3"/>
                    <a:pt x="2" y="3"/>
                    <a:pt x="2" y="3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0" name="Freeform 733"/>
            <p:cNvSpPr/>
            <p:nvPr/>
          </p:nvSpPr>
          <p:spPr bwMode="auto">
            <a:xfrm>
              <a:off x="9447213" y="8450263"/>
              <a:ext cx="33338" cy="33338"/>
            </a:xfrm>
            <a:custGeom>
              <a:avLst/>
              <a:gdLst>
                <a:gd name="T0" fmla="*/ 2 w 4"/>
                <a:gd name="T1" fmla="*/ 0 h 4"/>
                <a:gd name="T2" fmla="*/ 4 w 4"/>
                <a:gd name="T3" fmla="*/ 2 h 4"/>
                <a:gd name="T4" fmla="*/ 2 w 4"/>
                <a:gd name="T5" fmla="*/ 4 h 4"/>
                <a:gd name="T6" fmla="*/ 1 w 4"/>
                <a:gd name="T7" fmla="*/ 2 h 4"/>
                <a:gd name="T8" fmla="*/ 2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cubicBezTo>
                    <a:pt x="3" y="1"/>
                    <a:pt x="4" y="2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ubicBezTo>
                    <a:pt x="1" y="2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1" name="Freeform 734"/>
            <p:cNvSpPr/>
            <p:nvPr/>
          </p:nvSpPr>
          <p:spPr bwMode="auto">
            <a:xfrm>
              <a:off x="8756650" y="5207000"/>
              <a:ext cx="33338" cy="33338"/>
            </a:xfrm>
            <a:custGeom>
              <a:avLst/>
              <a:gdLst>
                <a:gd name="T0" fmla="*/ 2 w 4"/>
                <a:gd name="T1" fmla="*/ 0 h 4"/>
                <a:gd name="T2" fmla="*/ 4 w 4"/>
                <a:gd name="T3" fmla="*/ 2 h 4"/>
                <a:gd name="T4" fmla="*/ 2 w 4"/>
                <a:gd name="T5" fmla="*/ 4 h 4"/>
                <a:gd name="T6" fmla="*/ 1 w 4"/>
                <a:gd name="T7" fmla="*/ 2 h 4"/>
                <a:gd name="T8" fmla="*/ 2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cubicBezTo>
                    <a:pt x="3" y="1"/>
                    <a:pt x="4" y="2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1" y="3"/>
                    <a:pt x="1" y="2"/>
                  </a:cubicBezTo>
                  <a:cubicBezTo>
                    <a:pt x="0" y="2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2" name="Freeform 735"/>
            <p:cNvSpPr/>
            <p:nvPr/>
          </p:nvSpPr>
          <p:spPr bwMode="auto">
            <a:xfrm>
              <a:off x="11998325" y="4524375"/>
              <a:ext cx="33338" cy="23813"/>
            </a:xfrm>
            <a:custGeom>
              <a:avLst/>
              <a:gdLst>
                <a:gd name="T0" fmla="*/ 4 w 4"/>
                <a:gd name="T1" fmla="*/ 1 h 3"/>
                <a:gd name="T2" fmla="*/ 2 w 4"/>
                <a:gd name="T3" fmla="*/ 3 h 3"/>
                <a:gd name="T4" fmla="*/ 1 w 4"/>
                <a:gd name="T5" fmla="*/ 1 h 3"/>
                <a:gd name="T6" fmla="*/ 2 w 4"/>
                <a:gd name="T7" fmla="*/ 0 h 3"/>
                <a:gd name="T8" fmla="*/ 4 w 4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1"/>
                  </a:moveTo>
                  <a:cubicBezTo>
                    <a:pt x="3" y="2"/>
                    <a:pt x="3" y="2"/>
                    <a:pt x="2" y="3"/>
                  </a:cubicBezTo>
                  <a:cubicBezTo>
                    <a:pt x="1" y="3"/>
                    <a:pt x="0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3" name="Freeform 736"/>
            <p:cNvSpPr/>
            <p:nvPr/>
          </p:nvSpPr>
          <p:spPr bwMode="auto">
            <a:xfrm>
              <a:off x="8526463" y="5675313"/>
              <a:ext cx="31750" cy="25400"/>
            </a:xfrm>
            <a:custGeom>
              <a:avLst/>
              <a:gdLst>
                <a:gd name="T0" fmla="*/ 4 w 4"/>
                <a:gd name="T1" fmla="*/ 1 h 3"/>
                <a:gd name="T2" fmla="*/ 2 w 4"/>
                <a:gd name="T3" fmla="*/ 3 h 3"/>
                <a:gd name="T4" fmla="*/ 0 w 4"/>
                <a:gd name="T5" fmla="*/ 2 h 3"/>
                <a:gd name="T6" fmla="*/ 2 w 4"/>
                <a:gd name="T7" fmla="*/ 0 h 3"/>
                <a:gd name="T8" fmla="*/ 4 w 4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1"/>
                  </a:moveTo>
                  <a:cubicBezTo>
                    <a:pt x="3" y="2"/>
                    <a:pt x="3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3" y="1"/>
                    <a:pt x="4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4" name="Freeform 737"/>
            <p:cNvSpPr/>
            <p:nvPr/>
          </p:nvSpPr>
          <p:spPr bwMode="auto">
            <a:xfrm>
              <a:off x="8526463" y="7297738"/>
              <a:ext cx="31750" cy="25400"/>
            </a:xfrm>
            <a:custGeom>
              <a:avLst/>
              <a:gdLst>
                <a:gd name="T0" fmla="*/ 4 w 4"/>
                <a:gd name="T1" fmla="*/ 2 h 3"/>
                <a:gd name="T2" fmla="*/ 1 w 4"/>
                <a:gd name="T3" fmla="*/ 3 h 3"/>
                <a:gd name="T4" fmla="*/ 0 w 4"/>
                <a:gd name="T5" fmla="*/ 2 h 3"/>
                <a:gd name="T6" fmla="*/ 2 w 4"/>
                <a:gd name="T7" fmla="*/ 0 h 3"/>
                <a:gd name="T8" fmla="*/ 4 w 4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2"/>
                  </a:moveTo>
                  <a:cubicBezTo>
                    <a:pt x="3" y="2"/>
                    <a:pt x="2" y="3"/>
                    <a:pt x="1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" y="0"/>
                    <a:pt x="3" y="1"/>
                    <a:pt x="4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5" name="Freeform 738"/>
            <p:cNvSpPr/>
            <p:nvPr/>
          </p:nvSpPr>
          <p:spPr bwMode="auto">
            <a:xfrm>
              <a:off x="11537950" y="4284663"/>
              <a:ext cx="31750" cy="33338"/>
            </a:xfrm>
            <a:custGeom>
              <a:avLst/>
              <a:gdLst>
                <a:gd name="T0" fmla="*/ 2 w 4"/>
                <a:gd name="T1" fmla="*/ 4 h 4"/>
                <a:gd name="T2" fmla="*/ 0 w 4"/>
                <a:gd name="T3" fmla="*/ 2 h 4"/>
                <a:gd name="T4" fmla="*/ 2 w 4"/>
                <a:gd name="T5" fmla="*/ 0 h 4"/>
                <a:gd name="T6" fmla="*/ 3 w 4"/>
                <a:gd name="T7" fmla="*/ 2 h 4"/>
                <a:gd name="T8" fmla="*/ 2 w 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2" y="4"/>
                  </a:move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1"/>
                    <a:pt x="2" y="0"/>
                  </a:cubicBezTo>
                  <a:cubicBezTo>
                    <a:pt x="3" y="0"/>
                    <a:pt x="4" y="1"/>
                    <a:pt x="3" y="2"/>
                  </a:cubicBezTo>
                  <a:cubicBezTo>
                    <a:pt x="3" y="3"/>
                    <a:pt x="2" y="3"/>
                    <a:pt x="2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6" name="Freeform 739"/>
            <p:cNvSpPr/>
            <p:nvPr/>
          </p:nvSpPr>
          <p:spPr bwMode="auto">
            <a:xfrm>
              <a:off x="9917113" y="4284663"/>
              <a:ext cx="31750" cy="25400"/>
            </a:xfrm>
            <a:custGeom>
              <a:avLst/>
              <a:gdLst>
                <a:gd name="T0" fmla="*/ 4 w 4"/>
                <a:gd name="T1" fmla="*/ 2 h 3"/>
                <a:gd name="T2" fmla="*/ 1 w 4"/>
                <a:gd name="T3" fmla="*/ 3 h 3"/>
                <a:gd name="T4" fmla="*/ 0 w 4"/>
                <a:gd name="T5" fmla="*/ 1 h 3"/>
                <a:gd name="T6" fmla="*/ 2 w 4"/>
                <a:gd name="T7" fmla="*/ 0 h 3"/>
                <a:gd name="T8" fmla="*/ 4 w 4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2"/>
                  </a:moveTo>
                  <a:cubicBezTo>
                    <a:pt x="3" y="3"/>
                    <a:pt x="2" y="3"/>
                    <a:pt x="1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1" y="0"/>
                    <a:pt x="2" y="0"/>
                  </a:cubicBezTo>
                  <a:cubicBezTo>
                    <a:pt x="3" y="0"/>
                    <a:pt x="3" y="1"/>
                    <a:pt x="4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7" name="Freeform 740"/>
            <p:cNvSpPr/>
            <p:nvPr/>
          </p:nvSpPr>
          <p:spPr bwMode="auto">
            <a:xfrm>
              <a:off x="13042900" y="6951663"/>
              <a:ext cx="33338" cy="25400"/>
            </a:xfrm>
            <a:custGeom>
              <a:avLst/>
              <a:gdLst>
                <a:gd name="T0" fmla="*/ 4 w 4"/>
                <a:gd name="T1" fmla="*/ 2 h 3"/>
                <a:gd name="T2" fmla="*/ 1 w 4"/>
                <a:gd name="T3" fmla="*/ 3 h 3"/>
                <a:gd name="T4" fmla="*/ 0 w 4"/>
                <a:gd name="T5" fmla="*/ 1 h 3"/>
                <a:gd name="T6" fmla="*/ 2 w 4"/>
                <a:gd name="T7" fmla="*/ 0 h 3"/>
                <a:gd name="T8" fmla="*/ 4 w 4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2"/>
                  </a:moveTo>
                  <a:cubicBezTo>
                    <a:pt x="2" y="3"/>
                    <a:pt x="2" y="3"/>
                    <a:pt x="1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" y="0"/>
                    <a:pt x="3" y="1"/>
                    <a:pt x="4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8" name="Freeform 741"/>
            <p:cNvSpPr/>
            <p:nvPr/>
          </p:nvSpPr>
          <p:spPr bwMode="auto">
            <a:xfrm>
              <a:off x="13042900" y="6021388"/>
              <a:ext cx="25400" cy="33338"/>
            </a:xfrm>
            <a:custGeom>
              <a:avLst/>
              <a:gdLst>
                <a:gd name="T0" fmla="*/ 2 w 3"/>
                <a:gd name="T1" fmla="*/ 0 h 4"/>
                <a:gd name="T2" fmla="*/ 3 w 3"/>
                <a:gd name="T3" fmla="*/ 2 h 4"/>
                <a:gd name="T4" fmla="*/ 2 w 3"/>
                <a:gd name="T5" fmla="*/ 3 h 4"/>
                <a:gd name="T6" fmla="*/ 0 w 3"/>
                <a:gd name="T7" fmla="*/ 2 h 4"/>
                <a:gd name="T8" fmla="*/ 2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2" y="1"/>
                    <a:pt x="3" y="1"/>
                    <a:pt x="3" y="2"/>
                  </a:cubicBezTo>
                  <a:cubicBezTo>
                    <a:pt x="3" y="3"/>
                    <a:pt x="3" y="4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2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9" name="Freeform 742"/>
            <p:cNvSpPr/>
            <p:nvPr/>
          </p:nvSpPr>
          <p:spPr bwMode="auto">
            <a:xfrm>
              <a:off x="9455150" y="4514850"/>
              <a:ext cx="33338" cy="25400"/>
            </a:xfrm>
            <a:custGeom>
              <a:avLst/>
              <a:gdLst>
                <a:gd name="T0" fmla="*/ 4 w 4"/>
                <a:gd name="T1" fmla="*/ 2 h 3"/>
                <a:gd name="T2" fmla="*/ 1 w 4"/>
                <a:gd name="T3" fmla="*/ 3 h 3"/>
                <a:gd name="T4" fmla="*/ 0 w 4"/>
                <a:gd name="T5" fmla="*/ 2 h 3"/>
                <a:gd name="T6" fmla="*/ 1 w 4"/>
                <a:gd name="T7" fmla="*/ 0 h 3"/>
                <a:gd name="T8" fmla="*/ 4 w 4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2"/>
                  </a:moveTo>
                  <a:cubicBezTo>
                    <a:pt x="3" y="2"/>
                    <a:pt x="2" y="3"/>
                    <a:pt x="1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2" y="0"/>
                    <a:pt x="2" y="1"/>
                    <a:pt x="4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0" name="Freeform 743"/>
            <p:cNvSpPr/>
            <p:nvPr/>
          </p:nvSpPr>
          <p:spPr bwMode="auto">
            <a:xfrm>
              <a:off x="11191875" y="8804275"/>
              <a:ext cx="33338" cy="25400"/>
            </a:xfrm>
            <a:custGeom>
              <a:avLst/>
              <a:gdLst>
                <a:gd name="T0" fmla="*/ 4 w 4"/>
                <a:gd name="T1" fmla="*/ 2 h 3"/>
                <a:gd name="T2" fmla="*/ 1 w 4"/>
                <a:gd name="T3" fmla="*/ 3 h 3"/>
                <a:gd name="T4" fmla="*/ 0 w 4"/>
                <a:gd name="T5" fmla="*/ 2 h 3"/>
                <a:gd name="T6" fmla="*/ 1 w 4"/>
                <a:gd name="T7" fmla="*/ 0 h 3"/>
                <a:gd name="T8" fmla="*/ 4 w 4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2"/>
                  </a:moveTo>
                  <a:cubicBezTo>
                    <a:pt x="2" y="3"/>
                    <a:pt x="2" y="3"/>
                    <a:pt x="1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2" y="0"/>
                    <a:pt x="2" y="1"/>
                    <a:pt x="4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1" name="Freeform 744"/>
            <p:cNvSpPr/>
            <p:nvPr/>
          </p:nvSpPr>
          <p:spPr bwMode="auto">
            <a:xfrm>
              <a:off x="8410575" y="6943725"/>
              <a:ext cx="25400" cy="33338"/>
            </a:xfrm>
            <a:custGeom>
              <a:avLst/>
              <a:gdLst>
                <a:gd name="T0" fmla="*/ 2 w 3"/>
                <a:gd name="T1" fmla="*/ 0 h 4"/>
                <a:gd name="T2" fmla="*/ 3 w 3"/>
                <a:gd name="T3" fmla="*/ 2 h 4"/>
                <a:gd name="T4" fmla="*/ 2 w 3"/>
                <a:gd name="T5" fmla="*/ 4 h 4"/>
                <a:gd name="T6" fmla="*/ 0 w 3"/>
                <a:gd name="T7" fmla="*/ 2 h 4"/>
                <a:gd name="T8" fmla="*/ 2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2" y="1"/>
                    <a:pt x="3" y="2"/>
                    <a:pt x="3" y="2"/>
                  </a:cubicBezTo>
                  <a:cubicBezTo>
                    <a:pt x="3" y="3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2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2" name="Freeform 745"/>
            <p:cNvSpPr/>
            <p:nvPr/>
          </p:nvSpPr>
          <p:spPr bwMode="auto">
            <a:xfrm>
              <a:off x="8410575" y="6021388"/>
              <a:ext cx="33338" cy="25400"/>
            </a:xfrm>
            <a:custGeom>
              <a:avLst/>
              <a:gdLst>
                <a:gd name="T0" fmla="*/ 4 w 4"/>
                <a:gd name="T1" fmla="*/ 2 h 3"/>
                <a:gd name="T2" fmla="*/ 2 w 4"/>
                <a:gd name="T3" fmla="*/ 3 h 3"/>
                <a:gd name="T4" fmla="*/ 0 w 4"/>
                <a:gd name="T5" fmla="*/ 2 h 3"/>
                <a:gd name="T6" fmla="*/ 2 w 4"/>
                <a:gd name="T7" fmla="*/ 0 h 3"/>
                <a:gd name="T8" fmla="*/ 4 w 4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2"/>
                  </a:moveTo>
                  <a:cubicBezTo>
                    <a:pt x="3" y="3"/>
                    <a:pt x="2" y="3"/>
                    <a:pt x="2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1"/>
                    <a:pt x="3" y="1"/>
                    <a:pt x="4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3" name="Freeform 746"/>
            <p:cNvSpPr/>
            <p:nvPr/>
          </p:nvSpPr>
          <p:spPr bwMode="auto">
            <a:xfrm>
              <a:off x="10261600" y="8796338"/>
              <a:ext cx="25400" cy="33338"/>
            </a:xfrm>
            <a:custGeom>
              <a:avLst/>
              <a:gdLst>
                <a:gd name="T0" fmla="*/ 2 w 3"/>
                <a:gd name="T1" fmla="*/ 0 h 4"/>
                <a:gd name="T2" fmla="*/ 3 w 3"/>
                <a:gd name="T3" fmla="*/ 3 h 4"/>
                <a:gd name="T4" fmla="*/ 2 w 3"/>
                <a:gd name="T5" fmla="*/ 4 h 4"/>
                <a:gd name="T6" fmla="*/ 0 w 3"/>
                <a:gd name="T7" fmla="*/ 2 h 4"/>
                <a:gd name="T8" fmla="*/ 2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2" y="1"/>
                    <a:pt x="3" y="2"/>
                    <a:pt x="3" y="3"/>
                  </a:cubicBezTo>
                  <a:cubicBezTo>
                    <a:pt x="3" y="3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2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4" name="Freeform 747"/>
            <p:cNvSpPr/>
            <p:nvPr/>
          </p:nvSpPr>
          <p:spPr bwMode="auto">
            <a:xfrm>
              <a:off x="12812713" y="7651750"/>
              <a:ext cx="23813" cy="25400"/>
            </a:xfrm>
            <a:custGeom>
              <a:avLst/>
              <a:gdLst>
                <a:gd name="T0" fmla="*/ 1 w 3"/>
                <a:gd name="T1" fmla="*/ 3 h 3"/>
                <a:gd name="T2" fmla="*/ 0 w 3"/>
                <a:gd name="T3" fmla="*/ 1 h 3"/>
                <a:gd name="T4" fmla="*/ 1 w 3"/>
                <a:gd name="T5" fmla="*/ 0 h 3"/>
                <a:gd name="T6" fmla="*/ 3 w 3"/>
                <a:gd name="T7" fmla="*/ 1 h 3"/>
                <a:gd name="T8" fmla="*/ 1 w 3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2" y="2"/>
                    <a:pt x="2" y="2"/>
                    <a:pt x="1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5" name="Freeform 748"/>
            <p:cNvSpPr/>
            <p:nvPr/>
          </p:nvSpPr>
          <p:spPr bwMode="auto">
            <a:xfrm>
              <a:off x="11882438" y="8574088"/>
              <a:ext cx="25400" cy="33338"/>
            </a:xfrm>
            <a:custGeom>
              <a:avLst/>
              <a:gdLst>
                <a:gd name="T0" fmla="*/ 2 w 3"/>
                <a:gd name="T1" fmla="*/ 4 h 4"/>
                <a:gd name="T2" fmla="*/ 1 w 3"/>
                <a:gd name="T3" fmla="*/ 2 h 4"/>
                <a:gd name="T4" fmla="*/ 2 w 3"/>
                <a:gd name="T5" fmla="*/ 0 h 4"/>
                <a:gd name="T6" fmla="*/ 3 w 3"/>
                <a:gd name="T7" fmla="*/ 2 h 4"/>
                <a:gd name="T8" fmla="*/ 2 w 3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2" y="4"/>
                  </a:moveTo>
                  <a:cubicBezTo>
                    <a:pt x="1" y="3"/>
                    <a:pt x="0" y="2"/>
                    <a:pt x="1" y="2"/>
                  </a:cubicBezTo>
                  <a:cubicBezTo>
                    <a:pt x="1" y="1"/>
                    <a:pt x="1" y="1"/>
                    <a:pt x="2" y="0"/>
                  </a:cubicBezTo>
                  <a:cubicBezTo>
                    <a:pt x="2" y="0"/>
                    <a:pt x="3" y="1"/>
                    <a:pt x="3" y="2"/>
                  </a:cubicBezTo>
                  <a:cubicBezTo>
                    <a:pt x="3" y="2"/>
                    <a:pt x="2" y="3"/>
                    <a:pt x="2" y="4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6" name="Freeform 749"/>
            <p:cNvSpPr/>
            <p:nvPr/>
          </p:nvSpPr>
          <p:spPr bwMode="auto">
            <a:xfrm>
              <a:off x="11191875" y="4170363"/>
              <a:ext cx="23813" cy="23813"/>
            </a:xfrm>
            <a:custGeom>
              <a:avLst/>
              <a:gdLst>
                <a:gd name="T0" fmla="*/ 1 w 3"/>
                <a:gd name="T1" fmla="*/ 0 h 3"/>
                <a:gd name="T2" fmla="*/ 3 w 3"/>
                <a:gd name="T3" fmla="*/ 2 h 3"/>
                <a:gd name="T4" fmla="*/ 2 w 3"/>
                <a:gd name="T5" fmla="*/ 3 h 3"/>
                <a:gd name="T6" fmla="*/ 0 w 3"/>
                <a:gd name="T7" fmla="*/ 2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2" y="1"/>
                    <a:pt x="3" y="1"/>
                    <a:pt x="3" y="2"/>
                  </a:cubicBezTo>
                  <a:cubicBezTo>
                    <a:pt x="3" y="2"/>
                    <a:pt x="2" y="3"/>
                    <a:pt x="2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7" name="Freeform 750"/>
            <p:cNvSpPr/>
            <p:nvPr/>
          </p:nvSpPr>
          <p:spPr bwMode="auto">
            <a:xfrm>
              <a:off x="8640763" y="7651750"/>
              <a:ext cx="25400" cy="15875"/>
            </a:xfrm>
            <a:custGeom>
              <a:avLst/>
              <a:gdLst>
                <a:gd name="T0" fmla="*/ 3 w 3"/>
                <a:gd name="T1" fmla="*/ 1 h 2"/>
                <a:gd name="T2" fmla="*/ 2 w 3"/>
                <a:gd name="T3" fmla="*/ 2 h 2"/>
                <a:gd name="T4" fmla="*/ 0 w 3"/>
                <a:gd name="T5" fmla="*/ 1 h 2"/>
                <a:gd name="T6" fmla="*/ 2 w 3"/>
                <a:gd name="T7" fmla="*/ 0 h 2"/>
                <a:gd name="T8" fmla="*/ 3 w 3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3" y="1"/>
                  </a:moveTo>
                  <a:cubicBezTo>
                    <a:pt x="3" y="1"/>
                    <a:pt x="2" y="2"/>
                    <a:pt x="2" y="2"/>
                  </a:cubicBezTo>
                  <a:cubicBezTo>
                    <a:pt x="1" y="2"/>
                    <a:pt x="1" y="1"/>
                    <a:pt x="0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3" y="0"/>
                    <a:pt x="3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8" name="Freeform 751"/>
            <p:cNvSpPr/>
            <p:nvPr/>
          </p:nvSpPr>
          <p:spPr bwMode="auto">
            <a:xfrm>
              <a:off x="9571038" y="8574088"/>
              <a:ext cx="15875" cy="23813"/>
            </a:xfrm>
            <a:custGeom>
              <a:avLst/>
              <a:gdLst>
                <a:gd name="T0" fmla="*/ 1 w 2"/>
                <a:gd name="T1" fmla="*/ 3 h 3"/>
                <a:gd name="T2" fmla="*/ 0 w 2"/>
                <a:gd name="T3" fmla="*/ 1 h 3"/>
                <a:gd name="T4" fmla="*/ 1 w 2"/>
                <a:gd name="T5" fmla="*/ 0 h 3"/>
                <a:gd name="T6" fmla="*/ 2 w 2"/>
                <a:gd name="T7" fmla="*/ 1 h 3"/>
                <a:gd name="T8" fmla="*/ 1 w 2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3"/>
                  </a:move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2"/>
                    <a:pt x="2" y="2"/>
                    <a:pt x="1" y="3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9" name="Freeform 752"/>
            <p:cNvSpPr/>
            <p:nvPr/>
          </p:nvSpPr>
          <p:spPr bwMode="auto">
            <a:xfrm>
              <a:off x="10269538" y="4170363"/>
              <a:ext cx="17463" cy="23813"/>
            </a:xfrm>
            <a:custGeom>
              <a:avLst/>
              <a:gdLst>
                <a:gd name="T0" fmla="*/ 1 w 2"/>
                <a:gd name="T1" fmla="*/ 0 h 3"/>
                <a:gd name="T2" fmla="*/ 2 w 2"/>
                <a:gd name="T3" fmla="*/ 2 h 3"/>
                <a:gd name="T4" fmla="*/ 1 w 2"/>
                <a:gd name="T5" fmla="*/ 3 h 3"/>
                <a:gd name="T6" fmla="*/ 0 w 2"/>
                <a:gd name="T7" fmla="*/ 1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2" y="1"/>
                    <a:pt x="2" y="1"/>
                    <a:pt x="2" y="2"/>
                  </a:cubicBezTo>
                  <a:cubicBezTo>
                    <a:pt x="2" y="2"/>
                    <a:pt x="1" y="3"/>
                    <a:pt x="1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0" name="Freeform 753"/>
            <p:cNvSpPr/>
            <p:nvPr/>
          </p:nvSpPr>
          <p:spPr bwMode="auto">
            <a:xfrm>
              <a:off x="10031413" y="8804275"/>
              <a:ext cx="25400" cy="25400"/>
            </a:xfrm>
            <a:custGeom>
              <a:avLst/>
              <a:gdLst>
                <a:gd name="T0" fmla="*/ 3 w 3"/>
                <a:gd name="T1" fmla="*/ 2 h 3"/>
                <a:gd name="T2" fmla="*/ 1 w 3"/>
                <a:gd name="T3" fmla="*/ 3 h 3"/>
                <a:gd name="T4" fmla="*/ 0 w 3"/>
                <a:gd name="T5" fmla="*/ 2 h 3"/>
                <a:gd name="T6" fmla="*/ 2 w 3"/>
                <a:gd name="T7" fmla="*/ 1 h 3"/>
                <a:gd name="T8" fmla="*/ 3 w 3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2"/>
                  </a:moveTo>
                  <a:cubicBezTo>
                    <a:pt x="2" y="2"/>
                    <a:pt x="2" y="3"/>
                    <a:pt x="1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0"/>
                    <a:pt x="2" y="1"/>
                    <a:pt x="3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1" name="Freeform 754"/>
            <p:cNvSpPr/>
            <p:nvPr/>
          </p:nvSpPr>
          <p:spPr bwMode="auto">
            <a:xfrm>
              <a:off x="9578975" y="4400550"/>
              <a:ext cx="15875" cy="23813"/>
            </a:xfrm>
            <a:custGeom>
              <a:avLst/>
              <a:gdLst>
                <a:gd name="T0" fmla="*/ 0 w 2"/>
                <a:gd name="T1" fmla="*/ 0 h 3"/>
                <a:gd name="T2" fmla="*/ 2 w 2"/>
                <a:gd name="T3" fmla="*/ 2 h 3"/>
                <a:gd name="T4" fmla="*/ 0 w 2"/>
                <a:gd name="T5" fmla="*/ 3 h 3"/>
                <a:gd name="T6" fmla="*/ 0 w 2"/>
                <a:gd name="T7" fmla="*/ 2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1" y="1"/>
                    <a:pt x="2" y="1"/>
                    <a:pt x="2" y="2"/>
                  </a:cubicBezTo>
                  <a:cubicBezTo>
                    <a:pt x="2" y="2"/>
                    <a:pt x="1" y="3"/>
                    <a:pt x="0" y="3"/>
                  </a:cubicBezTo>
                  <a:cubicBezTo>
                    <a:pt x="0" y="3"/>
                    <a:pt x="0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2" name="Freeform 755"/>
            <p:cNvSpPr/>
            <p:nvPr/>
          </p:nvSpPr>
          <p:spPr bwMode="auto">
            <a:xfrm>
              <a:off x="8648700" y="5330825"/>
              <a:ext cx="17463" cy="15875"/>
            </a:xfrm>
            <a:custGeom>
              <a:avLst/>
              <a:gdLst>
                <a:gd name="T0" fmla="*/ 1 w 2"/>
                <a:gd name="T1" fmla="*/ 0 h 2"/>
                <a:gd name="T2" fmla="*/ 2 w 2"/>
                <a:gd name="T3" fmla="*/ 1 h 2"/>
                <a:gd name="T4" fmla="*/ 1 w 2"/>
                <a:gd name="T5" fmla="*/ 2 h 2"/>
                <a:gd name="T6" fmla="*/ 0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3" name="Freeform 756"/>
            <p:cNvSpPr/>
            <p:nvPr/>
          </p:nvSpPr>
          <p:spPr bwMode="auto">
            <a:xfrm>
              <a:off x="12820650" y="5338763"/>
              <a:ext cx="25400" cy="15875"/>
            </a:xfrm>
            <a:custGeom>
              <a:avLst/>
              <a:gdLst>
                <a:gd name="T0" fmla="*/ 3 w 3"/>
                <a:gd name="T1" fmla="*/ 1 h 2"/>
                <a:gd name="T2" fmla="*/ 1 w 3"/>
                <a:gd name="T3" fmla="*/ 2 h 2"/>
                <a:gd name="T4" fmla="*/ 0 w 3"/>
                <a:gd name="T5" fmla="*/ 1 h 2"/>
                <a:gd name="T6" fmla="*/ 0 w 3"/>
                <a:gd name="T7" fmla="*/ 0 h 2"/>
                <a:gd name="T8" fmla="*/ 3 w 3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3" y="1"/>
                  </a:moveTo>
                  <a:cubicBezTo>
                    <a:pt x="2" y="1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3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4" name="Freeform 757"/>
            <p:cNvSpPr/>
            <p:nvPr/>
          </p:nvSpPr>
          <p:spPr bwMode="auto">
            <a:xfrm>
              <a:off x="11890375" y="4408488"/>
              <a:ext cx="25400" cy="15875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2 h 2"/>
                <a:gd name="T4" fmla="*/ 0 w 3"/>
                <a:gd name="T5" fmla="*/ 1 h 2"/>
                <a:gd name="T6" fmla="*/ 1 w 3"/>
                <a:gd name="T7" fmla="*/ 0 h 2"/>
                <a:gd name="T8" fmla="*/ 3 w 3"/>
                <a:gd name="T9" fmla="*/ 1 h 2"/>
                <a:gd name="T10" fmla="*/ 2 w 3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2" y="0"/>
                    <a:pt x="2" y="0"/>
                    <a:pt x="3" y="1"/>
                  </a:cubicBezTo>
                  <a:cubicBezTo>
                    <a:pt x="3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5" name="Freeform 758"/>
            <p:cNvSpPr/>
            <p:nvPr/>
          </p:nvSpPr>
          <p:spPr bwMode="auto">
            <a:xfrm>
              <a:off x="10039350" y="4170363"/>
              <a:ext cx="17463" cy="15875"/>
            </a:xfrm>
            <a:custGeom>
              <a:avLst/>
              <a:gdLst>
                <a:gd name="T0" fmla="*/ 1 w 2"/>
                <a:gd name="T1" fmla="*/ 0 h 2"/>
                <a:gd name="T2" fmla="*/ 2 w 2"/>
                <a:gd name="T3" fmla="*/ 1 h 2"/>
                <a:gd name="T4" fmla="*/ 1 w 2"/>
                <a:gd name="T5" fmla="*/ 2 h 2"/>
                <a:gd name="T6" fmla="*/ 0 w 2"/>
                <a:gd name="T7" fmla="*/ 2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6" name="Freeform 759"/>
            <p:cNvSpPr/>
            <p:nvPr/>
          </p:nvSpPr>
          <p:spPr bwMode="auto">
            <a:xfrm>
              <a:off x="8418513" y="7191375"/>
              <a:ext cx="7938" cy="15875"/>
            </a:xfrm>
            <a:custGeom>
              <a:avLst/>
              <a:gdLst>
                <a:gd name="T0" fmla="*/ 1 w 1"/>
                <a:gd name="T1" fmla="*/ 2 h 2"/>
                <a:gd name="T2" fmla="*/ 0 w 1"/>
                <a:gd name="T3" fmla="*/ 1 h 2"/>
                <a:gd name="T4" fmla="*/ 0 w 1"/>
                <a:gd name="T5" fmla="*/ 0 h 2"/>
                <a:gd name="T6" fmla="*/ 1 w 1"/>
                <a:gd name="T7" fmla="*/ 0 h 2"/>
                <a:gd name="T8" fmla="*/ 1 w 1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1" y="1"/>
                    <a:pt x="1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7" name="Freeform 760"/>
            <p:cNvSpPr/>
            <p:nvPr/>
          </p:nvSpPr>
          <p:spPr bwMode="auto">
            <a:xfrm>
              <a:off x="13050838" y="5799138"/>
              <a:ext cx="17463" cy="17463"/>
            </a:xfrm>
            <a:custGeom>
              <a:avLst/>
              <a:gdLst>
                <a:gd name="T0" fmla="*/ 2 w 2"/>
                <a:gd name="T1" fmla="*/ 1 h 2"/>
                <a:gd name="T2" fmla="*/ 1 w 2"/>
                <a:gd name="T3" fmla="*/ 2 h 2"/>
                <a:gd name="T4" fmla="*/ 0 w 2"/>
                <a:gd name="T5" fmla="*/ 1 h 2"/>
                <a:gd name="T6" fmla="*/ 1 w 2"/>
                <a:gd name="T7" fmla="*/ 0 h 2"/>
                <a:gd name="T8" fmla="*/ 2 w 2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1"/>
                    <a:pt x="2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8" name="Freeform 761"/>
            <p:cNvSpPr/>
            <p:nvPr/>
          </p:nvSpPr>
          <p:spPr bwMode="auto">
            <a:xfrm>
              <a:off x="13050838" y="7191375"/>
              <a:ext cx="7938" cy="15875"/>
            </a:xfrm>
            <a:custGeom>
              <a:avLst/>
              <a:gdLst>
                <a:gd name="T0" fmla="*/ 1 w 1"/>
                <a:gd name="T1" fmla="*/ 2 h 2"/>
                <a:gd name="T2" fmla="*/ 0 w 1"/>
                <a:gd name="T3" fmla="*/ 1 h 2"/>
                <a:gd name="T4" fmla="*/ 0 w 1"/>
                <a:gd name="T5" fmla="*/ 0 h 2"/>
                <a:gd name="T6" fmla="*/ 1 w 1"/>
                <a:gd name="T7" fmla="*/ 1 h 2"/>
                <a:gd name="T8" fmla="*/ 1 w 1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9" name="Freeform 762"/>
            <p:cNvSpPr/>
            <p:nvPr/>
          </p:nvSpPr>
          <p:spPr bwMode="auto">
            <a:xfrm>
              <a:off x="9694863" y="8697913"/>
              <a:ext cx="7938" cy="7938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1 h 1"/>
                <a:gd name="T4" fmla="*/ 0 w 1"/>
                <a:gd name="T5" fmla="*/ 0 h 1"/>
                <a:gd name="T6" fmla="*/ 0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0" name="Freeform 763"/>
            <p:cNvSpPr/>
            <p:nvPr/>
          </p:nvSpPr>
          <p:spPr bwMode="auto">
            <a:xfrm>
              <a:off x="11776075" y="8697913"/>
              <a:ext cx="7938" cy="15875"/>
            </a:xfrm>
            <a:custGeom>
              <a:avLst/>
              <a:gdLst>
                <a:gd name="T0" fmla="*/ 1 w 1"/>
                <a:gd name="T1" fmla="*/ 0 h 2"/>
                <a:gd name="T2" fmla="*/ 1 w 1"/>
                <a:gd name="T3" fmla="*/ 1 h 2"/>
                <a:gd name="T4" fmla="*/ 1 w 1"/>
                <a:gd name="T5" fmla="*/ 2 h 2"/>
                <a:gd name="T6" fmla="*/ 0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1" y="0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1" name="Freeform 764"/>
            <p:cNvSpPr/>
            <p:nvPr/>
          </p:nvSpPr>
          <p:spPr bwMode="auto">
            <a:xfrm>
              <a:off x="12936538" y="7535863"/>
              <a:ext cx="15875" cy="17463"/>
            </a:xfrm>
            <a:custGeom>
              <a:avLst/>
              <a:gdLst>
                <a:gd name="T0" fmla="*/ 2 w 2"/>
                <a:gd name="T1" fmla="*/ 1 h 2"/>
                <a:gd name="T2" fmla="*/ 0 w 2"/>
                <a:gd name="T3" fmla="*/ 2 h 2"/>
                <a:gd name="T4" fmla="*/ 0 w 2"/>
                <a:gd name="T5" fmla="*/ 1 h 2"/>
                <a:gd name="T6" fmla="*/ 0 w 2"/>
                <a:gd name="T7" fmla="*/ 0 h 2"/>
                <a:gd name="T8" fmla="*/ 2 w 2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1" y="1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1" y="0"/>
                    <a:pt x="1" y="1"/>
                    <a:pt x="2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2" name="Freeform 765"/>
            <p:cNvSpPr/>
            <p:nvPr/>
          </p:nvSpPr>
          <p:spPr bwMode="auto">
            <a:xfrm>
              <a:off x="8534400" y="7535863"/>
              <a:ext cx="15875" cy="17463"/>
            </a:xfrm>
            <a:custGeom>
              <a:avLst/>
              <a:gdLst>
                <a:gd name="T0" fmla="*/ 2 w 2"/>
                <a:gd name="T1" fmla="*/ 1 h 2"/>
                <a:gd name="T2" fmla="*/ 0 w 2"/>
                <a:gd name="T3" fmla="*/ 2 h 2"/>
                <a:gd name="T4" fmla="*/ 0 w 2"/>
                <a:gd name="T5" fmla="*/ 0 h 2"/>
                <a:gd name="T6" fmla="*/ 1 w 2"/>
                <a:gd name="T7" fmla="*/ 0 h 2"/>
                <a:gd name="T8" fmla="*/ 2 w 2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1" y="1"/>
                    <a:pt x="1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1"/>
                    <a:pt x="2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3" name="Freeform 766"/>
            <p:cNvSpPr/>
            <p:nvPr/>
          </p:nvSpPr>
          <p:spPr bwMode="auto">
            <a:xfrm>
              <a:off x="8418513" y="5799138"/>
              <a:ext cx="17463" cy="7938"/>
            </a:xfrm>
            <a:custGeom>
              <a:avLst/>
              <a:gdLst>
                <a:gd name="T0" fmla="*/ 1 w 2"/>
                <a:gd name="T1" fmla="*/ 0 h 1"/>
                <a:gd name="T2" fmla="*/ 2 w 2"/>
                <a:gd name="T3" fmla="*/ 1 h 1"/>
                <a:gd name="T4" fmla="*/ 1 w 2"/>
                <a:gd name="T5" fmla="*/ 1 h 1"/>
                <a:gd name="T6" fmla="*/ 0 w 2"/>
                <a:gd name="T7" fmla="*/ 0 h 1"/>
                <a:gd name="T8" fmla="*/ 1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1" y="0"/>
                    <a:pt x="2" y="0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4" name="Freeform 767"/>
            <p:cNvSpPr/>
            <p:nvPr/>
          </p:nvSpPr>
          <p:spPr bwMode="auto">
            <a:xfrm>
              <a:off x="12936538" y="5453063"/>
              <a:ext cx="15875" cy="17463"/>
            </a:xfrm>
            <a:custGeom>
              <a:avLst/>
              <a:gdLst>
                <a:gd name="T0" fmla="*/ 1 w 2"/>
                <a:gd name="T1" fmla="*/ 2 h 2"/>
                <a:gd name="T2" fmla="*/ 0 w 2"/>
                <a:gd name="T3" fmla="*/ 1 h 2"/>
                <a:gd name="T4" fmla="*/ 0 w 2"/>
                <a:gd name="T5" fmla="*/ 0 h 2"/>
                <a:gd name="T6" fmla="*/ 2 w 2"/>
                <a:gd name="T7" fmla="*/ 1 h 2"/>
                <a:gd name="T8" fmla="*/ 1 w 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1" y="0"/>
                    <a:pt x="1" y="0"/>
                    <a:pt x="2" y="1"/>
                  </a:cubicBezTo>
                  <a:cubicBezTo>
                    <a:pt x="2" y="1"/>
                    <a:pt x="1" y="1"/>
                    <a:pt x="1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5" name="Freeform 768"/>
            <p:cNvSpPr/>
            <p:nvPr/>
          </p:nvSpPr>
          <p:spPr bwMode="auto">
            <a:xfrm>
              <a:off x="8534400" y="5445125"/>
              <a:ext cx="15875" cy="17463"/>
            </a:xfrm>
            <a:custGeom>
              <a:avLst/>
              <a:gdLst>
                <a:gd name="T0" fmla="*/ 2 w 2"/>
                <a:gd name="T1" fmla="*/ 2 h 2"/>
                <a:gd name="T2" fmla="*/ 1 w 2"/>
                <a:gd name="T3" fmla="*/ 2 h 2"/>
                <a:gd name="T4" fmla="*/ 0 w 2"/>
                <a:gd name="T5" fmla="*/ 1 h 2"/>
                <a:gd name="T6" fmla="*/ 1 w 2"/>
                <a:gd name="T7" fmla="*/ 1 h 2"/>
                <a:gd name="T8" fmla="*/ 2 w 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0" y="1"/>
                    <a:pt x="1" y="0"/>
                    <a:pt x="1" y="1"/>
                  </a:cubicBezTo>
                  <a:cubicBezTo>
                    <a:pt x="1" y="1"/>
                    <a:pt x="2" y="1"/>
                    <a:pt x="2" y="2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6" name="Freeform 769"/>
            <p:cNvSpPr/>
            <p:nvPr/>
          </p:nvSpPr>
          <p:spPr bwMode="auto">
            <a:xfrm>
              <a:off x="11430000" y="4178300"/>
              <a:ext cx="17463" cy="15875"/>
            </a:xfrm>
            <a:custGeom>
              <a:avLst/>
              <a:gdLst>
                <a:gd name="T0" fmla="*/ 2 w 2"/>
                <a:gd name="T1" fmla="*/ 1 h 2"/>
                <a:gd name="T2" fmla="*/ 1 w 2"/>
                <a:gd name="T3" fmla="*/ 2 h 2"/>
                <a:gd name="T4" fmla="*/ 0 w 2"/>
                <a:gd name="T5" fmla="*/ 1 h 2"/>
                <a:gd name="T6" fmla="*/ 1 w 2"/>
                <a:gd name="T7" fmla="*/ 0 h 2"/>
                <a:gd name="T8" fmla="*/ 2 w 2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1" y="1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1"/>
                    <a:pt x="2" y="1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7" name="Freeform 770"/>
            <p:cNvSpPr/>
            <p:nvPr/>
          </p:nvSpPr>
          <p:spPr bwMode="auto">
            <a:xfrm>
              <a:off x="11430000" y="8812213"/>
              <a:ext cx="7938" cy="17463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1 h 2"/>
                <a:gd name="T4" fmla="*/ 0 w 1"/>
                <a:gd name="T5" fmla="*/ 2 h 2"/>
                <a:gd name="T6" fmla="*/ 0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0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434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5038651" y="1283586"/>
            <a:ext cx="2631558" cy="2238744"/>
            <a:chOff x="4965700" y="1374775"/>
            <a:chExt cx="2828925" cy="2406650"/>
          </a:xfrm>
        </p:grpSpPr>
        <p:sp>
          <p:nvSpPr>
            <p:cNvPr id="16" name="Freeform 14"/>
            <p:cNvSpPr/>
            <p:nvPr/>
          </p:nvSpPr>
          <p:spPr bwMode="auto">
            <a:xfrm>
              <a:off x="4965700" y="1692275"/>
              <a:ext cx="2828925" cy="2089150"/>
            </a:xfrm>
            <a:custGeom>
              <a:avLst/>
              <a:gdLst>
                <a:gd name="T0" fmla="*/ 408 w 418"/>
                <a:gd name="T1" fmla="*/ 308 h 308"/>
                <a:gd name="T2" fmla="*/ 9 w 418"/>
                <a:gd name="T3" fmla="*/ 308 h 308"/>
                <a:gd name="T4" fmla="*/ 0 w 418"/>
                <a:gd name="T5" fmla="*/ 298 h 308"/>
                <a:gd name="T6" fmla="*/ 0 w 418"/>
                <a:gd name="T7" fmla="*/ 9 h 308"/>
                <a:gd name="T8" fmla="*/ 9 w 418"/>
                <a:gd name="T9" fmla="*/ 0 h 308"/>
                <a:gd name="T10" fmla="*/ 408 w 418"/>
                <a:gd name="T11" fmla="*/ 0 h 308"/>
                <a:gd name="T12" fmla="*/ 418 w 418"/>
                <a:gd name="T13" fmla="*/ 9 h 308"/>
                <a:gd name="T14" fmla="*/ 418 w 418"/>
                <a:gd name="T15" fmla="*/ 298 h 308"/>
                <a:gd name="T16" fmla="*/ 408 w 418"/>
                <a:gd name="T17" fmla="*/ 30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8" h="308">
                  <a:moveTo>
                    <a:pt x="408" y="308"/>
                  </a:moveTo>
                  <a:cubicBezTo>
                    <a:pt x="9" y="308"/>
                    <a:pt x="9" y="308"/>
                    <a:pt x="9" y="308"/>
                  </a:cubicBezTo>
                  <a:cubicBezTo>
                    <a:pt x="4" y="308"/>
                    <a:pt x="0" y="304"/>
                    <a:pt x="0" y="29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08" y="0"/>
                    <a:pt x="408" y="0"/>
                    <a:pt x="408" y="0"/>
                  </a:cubicBezTo>
                  <a:cubicBezTo>
                    <a:pt x="413" y="0"/>
                    <a:pt x="418" y="4"/>
                    <a:pt x="418" y="9"/>
                  </a:cubicBezTo>
                  <a:cubicBezTo>
                    <a:pt x="418" y="298"/>
                    <a:pt x="418" y="298"/>
                    <a:pt x="418" y="298"/>
                  </a:cubicBezTo>
                  <a:cubicBezTo>
                    <a:pt x="418" y="304"/>
                    <a:pt x="413" y="308"/>
                    <a:pt x="408" y="308"/>
                  </a:cubicBez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5026025" y="1739900"/>
              <a:ext cx="2701925" cy="1952625"/>
            </a:xfrm>
            <a:prstGeom prst="rect">
              <a:avLst/>
            </a:prstGeom>
            <a:solidFill>
              <a:srgbClr val="00B2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5080000" y="1530350"/>
              <a:ext cx="2606675" cy="2081212"/>
            </a:xfrm>
            <a:custGeom>
              <a:avLst/>
              <a:gdLst>
                <a:gd name="T0" fmla="*/ 385 w 385"/>
                <a:gd name="T1" fmla="*/ 307 h 307"/>
                <a:gd name="T2" fmla="*/ 385 w 385"/>
                <a:gd name="T3" fmla="*/ 21 h 307"/>
                <a:gd name="T4" fmla="*/ 193 w 385"/>
                <a:gd name="T5" fmla="*/ 55 h 307"/>
                <a:gd name="T6" fmla="*/ 0 w 385"/>
                <a:gd name="T7" fmla="*/ 21 h 307"/>
                <a:gd name="T8" fmla="*/ 0 w 385"/>
                <a:gd name="T9" fmla="*/ 307 h 307"/>
                <a:gd name="T10" fmla="*/ 385 w 385"/>
                <a:gd name="T11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" h="307">
                  <a:moveTo>
                    <a:pt x="385" y="307"/>
                  </a:moveTo>
                  <a:cubicBezTo>
                    <a:pt x="385" y="21"/>
                    <a:pt x="385" y="21"/>
                    <a:pt x="385" y="21"/>
                  </a:cubicBezTo>
                  <a:cubicBezTo>
                    <a:pt x="245" y="0"/>
                    <a:pt x="193" y="55"/>
                    <a:pt x="193" y="55"/>
                  </a:cubicBezTo>
                  <a:cubicBezTo>
                    <a:pt x="193" y="55"/>
                    <a:pt x="141" y="0"/>
                    <a:pt x="0" y="21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385" y="307"/>
                  </a:lnTo>
                  <a:close/>
                </a:path>
              </a:pathLst>
            </a:custGeom>
            <a:solidFill>
              <a:srgbClr val="D0D1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5080000" y="1374775"/>
              <a:ext cx="2606675" cy="2081212"/>
            </a:xfrm>
            <a:custGeom>
              <a:avLst/>
              <a:gdLst>
                <a:gd name="T0" fmla="*/ 385 w 385"/>
                <a:gd name="T1" fmla="*/ 307 h 307"/>
                <a:gd name="T2" fmla="*/ 385 w 385"/>
                <a:gd name="T3" fmla="*/ 21 h 307"/>
                <a:gd name="T4" fmla="*/ 193 w 385"/>
                <a:gd name="T5" fmla="*/ 55 h 307"/>
                <a:gd name="T6" fmla="*/ 0 w 385"/>
                <a:gd name="T7" fmla="*/ 21 h 307"/>
                <a:gd name="T8" fmla="*/ 0 w 385"/>
                <a:gd name="T9" fmla="*/ 307 h 307"/>
                <a:gd name="T10" fmla="*/ 385 w 385"/>
                <a:gd name="T11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" h="307">
                  <a:moveTo>
                    <a:pt x="385" y="307"/>
                  </a:moveTo>
                  <a:cubicBezTo>
                    <a:pt x="385" y="21"/>
                    <a:pt x="385" y="21"/>
                    <a:pt x="385" y="21"/>
                  </a:cubicBezTo>
                  <a:cubicBezTo>
                    <a:pt x="245" y="0"/>
                    <a:pt x="193" y="55"/>
                    <a:pt x="193" y="55"/>
                  </a:cubicBezTo>
                  <a:cubicBezTo>
                    <a:pt x="193" y="55"/>
                    <a:pt x="141" y="0"/>
                    <a:pt x="0" y="21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385" y="307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6386513" y="1374775"/>
              <a:ext cx="1300163" cy="2081212"/>
            </a:xfrm>
            <a:custGeom>
              <a:avLst/>
              <a:gdLst>
                <a:gd name="T0" fmla="*/ 192 w 192"/>
                <a:gd name="T1" fmla="*/ 21 h 307"/>
                <a:gd name="T2" fmla="*/ 0 w 192"/>
                <a:gd name="T3" fmla="*/ 55 h 307"/>
                <a:gd name="T4" fmla="*/ 0 w 192"/>
                <a:gd name="T5" fmla="*/ 307 h 307"/>
                <a:gd name="T6" fmla="*/ 192 w 192"/>
                <a:gd name="T7" fmla="*/ 307 h 307"/>
                <a:gd name="T8" fmla="*/ 192 w 192"/>
                <a:gd name="T9" fmla="*/ 21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307">
                  <a:moveTo>
                    <a:pt x="192" y="21"/>
                  </a:moveTo>
                  <a:cubicBezTo>
                    <a:pt x="52" y="0"/>
                    <a:pt x="0" y="55"/>
                    <a:pt x="0" y="55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192" y="307"/>
                    <a:pt x="192" y="307"/>
                    <a:pt x="192" y="307"/>
                  </a:cubicBezTo>
                  <a:lnTo>
                    <a:pt x="192" y="21"/>
                  </a:lnTo>
                  <a:close/>
                </a:path>
              </a:pathLst>
            </a:custGeom>
            <a:solidFill>
              <a:srgbClr val="F3F3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6657975" y="2357438"/>
              <a:ext cx="711200" cy="528637"/>
            </a:xfrm>
            <a:custGeom>
              <a:avLst/>
              <a:gdLst>
                <a:gd name="T0" fmla="*/ 13 w 105"/>
                <a:gd name="T1" fmla="*/ 47 h 78"/>
                <a:gd name="T2" fmla="*/ 13 w 105"/>
                <a:gd name="T3" fmla="*/ 47 h 78"/>
                <a:gd name="T4" fmla="*/ 53 w 105"/>
                <a:gd name="T5" fmla="*/ 78 h 78"/>
                <a:gd name="T6" fmla="*/ 92 w 105"/>
                <a:gd name="T7" fmla="*/ 47 h 78"/>
                <a:gd name="T8" fmla="*/ 93 w 105"/>
                <a:gd name="T9" fmla="*/ 46 h 78"/>
                <a:gd name="T10" fmla="*/ 97 w 105"/>
                <a:gd name="T11" fmla="*/ 12 h 78"/>
                <a:gd name="T12" fmla="*/ 62 w 105"/>
                <a:gd name="T13" fmla="*/ 8 h 78"/>
                <a:gd name="T14" fmla="*/ 53 w 105"/>
                <a:gd name="T15" fmla="*/ 16 h 78"/>
                <a:gd name="T16" fmla="*/ 43 w 105"/>
                <a:gd name="T17" fmla="*/ 8 h 78"/>
                <a:gd name="T18" fmla="*/ 9 w 105"/>
                <a:gd name="T19" fmla="*/ 12 h 78"/>
                <a:gd name="T20" fmla="*/ 13 w 105"/>
                <a:gd name="T21" fmla="*/ 47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5" h="78">
                  <a:moveTo>
                    <a:pt x="13" y="47"/>
                  </a:moveTo>
                  <a:cubicBezTo>
                    <a:pt x="13" y="47"/>
                    <a:pt x="13" y="47"/>
                    <a:pt x="13" y="47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93" y="46"/>
                    <a:pt x="93" y="46"/>
                    <a:pt x="93" y="46"/>
                  </a:cubicBezTo>
                  <a:cubicBezTo>
                    <a:pt x="103" y="38"/>
                    <a:pt x="105" y="23"/>
                    <a:pt x="97" y="12"/>
                  </a:cubicBezTo>
                  <a:cubicBezTo>
                    <a:pt x="88" y="2"/>
                    <a:pt x="73" y="0"/>
                    <a:pt x="62" y="8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32" y="0"/>
                    <a:pt x="17" y="2"/>
                    <a:pt x="9" y="12"/>
                  </a:cubicBezTo>
                  <a:cubicBezTo>
                    <a:pt x="0" y="23"/>
                    <a:pt x="2" y="38"/>
                    <a:pt x="13" y="47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5208477" y="3755656"/>
            <a:ext cx="2361313" cy="233326"/>
            <a:chOff x="5148263" y="4032250"/>
            <a:chExt cx="2538412" cy="250825"/>
          </a:xfrm>
        </p:grpSpPr>
        <p:sp>
          <p:nvSpPr>
            <p:cNvPr id="7" name="Freeform 5"/>
            <p:cNvSpPr/>
            <p:nvPr/>
          </p:nvSpPr>
          <p:spPr bwMode="auto">
            <a:xfrm>
              <a:off x="7442200" y="4044950"/>
              <a:ext cx="142875" cy="238125"/>
            </a:xfrm>
            <a:custGeom>
              <a:avLst/>
              <a:gdLst>
                <a:gd name="T0" fmla="*/ 5 w 90"/>
                <a:gd name="T1" fmla="*/ 0 h 150"/>
                <a:gd name="T2" fmla="*/ 0 w 90"/>
                <a:gd name="T3" fmla="*/ 0 h 150"/>
                <a:gd name="T4" fmla="*/ 0 w 90"/>
                <a:gd name="T5" fmla="*/ 150 h 150"/>
                <a:gd name="T6" fmla="*/ 5 w 90"/>
                <a:gd name="T7" fmla="*/ 150 h 150"/>
                <a:gd name="T8" fmla="*/ 90 w 90"/>
                <a:gd name="T9" fmla="*/ 107 h 150"/>
                <a:gd name="T10" fmla="*/ 90 w 90"/>
                <a:gd name="T11" fmla="*/ 43 h 150"/>
                <a:gd name="T12" fmla="*/ 5 w 90"/>
                <a:gd name="T1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150">
                  <a:moveTo>
                    <a:pt x="5" y="0"/>
                  </a:moveTo>
                  <a:lnTo>
                    <a:pt x="0" y="0"/>
                  </a:lnTo>
                  <a:lnTo>
                    <a:pt x="0" y="150"/>
                  </a:lnTo>
                  <a:lnTo>
                    <a:pt x="5" y="150"/>
                  </a:lnTo>
                  <a:lnTo>
                    <a:pt x="90" y="107"/>
                  </a:lnTo>
                  <a:lnTo>
                    <a:pt x="90" y="4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7585075" y="4113213"/>
              <a:ext cx="101600" cy="101600"/>
            </a:xfrm>
            <a:custGeom>
              <a:avLst/>
              <a:gdLst>
                <a:gd name="T0" fmla="*/ 13 w 15"/>
                <a:gd name="T1" fmla="*/ 6 h 15"/>
                <a:gd name="T2" fmla="*/ 0 w 15"/>
                <a:gd name="T3" fmla="*/ 0 h 15"/>
                <a:gd name="T4" fmla="*/ 0 w 15"/>
                <a:gd name="T5" fmla="*/ 15 h 15"/>
                <a:gd name="T6" fmla="*/ 13 w 15"/>
                <a:gd name="T7" fmla="*/ 9 h 15"/>
                <a:gd name="T8" fmla="*/ 13 w 15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3" y="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5" y="9"/>
                    <a:pt x="15" y="7"/>
                    <a:pt x="13" y="6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7442200" y="4173538"/>
              <a:ext cx="142875" cy="109537"/>
            </a:xfrm>
            <a:custGeom>
              <a:avLst/>
              <a:gdLst>
                <a:gd name="T0" fmla="*/ 0 w 90"/>
                <a:gd name="T1" fmla="*/ 52 h 69"/>
                <a:gd name="T2" fmla="*/ 0 w 90"/>
                <a:gd name="T3" fmla="*/ 69 h 69"/>
                <a:gd name="T4" fmla="*/ 5 w 90"/>
                <a:gd name="T5" fmla="*/ 69 h 69"/>
                <a:gd name="T6" fmla="*/ 90 w 90"/>
                <a:gd name="T7" fmla="*/ 26 h 69"/>
                <a:gd name="T8" fmla="*/ 90 w 90"/>
                <a:gd name="T9" fmla="*/ 0 h 69"/>
                <a:gd name="T10" fmla="*/ 0 w 90"/>
                <a:gd name="T11" fmla="*/ 22 h 69"/>
                <a:gd name="T12" fmla="*/ 0 w 90"/>
                <a:gd name="T13" fmla="*/ 5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69">
                  <a:moveTo>
                    <a:pt x="0" y="52"/>
                  </a:moveTo>
                  <a:lnTo>
                    <a:pt x="0" y="69"/>
                  </a:lnTo>
                  <a:lnTo>
                    <a:pt x="5" y="69"/>
                  </a:lnTo>
                  <a:lnTo>
                    <a:pt x="90" y="26"/>
                  </a:lnTo>
                  <a:lnTo>
                    <a:pt x="90" y="0"/>
                  </a:lnTo>
                  <a:lnTo>
                    <a:pt x="0" y="2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5540375" y="4071938"/>
              <a:ext cx="1909763" cy="211137"/>
            </a:xfrm>
            <a:custGeom>
              <a:avLst/>
              <a:gdLst>
                <a:gd name="T0" fmla="*/ 0 w 1203"/>
                <a:gd name="T1" fmla="*/ 128 h 133"/>
                <a:gd name="T2" fmla="*/ 1198 w 1203"/>
                <a:gd name="T3" fmla="*/ 133 h 133"/>
                <a:gd name="T4" fmla="*/ 1203 w 1203"/>
                <a:gd name="T5" fmla="*/ 4 h 133"/>
                <a:gd name="T6" fmla="*/ 0 w 1203"/>
                <a:gd name="T7" fmla="*/ 0 h 133"/>
                <a:gd name="T8" fmla="*/ 0 w 1203"/>
                <a:gd name="T9" fmla="*/ 12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3" h="133">
                  <a:moveTo>
                    <a:pt x="0" y="128"/>
                  </a:moveTo>
                  <a:lnTo>
                    <a:pt x="1198" y="133"/>
                  </a:lnTo>
                  <a:lnTo>
                    <a:pt x="1203" y="4"/>
                  </a:lnTo>
                  <a:lnTo>
                    <a:pt x="0" y="0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5540375" y="4038600"/>
              <a:ext cx="1909763" cy="60325"/>
            </a:xfrm>
            <a:custGeom>
              <a:avLst/>
              <a:gdLst>
                <a:gd name="T0" fmla="*/ 0 w 1203"/>
                <a:gd name="T1" fmla="*/ 30 h 38"/>
                <a:gd name="T2" fmla="*/ 1203 w 1203"/>
                <a:gd name="T3" fmla="*/ 38 h 38"/>
                <a:gd name="T4" fmla="*/ 1203 w 1203"/>
                <a:gd name="T5" fmla="*/ 4 h 38"/>
                <a:gd name="T6" fmla="*/ 0 w 1203"/>
                <a:gd name="T7" fmla="*/ 0 h 38"/>
                <a:gd name="T8" fmla="*/ 0 w 1203"/>
                <a:gd name="T9" fmla="*/ 3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3" h="38">
                  <a:moveTo>
                    <a:pt x="0" y="30"/>
                  </a:moveTo>
                  <a:lnTo>
                    <a:pt x="1203" y="38"/>
                  </a:lnTo>
                  <a:lnTo>
                    <a:pt x="1203" y="4"/>
                  </a:lnTo>
                  <a:lnTo>
                    <a:pt x="0" y="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5540375" y="4200525"/>
              <a:ext cx="1901825" cy="82550"/>
            </a:xfrm>
            <a:custGeom>
              <a:avLst/>
              <a:gdLst>
                <a:gd name="T0" fmla="*/ 0 w 1198"/>
                <a:gd name="T1" fmla="*/ 47 h 52"/>
                <a:gd name="T2" fmla="*/ 1198 w 1198"/>
                <a:gd name="T3" fmla="*/ 52 h 52"/>
                <a:gd name="T4" fmla="*/ 1198 w 1198"/>
                <a:gd name="T5" fmla="*/ 5 h 52"/>
                <a:gd name="T6" fmla="*/ 0 w 1198"/>
                <a:gd name="T7" fmla="*/ 0 h 52"/>
                <a:gd name="T8" fmla="*/ 0 w 1198"/>
                <a:gd name="T9" fmla="*/ 4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8" h="52">
                  <a:moveTo>
                    <a:pt x="0" y="47"/>
                  </a:moveTo>
                  <a:lnTo>
                    <a:pt x="1198" y="52"/>
                  </a:lnTo>
                  <a:lnTo>
                    <a:pt x="1198" y="5"/>
                  </a:lnTo>
                  <a:lnTo>
                    <a:pt x="0" y="0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5148263" y="4032250"/>
              <a:ext cx="134938" cy="242887"/>
            </a:xfrm>
            <a:custGeom>
              <a:avLst/>
              <a:gdLst>
                <a:gd name="T0" fmla="*/ 18 w 20"/>
                <a:gd name="T1" fmla="*/ 36 h 36"/>
                <a:gd name="T2" fmla="*/ 2 w 20"/>
                <a:gd name="T3" fmla="*/ 36 h 36"/>
                <a:gd name="T4" fmla="*/ 0 w 20"/>
                <a:gd name="T5" fmla="*/ 33 h 36"/>
                <a:gd name="T6" fmla="*/ 0 w 20"/>
                <a:gd name="T7" fmla="*/ 3 h 36"/>
                <a:gd name="T8" fmla="*/ 2 w 20"/>
                <a:gd name="T9" fmla="*/ 0 h 36"/>
                <a:gd name="T10" fmla="*/ 18 w 20"/>
                <a:gd name="T11" fmla="*/ 1 h 36"/>
                <a:gd name="T12" fmla="*/ 20 w 20"/>
                <a:gd name="T13" fmla="*/ 3 h 36"/>
                <a:gd name="T14" fmla="*/ 20 w 20"/>
                <a:gd name="T15" fmla="*/ 33 h 36"/>
                <a:gd name="T16" fmla="*/ 18 w 20"/>
                <a:gd name="T1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36">
                  <a:moveTo>
                    <a:pt x="18" y="36"/>
                  </a:moveTo>
                  <a:cubicBezTo>
                    <a:pt x="2" y="36"/>
                    <a:pt x="2" y="36"/>
                    <a:pt x="2" y="36"/>
                  </a:cubicBezTo>
                  <a:cubicBezTo>
                    <a:pt x="1" y="36"/>
                    <a:pt x="0" y="34"/>
                    <a:pt x="0" y="3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1"/>
                    <a:pt x="20" y="2"/>
                    <a:pt x="20" y="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5"/>
                    <a:pt x="19" y="36"/>
                    <a:pt x="18" y="36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5256213" y="4038600"/>
              <a:ext cx="290513" cy="236537"/>
            </a:xfrm>
            <a:prstGeom prst="rect">
              <a:avLst/>
            </a:pr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5256213" y="4200525"/>
              <a:ext cx="290513" cy="74612"/>
            </a:xfrm>
            <a:prstGeom prst="rect">
              <a:avLst/>
            </a:pr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1" name="Oval 19"/>
          <p:cNvSpPr>
            <a:spLocks noChangeArrowheads="1"/>
          </p:cNvSpPr>
          <p:nvPr/>
        </p:nvSpPr>
        <p:spPr bwMode="auto">
          <a:xfrm>
            <a:off x="5982291" y="747529"/>
            <a:ext cx="744279" cy="744279"/>
          </a:xfrm>
          <a:prstGeom prst="ellipse">
            <a:avLst/>
          </a:prstGeom>
          <a:solidFill>
            <a:srgbClr val="4B72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Freeform 20"/>
          <p:cNvSpPr>
            <a:spLocks noEditPoints="1"/>
          </p:cNvSpPr>
          <p:nvPr/>
        </p:nvSpPr>
        <p:spPr bwMode="auto">
          <a:xfrm>
            <a:off x="5712047" y="564412"/>
            <a:ext cx="1290674" cy="1645093"/>
          </a:xfrm>
          <a:custGeom>
            <a:avLst/>
            <a:gdLst>
              <a:gd name="T0" fmla="*/ 192 w 205"/>
              <a:gd name="T1" fmla="*/ 90 h 261"/>
              <a:gd name="T2" fmla="*/ 102 w 205"/>
              <a:gd name="T3" fmla="*/ 0 h 261"/>
              <a:gd name="T4" fmla="*/ 13 w 205"/>
              <a:gd name="T5" fmla="*/ 90 h 261"/>
              <a:gd name="T6" fmla="*/ 102 w 205"/>
              <a:gd name="T7" fmla="*/ 261 h 261"/>
              <a:gd name="T8" fmla="*/ 192 w 205"/>
              <a:gd name="T9" fmla="*/ 90 h 261"/>
              <a:gd name="T10" fmla="*/ 106 w 205"/>
              <a:gd name="T11" fmla="*/ 133 h 261"/>
              <a:gd name="T12" fmla="*/ 60 w 205"/>
              <a:gd name="T13" fmla="*/ 87 h 261"/>
              <a:gd name="T14" fmla="*/ 99 w 205"/>
              <a:gd name="T15" fmla="*/ 48 h 261"/>
              <a:gd name="T16" fmla="*/ 145 w 205"/>
              <a:gd name="T17" fmla="*/ 94 h 261"/>
              <a:gd name="T18" fmla="*/ 106 w 205"/>
              <a:gd name="T19" fmla="*/ 133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1">
                <a:moveTo>
                  <a:pt x="192" y="90"/>
                </a:moveTo>
                <a:cubicBezTo>
                  <a:pt x="192" y="41"/>
                  <a:pt x="152" y="0"/>
                  <a:pt x="102" y="0"/>
                </a:cubicBezTo>
                <a:cubicBezTo>
                  <a:pt x="53" y="0"/>
                  <a:pt x="13" y="41"/>
                  <a:pt x="13" y="90"/>
                </a:cubicBezTo>
                <a:cubicBezTo>
                  <a:pt x="13" y="90"/>
                  <a:pt x="0" y="185"/>
                  <a:pt x="102" y="261"/>
                </a:cubicBezTo>
                <a:cubicBezTo>
                  <a:pt x="205" y="185"/>
                  <a:pt x="192" y="90"/>
                  <a:pt x="192" y="90"/>
                </a:cubicBezTo>
                <a:close/>
                <a:moveTo>
                  <a:pt x="106" y="133"/>
                </a:moveTo>
                <a:cubicBezTo>
                  <a:pt x="80" y="135"/>
                  <a:pt x="58" y="113"/>
                  <a:pt x="60" y="87"/>
                </a:cubicBezTo>
                <a:cubicBezTo>
                  <a:pt x="62" y="66"/>
                  <a:pt x="78" y="49"/>
                  <a:pt x="99" y="48"/>
                </a:cubicBezTo>
                <a:cubicBezTo>
                  <a:pt x="125" y="46"/>
                  <a:pt x="147" y="67"/>
                  <a:pt x="145" y="94"/>
                </a:cubicBezTo>
                <a:cubicBezTo>
                  <a:pt x="143" y="114"/>
                  <a:pt x="127" y="131"/>
                  <a:pt x="106" y="133"/>
                </a:cubicBezTo>
                <a:close/>
              </a:path>
            </a:pathLst>
          </a:custGeom>
          <a:solidFill>
            <a:srgbClr val="F2C8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Freeform 22"/>
          <p:cNvSpPr/>
          <p:nvPr/>
        </p:nvSpPr>
        <p:spPr bwMode="auto">
          <a:xfrm>
            <a:off x="7191744" y="967563"/>
            <a:ext cx="194930" cy="196406"/>
          </a:xfrm>
          <a:custGeom>
            <a:avLst/>
            <a:gdLst>
              <a:gd name="T0" fmla="*/ 11 w 31"/>
              <a:gd name="T1" fmla="*/ 9 h 31"/>
              <a:gd name="T2" fmla="*/ 13 w 31"/>
              <a:gd name="T3" fmla="*/ 2 h 31"/>
              <a:gd name="T4" fmla="*/ 18 w 31"/>
              <a:gd name="T5" fmla="*/ 2 h 31"/>
              <a:gd name="T6" fmla="*/ 20 w 31"/>
              <a:gd name="T7" fmla="*/ 9 h 31"/>
              <a:gd name="T8" fmla="*/ 21 w 31"/>
              <a:gd name="T9" fmla="*/ 11 h 31"/>
              <a:gd name="T10" fmla="*/ 29 w 31"/>
              <a:gd name="T11" fmla="*/ 13 h 31"/>
              <a:gd name="T12" fmla="*/ 29 w 31"/>
              <a:gd name="T13" fmla="*/ 17 h 31"/>
              <a:gd name="T14" fmla="*/ 21 w 31"/>
              <a:gd name="T15" fmla="*/ 19 h 31"/>
              <a:gd name="T16" fmla="*/ 20 w 31"/>
              <a:gd name="T17" fmla="*/ 21 h 31"/>
              <a:gd name="T18" fmla="*/ 18 w 31"/>
              <a:gd name="T19" fmla="*/ 29 h 31"/>
              <a:gd name="T20" fmla="*/ 13 w 31"/>
              <a:gd name="T21" fmla="*/ 29 h 31"/>
              <a:gd name="T22" fmla="*/ 11 w 31"/>
              <a:gd name="T23" fmla="*/ 21 h 31"/>
              <a:gd name="T24" fmla="*/ 10 w 31"/>
              <a:gd name="T25" fmla="*/ 19 h 31"/>
              <a:gd name="T26" fmla="*/ 2 w 31"/>
              <a:gd name="T27" fmla="*/ 17 h 31"/>
              <a:gd name="T28" fmla="*/ 2 w 31"/>
              <a:gd name="T29" fmla="*/ 13 h 31"/>
              <a:gd name="T30" fmla="*/ 10 w 31"/>
              <a:gd name="T31" fmla="*/ 11 h 31"/>
              <a:gd name="T32" fmla="*/ 11 w 31"/>
              <a:gd name="T33" fmla="*/ 9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1" h="31">
                <a:moveTo>
                  <a:pt x="11" y="9"/>
                </a:moveTo>
                <a:cubicBezTo>
                  <a:pt x="13" y="2"/>
                  <a:pt x="13" y="2"/>
                  <a:pt x="13" y="2"/>
                </a:cubicBezTo>
                <a:cubicBezTo>
                  <a:pt x="14" y="0"/>
                  <a:pt x="17" y="0"/>
                  <a:pt x="18" y="2"/>
                </a:cubicBezTo>
                <a:cubicBezTo>
                  <a:pt x="20" y="9"/>
                  <a:pt x="20" y="9"/>
                  <a:pt x="20" y="9"/>
                </a:cubicBezTo>
                <a:cubicBezTo>
                  <a:pt x="20" y="10"/>
                  <a:pt x="20" y="11"/>
                  <a:pt x="21" y="11"/>
                </a:cubicBezTo>
                <a:cubicBezTo>
                  <a:pt x="29" y="13"/>
                  <a:pt x="29" y="13"/>
                  <a:pt x="29" y="13"/>
                </a:cubicBezTo>
                <a:cubicBezTo>
                  <a:pt x="31" y="14"/>
                  <a:pt x="31" y="17"/>
                  <a:pt x="29" y="17"/>
                </a:cubicBezTo>
                <a:cubicBezTo>
                  <a:pt x="21" y="19"/>
                  <a:pt x="21" y="19"/>
                  <a:pt x="21" y="19"/>
                </a:cubicBezTo>
                <a:cubicBezTo>
                  <a:pt x="20" y="20"/>
                  <a:pt x="20" y="20"/>
                  <a:pt x="20" y="21"/>
                </a:cubicBezTo>
                <a:cubicBezTo>
                  <a:pt x="18" y="29"/>
                  <a:pt x="18" y="29"/>
                  <a:pt x="18" y="29"/>
                </a:cubicBezTo>
                <a:cubicBezTo>
                  <a:pt x="17" y="31"/>
                  <a:pt x="14" y="31"/>
                  <a:pt x="13" y="29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0"/>
                  <a:pt x="10" y="20"/>
                  <a:pt x="10" y="19"/>
                </a:cubicBezTo>
                <a:cubicBezTo>
                  <a:pt x="2" y="17"/>
                  <a:pt x="2" y="17"/>
                  <a:pt x="2" y="17"/>
                </a:cubicBezTo>
                <a:cubicBezTo>
                  <a:pt x="0" y="17"/>
                  <a:pt x="0" y="14"/>
                  <a:pt x="2" y="13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1"/>
                  <a:pt x="11" y="10"/>
                  <a:pt x="11" y="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Freeform 23"/>
          <p:cNvSpPr/>
          <p:nvPr/>
        </p:nvSpPr>
        <p:spPr bwMode="auto">
          <a:xfrm>
            <a:off x="7645105" y="3634563"/>
            <a:ext cx="150628" cy="152104"/>
          </a:xfrm>
          <a:custGeom>
            <a:avLst/>
            <a:gdLst>
              <a:gd name="T0" fmla="*/ 9 w 24"/>
              <a:gd name="T1" fmla="*/ 7 h 24"/>
              <a:gd name="T2" fmla="*/ 10 w 24"/>
              <a:gd name="T3" fmla="*/ 2 h 24"/>
              <a:gd name="T4" fmla="*/ 14 w 24"/>
              <a:gd name="T5" fmla="*/ 2 h 24"/>
              <a:gd name="T6" fmla="*/ 15 w 24"/>
              <a:gd name="T7" fmla="*/ 7 h 24"/>
              <a:gd name="T8" fmla="*/ 16 w 24"/>
              <a:gd name="T9" fmla="*/ 9 h 24"/>
              <a:gd name="T10" fmla="*/ 22 w 24"/>
              <a:gd name="T11" fmla="*/ 10 h 24"/>
              <a:gd name="T12" fmla="*/ 22 w 24"/>
              <a:gd name="T13" fmla="*/ 13 h 24"/>
              <a:gd name="T14" fmla="*/ 16 w 24"/>
              <a:gd name="T15" fmla="*/ 15 h 24"/>
              <a:gd name="T16" fmla="*/ 15 w 24"/>
              <a:gd name="T17" fmla="*/ 16 h 24"/>
              <a:gd name="T18" fmla="*/ 14 w 24"/>
              <a:gd name="T19" fmla="*/ 22 h 24"/>
              <a:gd name="T20" fmla="*/ 10 w 24"/>
              <a:gd name="T21" fmla="*/ 22 h 24"/>
              <a:gd name="T22" fmla="*/ 9 w 24"/>
              <a:gd name="T23" fmla="*/ 16 h 24"/>
              <a:gd name="T24" fmla="*/ 8 w 24"/>
              <a:gd name="T25" fmla="*/ 15 h 24"/>
              <a:gd name="T26" fmla="*/ 2 w 24"/>
              <a:gd name="T27" fmla="*/ 13 h 24"/>
              <a:gd name="T28" fmla="*/ 2 w 24"/>
              <a:gd name="T29" fmla="*/ 10 h 24"/>
              <a:gd name="T30" fmla="*/ 8 w 24"/>
              <a:gd name="T31" fmla="*/ 9 h 24"/>
              <a:gd name="T32" fmla="*/ 9 w 24"/>
              <a:gd name="T33" fmla="*/ 7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4" h="24">
                <a:moveTo>
                  <a:pt x="9" y="7"/>
                </a:moveTo>
                <a:cubicBezTo>
                  <a:pt x="10" y="2"/>
                  <a:pt x="10" y="2"/>
                  <a:pt x="10" y="2"/>
                </a:cubicBezTo>
                <a:cubicBezTo>
                  <a:pt x="11" y="0"/>
                  <a:pt x="13" y="0"/>
                  <a:pt x="14" y="2"/>
                </a:cubicBezTo>
                <a:cubicBezTo>
                  <a:pt x="15" y="7"/>
                  <a:pt x="15" y="7"/>
                  <a:pt x="15" y="7"/>
                </a:cubicBezTo>
                <a:cubicBezTo>
                  <a:pt x="15" y="8"/>
                  <a:pt x="16" y="9"/>
                  <a:pt x="16" y="9"/>
                </a:cubicBezTo>
                <a:cubicBezTo>
                  <a:pt x="22" y="10"/>
                  <a:pt x="22" y="10"/>
                  <a:pt x="22" y="10"/>
                </a:cubicBezTo>
                <a:cubicBezTo>
                  <a:pt x="24" y="11"/>
                  <a:pt x="24" y="13"/>
                  <a:pt x="22" y="13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5"/>
                  <a:pt x="15" y="16"/>
                  <a:pt x="15" y="16"/>
                </a:cubicBezTo>
                <a:cubicBezTo>
                  <a:pt x="14" y="22"/>
                  <a:pt x="14" y="22"/>
                  <a:pt x="14" y="22"/>
                </a:cubicBezTo>
                <a:cubicBezTo>
                  <a:pt x="13" y="24"/>
                  <a:pt x="11" y="24"/>
                  <a:pt x="10" y="22"/>
                </a:cubicBezTo>
                <a:cubicBezTo>
                  <a:pt x="9" y="16"/>
                  <a:pt x="9" y="16"/>
                  <a:pt x="9" y="16"/>
                </a:cubicBezTo>
                <a:cubicBezTo>
                  <a:pt x="9" y="16"/>
                  <a:pt x="8" y="15"/>
                  <a:pt x="8" y="15"/>
                </a:cubicBezTo>
                <a:cubicBezTo>
                  <a:pt x="2" y="13"/>
                  <a:pt x="2" y="13"/>
                  <a:pt x="2" y="13"/>
                </a:cubicBezTo>
                <a:cubicBezTo>
                  <a:pt x="0" y="13"/>
                  <a:pt x="0" y="11"/>
                  <a:pt x="2" y="10"/>
                </a:cubicBezTo>
                <a:cubicBezTo>
                  <a:pt x="8" y="9"/>
                  <a:pt x="8" y="9"/>
                  <a:pt x="8" y="9"/>
                </a:cubicBezTo>
                <a:cubicBezTo>
                  <a:pt x="8" y="9"/>
                  <a:pt x="9" y="8"/>
                  <a:pt x="9" y="7"/>
                </a:cubicBezTo>
                <a:close/>
              </a:path>
            </a:pathLst>
          </a:custGeom>
          <a:solidFill>
            <a:srgbClr val="4B72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Freeform 24"/>
          <p:cNvSpPr/>
          <p:nvPr/>
        </p:nvSpPr>
        <p:spPr bwMode="auto">
          <a:xfrm>
            <a:off x="4919035" y="3887086"/>
            <a:ext cx="144721" cy="152104"/>
          </a:xfrm>
          <a:custGeom>
            <a:avLst/>
            <a:gdLst>
              <a:gd name="T0" fmla="*/ 8 w 23"/>
              <a:gd name="T1" fmla="*/ 8 h 24"/>
              <a:gd name="T2" fmla="*/ 10 w 23"/>
              <a:gd name="T3" fmla="*/ 2 h 24"/>
              <a:gd name="T4" fmla="*/ 13 w 23"/>
              <a:gd name="T5" fmla="*/ 2 h 24"/>
              <a:gd name="T6" fmla="*/ 15 w 23"/>
              <a:gd name="T7" fmla="*/ 8 h 24"/>
              <a:gd name="T8" fmla="*/ 16 w 23"/>
              <a:gd name="T9" fmla="*/ 9 h 24"/>
              <a:gd name="T10" fmla="*/ 22 w 23"/>
              <a:gd name="T11" fmla="*/ 10 h 24"/>
              <a:gd name="T12" fmla="*/ 22 w 23"/>
              <a:gd name="T13" fmla="*/ 14 h 24"/>
              <a:gd name="T14" fmla="*/ 16 w 23"/>
              <a:gd name="T15" fmla="*/ 15 h 24"/>
              <a:gd name="T16" fmla="*/ 15 w 23"/>
              <a:gd name="T17" fmla="*/ 16 h 24"/>
              <a:gd name="T18" fmla="*/ 13 w 23"/>
              <a:gd name="T19" fmla="*/ 22 h 24"/>
              <a:gd name="T20" fmla="*/ 10 w 23"/>
              <a:gd name="T21" fmla="*/ 22 h 24"/>
              <a:gd name="T22" fmla="*/ 8 w 23"/>
              <a:gd name="T23" fmla="*/ 16 h 24"/>
              <a:gd name="T24" fmla="*/ 7 w 23"/>
              <a:gd name="T25" fmla="*/ 15 h 24"/>
              <a:gd name="T26" fmla="*/ 2 w 23"/>
              <a:gd name="T27" fmla="*/ 14 h 24"/>
              <a:gd name="T28" fmla="*/ 2 w 23"/>
              <a:gd name="T29" fmla="*/ 10 h 24"/>
              <a:gd name="T30" fmla="*/ 7 w 23"/>
              <a:gd name="T31" fmla="*/ 9 h 24"/>
              <a:gd name="T32" fmla="*/ 8 w 23"/>
              <a:gd name="T33" fmla="*/ 8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3" h="24">
                <a:moveTo>
                  <a:pt x="8" y="8"/>
                </a:moveTo>
                <a:cubicBezTo>
                  <a:pt x="10" y="2"/>
                  <a:pt x="10" y="2"/>
                  <a:pt x="10" y="2"/>
                </a:cubicBezTo>
                <a:cubicBezTo>
                  <a:pt x="10" y="0"/>
                  <a:pt x="13" y="0"/>
                  <a:pt x="13" y="2"/>
                </a:cubicBezTo>
                <a:cubicBezTo>
                  <a:pt x="15" y="8"/>
                  <a:pt x="15" y="8"/>
                  <a:pt x="15" y="8"/>
                </a:cubicBezTo>
                <a:cubicBezTo>
                  <a:pt x="15" y="8"/>
                  <a:pt x="15" y="9"/>
                  <a:pt x="16" y="9"/>
                </a:cubicBezTo>
                <a:cubicBezTo>
                  <a:pt x="22" y="10"/>
                  <a:pt x="22" y="10"/>
                  <a:pt x="22" y="10"/>
                </a:cubicBezTo>
                <a:cubicBezTo>
                  <a:pt x="23" y="11"/>
                  <a:pt x="23" y="13"/>
                  <a:pt x="22" y="14"/>
                </a:cubicBezTo>
                <a:cubicBezTo>
                  <a:pt x="16" y="15"/>
                  <a:pt x="16" y="15"/>
                  <a:pt x="16" y="15"/>
                </a:cubicBezTo>
                <a:cubicBezTo>
                  <a:pt x="15" y="15"/>
                  <a:pt x="15" y="16"/>
                  <a:pt x="15" y="16"/>
                </a:cubicBezTo>
                <a:cubicBezTo>
                  <a:pt x="13" y="22"/>
                  <a:pt x="13" y="22"/>
                  <a:pt x="13" y="22"/>
                </a:cubicBezTo>
                <a:cubicBezTo>
                  <a:pt x="13" y="24"/>
                  <a:pt x="10" y="24"/>
                  <a:pt x="10" y="22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5"/>
                  <a:pt x="7" y="15"/>
                </a:cubicBezTo>
                <a:cubicBezTo>
                  <a:pt x="2" y="14"/>
                  <a:pt x="2" y="14"/>
                  <a:pt x="2" y="14"/>
                </a:cubicBezTo>
                <a:cubicBezTo>
                  <a:pt x="0" y="13"/>
                  <a:pt x="0" y="11"/>
                  <a:pt x="2" y="10"/>
                </a:cubicBezTo>
                <a:cubicBezTo>
                  <a:pt x="7" y="9"/>
                  <a:pt x="7" y="9"/>
                  <a:pt x="7" y="9"/>
                </a:cubicBezTo>
                <a:cubicBezTo>
                  <a:pt x="8" y="9"/>
                  <a:pt x="8" y="8"/>
                  <a:pt x="8" y="8"/>
                </a:cubicBezTo>
                <a:close/>
              </a:path>
            </a:pathLst>
          </a:custGeom>
          <a:solidFill>
            <a:srgbClr val="4B72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Freeform 25"/>
          <p:cNvSpPr/>
          <p:nvPr/>
        </p:nvSpPr>
        <p:spPr bwMode="auto">
          <a:xfrm>
            <a:off x="3810000" y="2752947"/>
            <a:ext cx="144721" cy="144721"/>
          </a:xfrm>
          <a:custGeom>
            <a:avLst/>
            <a:gdLst>
              <a:gd name="T0" fmla="*/ 8 w 23"/>
              <a:gd name="T1" fmla="*/ 7 h 23"/>
              <a:gd name="T2" fmla="*/ 10 w 23"/>
              <a:gd name="T3" fmla="*/ 1 h 23"/>
              <a:gd name="T4" fmla="*/ 13 w 23"/>
              <a:gd name="T5" fmla="*/ 1 h 23"/>
              <a:gd name="T6" fmla="*/ 15 w 23"/>
              <a:gd name="T7" fmla="*/ 7 h 23"/>
              <a:gd name="T8" fmla="*/ 16 w 23"/>
              <a:gd name="T9" fmla="*/ 8 h 23"/>
              <a:gd name="T10" fmla="*/ 22 w 23"/>
              <a:gd name="T11" fmla="*/ 10 h 23"/>
              <a:gd name="T12" fmla="*/ 22 w 23"/>
              <a:gd name="T13" fmla="*/ 13 h 23"/>
              <a:gd name="T14" fmla="*/ 16 w 23"/>
              <a:gd name="T15" fmla="*/ 14 h 23"/>
              <a:gd name="T16" fmla="*/ 15 w 23"/>
              <a:gd name="T17" fmla="*/ 16 h 23"/>
              <a:gd name="T18" fmla="*/ 13 w 23"/>
              <a:gd name="T19" fmla="*/ 21 h 23"/>
              <a:gd name="T20" fmla="*/ 10 w 23"/>
              <a:gd name="T21" fmla="*/ 21 h 23"/>
              <a:gd name="T22" fmla="*/ 8 w 23"/>
              <a:gd name="T23" fmla="*/ 16 h 23"/>
              <a:gd name="T24" fmla="*/ 7 w 23"/>
              <a:gd name="T25" fmla="*/ 14 h 23"/>
              <a:gd name="T26" fmla="*/ 2 w 23"/>
              <a:gd name="T27" fmla="*/ 13 h 23"/>
              <a:gd name="T28" fmla="*/ 2 w 23"/>
              <a:gd name="T29" fmla="*/ 10 h 23"/>
              <a:gd name="T30" fmla="*/ 7 w 23"/>
              <a:gd name="T31" fmla="*/ 8 h 23"/>
              <a:gd name="T32" fmla="*/ 8 w 23"/>
              <a:gd name="T33" fmla="*/ 7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3" h="23">
                <a:moveTo>
                  <a:pt x="8" y="7"/>
                </a:moveTo>
                <a:cubicBezTo>
                  <a:pt x="10" y="1"/>
                  <a:pt x="10" y="1"/>
                  <a:pt x="10" y="1"/>
                </a:cubicBezTo>
                <a:cubicBezTo>
                  <a:pt x="10" y="0"/>
                  <a:pt x="13" y="0"/>
                  <a:pt x="13" y="1"/>
                </a:cubicBezTo>
                <a:cubicBezTo>
                  <a:pt x="15" y="7"/>
                  <a:pt x="15" y="7"/>
                  <a:pt x="15" y="7"/>
                </a:cubicBezTo>
                <a:cubicBezTo>
                  <a:pt x="15" y="8"/>
                  <a:pt x="15" y="8"/>
                  <a:pt x="16" y="8"/>
                </a:cubicBezTo>
                <a:cubicBezTo>
                  <a:pt x="22" y="10"/>
                  <a:pt x="22" y="10"/>
                  <a:pt x="22" y="10"/>
                </a:cubicBezTo>
                <a:cubicBezTo>
                  <a:pt x="23" y="10"/>
                  <a:pt x="23" y="12"/>
                  <a:pt x="22" y="13"/>
                </a:cubicBezTo>
                <a:cubicBezTo>
                  <a:pt x="16" y="14"/>
                  <a:pt x="16" y="14"/>
                  <a:pt x="16" y="14"/>
                </a:cubicBezTo>
                <a:cubicBezTo>
                  <a:pt x="15" y="15"/>
                  <a:pt x="15" y="15"/>
                  <a:pt x="15" y="16"/>
                </a:cubicBezTo>
                <a:cubicBezTo>
                  <a:pt x="13" y="21"/>
                  <a:pt x="13" y="21"/>
                  <a:pt x="13" y="21"/>
                </a:cubicBezTo>
                <a:cubicBezTo>
                  <a:pt x="13" y="23"/>
                  <a:pt x="10" y="23"/>
                  <a:pt x="10" y="21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5"/>
                  <a:pt x="8" y="15"/>
                  <a:pt x="7" y="14"/>
                </a:cubicBezTo>
                <a:cubicBezTo>
                  <a:pt x="2" y="13"/>
                  <a:pt x="2" y="13"/>
                  <a:pt x="2" y="13"/>
                </a:cubicBezTo>
                <a:cubicBezTo>
                  <a:pt x="0" y="12"/>
                  <a:pt x="0" y="10"/>
                  <a:pt x="2" y="10"/>
                </a:cubicBezTo>
                <a:cubicBezTo>
                  <a:pt x="7" y="8"/>
                  <a:pt x="7" y="8"/>
                  <a:pt x="7" y="8"/>
                </a:cubicBezTo>
                <a:cubicBezTo>
                  <a:pt x="8" y="8"/>
                  <a:pt x="8" y="8"/>
                  <a:pt x="8" y="7"/>
                </a:cubicBezTo>
                <a:close/>
              </a:path>
            </a:pathLst>
          </a:custGeom>
          <a:solidFill>
            <a:srgbClr val="4B72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Freeform 26"/>
          <p:cNvSpPr/>
          <p:nvPr/>
        </p:nvSpPr>
        <p:spPr bwMode="auto">
          <a:xfrm>
            <a:off x="7727803" y="3956493"/>
            <a:ext cx="87128" cy="94512"/>
          </a:xfrm>
          <a:custGeom>
            <a:avLst/>
            <a:gdLst>
              <a:gd name="T0" fmla="*/ 5 w 14"/>
              <a:gd name="T1" fmla="*/ 5 h 15"/>
              <a:gd name="T2" fmla="*/ 6 w 14"/>
              <a:gd name="T3" fmla="*/ 1 h 15"/>
              <a:gd name="T4" fmla="*/ 8 w 14"/>
              <a:gd name="T5" fmla="*/ 1 h 15"/>
              <a:gd name="T6" fmla="*/ 9 w 14"/>
              <a:gd name="T7" fmla="*/ 5 h 15"/>
              <a:gd name="T8" fmla="*/ 10 w 14"/>
              <a:gd name="T9" fmla="*/ 6 h 15"/>
              <a:gd name="T10" fmla="*/ 13 w 14"/>
              <a:gd name="T11" fmla="*/ 7 h 15"/>
              <a:gd name="T12" fmla="*/ 13 w 14"/>
              <a:gd name="T13" fmla="*/ 9 h 15"/>
              <a:gd name="T14" fmla="*/ 10 w 14"/>
              <a:gd name="T15" fmla="*/ 10 h 15"/>
              <a:gd name="T16" fmla="*/ 9 w 14"/>
              <a:gd name="T17" fmla="*/ 10 h 15"/>
              <a:gd name="T18" fmla="*/ 8 w 14"/>
              <a:gd name="T19" fmla="*/ 14 h 15"/>
              <a:gd name="T20" fmla="*/ 6 w 14"/>
              <a:gd name="T21" fmla="*/ 14 h 15"/>
              <a:gd name="T22" fmla="*/ 5 w 14"/>
              <a:gd name="T23" fmla="*/ 10 h 15"/>
              <a:gd name="T24" fmla="*/ 4 w 14"/>
              <a:gd name="T25" fmla="*/ 10 h 15"/>
              <a:gd name="T26" fmla="*/ 1 w 14"/>
              <a:gd name="T27" fmla="*/ 9 h 15"/>
              <a:gd name="T28" fmla="*/ 1 w 14"/>
              <a:gd name="T29" fmla="*/ 7 h 15"/>
              <a:gd name="T30" fmla="*/ 4 w 14"/>
              <a:gd name="T31" fmla="*/ 6 h 15"/>
              <a:gd name="T32" fmla="*/ 5 w 14"/>
              <a:gd name="T33" fmla="*/ 5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5">
                <a:moveTo>
                  <a:pt x="5" y="5"/>
                </a:moveTo>
                <a:cubicBezTo>
                  <a:pt x="6" y="1"/>
                  <a:pt x="6" y="1"/>
                  <a:pt x="6" y="1"/>
                </a:cubicBezTo>
                <a:cubicBezTo>
                  <a:pt x="6" y="0"/>
                  <a:pt x="8" y="0"/>
                  <a:pt x="8" y="1"/>
                </a:cubicBezTo>
                <a:cubicBezTo>
                  <a:pt x="9" y="5"/>
                  <a:pt x="9" y="5"/>
                  <a:pt x="9" y="5"/>
                </a:cubicBezTo>
                <a:cubicBezTo>
                  <a:pt x="9" y="5"/>
                  <a:pt x="9" y="6"/>
                  <a:pt x="10" y="6"/>
                </a:cubicBezTo>
                <a:cubicBezTo>
                  <a:pt x="13" y="7"/>
                  <a:pt x="13" y="7"/>
                  <a:pt x="13" y="7"/>
                </a:cubicBezTo>
                <a:cubicBezTo>
                  <a:pt x="14" y="7"/>
                  <a:pt x="14" y="9"/>
                  <a:pt x="13" y="9"/>
                </a:cubicBezTo>
                <a:cubicBezTo>
                  <a:pt x="10" y="10"/>
                  <a:pt x="10" y="10"/>
                  <a:pt x="10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5"/>
                  <a:pt x="6" y="15"/>
                  <a:pt x="6" y="14"/>
                </a:cubicBezTo>
                <a:cubicBezTo>
                  <a:pt x="5" y="10"/>
                  <a:pt x="5" y="10"/>
                  <a:pt x="5" y="10"/>
                </a:cubicBezTo>
                <a:cubicBezTo>
                  <a:pt x="5" y="10"/>
                  <a:pt x="5" y="10"/>
                  <a:pt x="4" y="10"/>
                </a:cubicBezTo>
                <a:cubicBezTo>
                  <a:pt x="1" y="9"/>
                  <a:pt x="1" y="9"/>
                  <a:pt x="1" y="9"/>
                </a:cubicBezTo>
                <a:cubicBezTo>
                  <a:pt x="0" y="9"/>
                  <a:pt x="0" y="7"/>
                  <a:pt x="1" y="7"/>
                </a:cubicBezTo>
                <a:cubicBezTo>
                  <a:pt x="4" y="6"/>
                  <a:pt x="4" y="6"/>
                  <a:pt x="4" y="6"/>
                </a:cubicBezTo>
                <a:cubicBezTo>
                  <a:pt x="5" y="6"/>
                  <a:pt x="5" y="5"/>
                  <a:pt x="5" y="5"/>
                </a:cubicBezTo>
                <a:close/>
              </a:path>
            </a:pathLst>
          </a:custGeom>
          <a:solidFill>
            <a:srgbClr val="F2C8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Freeform 27"/>
          <p:cNvSpPr/>
          <p:nvPr/>
        </p:nvSpPr>
        <p:spPr bwMode="auto">
          <a:xfrm>
            <a:off x="4458291" y="3553342"/>
            <a:ext cx="127000" cy="125523"/>
          </a:xfrm>
          <a:custGeom>
            <a:avLst/>
            <a:gdLst>
              <a:gd name="T0" fmla="*/ 7 w 20"/>
              <a:gd name="T1" fmla="*/ 6 h 20"/>
              <a:gd name="T2" fmla="*/ 8 w 20"/>
              <a:gd name="T3" fmla="*/ 1 h 20"/>
              <a:gd name="T4" fmla="*/ 11 w 20"/>
              <a:gd name="T5" fmla="*/ 1 h 20"/>
              <a:gd name="T6" fmla="*/ 12 w 20"/>
              <a:gd name="T7" fmla="*/ 6 h 20"/>
              <a:gd name="T8" fmla="*/ 13 w 20"/>
              <a:gd name="T9" fmla="*/ 7 h 20"/>
              <a:gd name="T10" fmla="*/ 18 w 20"/>
              <a:gd name="T11" fmla="*/ 9 h 20"/>
              <a:gd name="T12" fmla="*/ 18 w 20"/>
              <a:gd name="T13" fmla="*/ 11 h 20"/>
              <a:gd name="T14" fmla="*/ 13 w 20"/>
              <a:gd name="T15" fmla="*/ 13 h 20"/>
              <a:gd name="T16" fmla="*/ 12 w 20"/>
              <a:gd name="T17" fmla="*/ 14 h 20"/>
              <a:gd name="T18" fmla="*/ 11 w 20"/>
              <a:gd name="T19" fmla="*/ 19 h 20"/>
              <a:gd name="T20" fmla="*/ 8 w 20"/>
              <a:gd name="T21" fmla="*/ 19 h 20"/>
              <a:gd name="T22" fmla="*/ 7 w 20"/>
              <a:gd name="T23" fmla="*/ 14 h 20"/>
              <a:gd name="T24" fmla="*/ 6 w 20"/>
              <a:gd name="T25" fmla="*/ 13 h 20"/>
              <a:gd name="T26" fmla="*/ 1 w 20"/>
              <a:gd name="T27" fmla="*/ 11 h 20"/>
              <a:gd name="T28" fmla="*/ 1 w 20"/>
              <a:gd name="T29" fmla="*/ 9 h 20"/>
              <a:gd name="T30" fmla="*/ 6 w 20"/>
              <a:gd name="T31" fmla="*/ 7 h 20"/>
              <a:gd name="T32" fmla="*/ 7 w 20"/>
              <a:gd name="T33" fmla="*/ 6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0" h="20">
                <a:moveTo>
                  <a:pt x="7" y="6"/>
                </a:moveTo>
                <a:cubicBezTo>
                  <a:pt x="8" y="1"/>
                  <a:pt x="8" y="1"/>
                  <a:pt x="8" y="1"/>
                </a:cubicBezTo>
                <a:cubicBezTo>
                  <a:pt x="9" y="0"/>
                  <a:pt x="11" y="0"/>
                  <a:pt x="11" y="1"/>
                </a:cubicBezTo>
                <a:cubicBezTo>
                  <a:pt x="12" y="6"/>
                  <a:pt x="12" y="6"/>
                  <a:pt x="12" y="6"/>
                </a:cubicBezTo>
                <a:cubicBezTo>
                  <a:pt x="13" y="7"/>
                  <a:pt x="13" y="7"/>
                  <a:pt x="13" y="7"/>
                </a:cubicBezTo>
                <a:cubicBezTo>
                  <a:pt x="18" y="9"/>
                  <a:pt x="18" y="9"/>
                  <a:pt x="18" y="9"/>
                </a:cubicBezTo>
                <a:cubicBezTo>
                  <a:pt x="20" y="9"/>
                  <a:pt x="20" y="11"/>
                  <a:pt x="18" y="11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2" y="14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20"/>
                  <a:pt x="9" y="20"/>
                  <a:pt x="8" y="19"/>
                </a:cubicBezTo>
                <a:cubicBezTo>
                  <a:pt x="7" y="14"/>
                  <a:pt x="7" y="14"/>
                  <a:pt x="7" y="14"/>
                </a:cubicBezTo>
                <a:cubicBezTo>
                  <a:pt x="7" y="13"/>
                  <a:pt x="6" y="13"/>
                  <a:pt x="6" y="13"/>
                </a:cubicBezTo>
                <a:cubicBezTo>
                  <a:pt x="1" y="11"/>
                  <a:pt x="1" y="11"/>
                  <a:pt x="1" y="11"/>
                </a:cubicBezTo>
                <a:cubicBezTo>
                  <a:pt x="0" y="11"/>
                  <a:pt x="0" y="9"/>
                  <a:pt x="1" y="9"/>
                </a:cubicBezTo>
                <a:cubicBezTo>
                  <a:pt x="6" y="7"/>
                  <a:pt x="6" y="7"/>
                  <a:pt x="6" y="7"/>
                </a:cubicBezTo>
                <a:cubicBezTo>
                  <a:pt x="6" y="7"/>
                  <a:pt x="7" y="7"/>
                  <a:pt x="7" y="6"/>
                </a:cubicBezTo>
                <a:close/>
              </a:path>
            </a:pathLst>
          </a:custGeom>
          <a:solidFill>
            <a:srgbClr val="F2C8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Freeform 28"/>
          <p:cNvSpPr/>
          <p:nvPr/>
        </p:nvSpPr>
        <p:spPr bwMode="auto">
          <a:xfrm>
            <a:off x="4585291" y="1156586"/>
            <a:ext cx="125524" cy="127000"/>
          </a:xfrm>
          <a:custGeom>
            <a:avLst/>
            <a:gdLst>
              <a:gd name="T0" fmla="*/ 7 w 20"/>
              <a:gd name="T1" fmla="*/ 6 h 20"/>
              <a:gd name="T2" fmla="*/ 9 w 20"/>
              <a:gd name="T3" fmla="*/ 1 h 20"/>
              <a:gd name="T4" fmla="*/ 11 w 20"/>
              <a:gd name="T5" fmla="*/ 1 h 20"/>
              <a:gd name="T6" fmla="*/ 13 w 20"/>
              <a:gd name="T7" fmla="*/ 6 h 20"/>
              <a:gd name="T8" fmla="*/ 14 w 20"/>
              <a:gd name="T9" fmla="*/ 7 h 20"/>
              <a:gd name="T10" fmla="*/ 19 w 20"/>
              <a:gd name="T11" fmla="*/ 9 h 20"/>
              <a:gd name="T12" fmla="*/ 19 w 20"/>
              <a:gd name="T13" fmla="*/ 11 h 20"/>
              <a:gd name="T14" fmla="*/ 14 w 20"/>
              <a:gd name="T15" fmla="*/ 13 h 20"/>
              <a:gd name="T16" fmla="*/ 13 w 20"/>
              <a:gd name="T17" fmla="*/ 14 h 20"/>
              <a:gd name="T18" fmla="*/ 11 w 20"/>
              <a:gd name="T19" fmla="*/ 19 h 20"/>
              <a:gd name="T20" fmla="*/ 9 w 20"/>
              <a:gd name="T21" fmla="*/ 19 h 20"/>
              <a:gd name="T22" fmla="*/ 7 w 20"/>
              <a:gd name="T23" fmla="*/ 14 h 20"/>
              <a:gd name="T24" fmla="*/ 6 w 20"/>
              <a:gd name="T25" fmla="*/ 13 h 20"/>
              <a:gd name="T26" fmla="*/ 1 w 20"/>
              <a:gd name="T27" fmla="*/ 11 h 20"/>
              <a:gd name="T28" fmla="*/ 1 w 20"/>
              <a:gd name="T29" fmla="*/ 9 h 20"/>
              <a:gd name="T30" fmla="*/ 6 w 20"/>
              <a:gd name="T31" fmla="*/ 7 h 20"/>
              <a:gd name="T32" fmla="*/ 7 w 20"/>
              <a:gd name="T33" fmla="*/ 6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0" h="20">
                <a:moveTo>
                  <a:pt x="7" y="6"/>
                </a:moveTo>
                <a:cubicBezTo>
                  <a:pt x="9" y="1"/>
                  <a:pt x="9" y="1"/>
                  <a:pt x="9" y="1"/>
                </a:cubicBezTo>
                <a:cubicBezTo>
                  <a:pt x="9" y="0"/>
                  <a:pt x="11" y="0"/>
                  <a:pt x="11" y="1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7"/>
                  <a:pt x="13" y="7"/>
                  <a:pt x="14" y="7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9"/>
                  <a:pt x="20" y="11"/>
                  <a:pt x="19" y="11"/>
                </a:cubicBezTo>
                <a:cubicBezTo>
                  <a:pt x="14" y="13"/>
                  <a:pt x="14" y="13"/>
                  <a:pt x="14" y="13"/>
                </a:cubicBezTo>
                <a:cubicBezTo>
                  <a:pt x="13" y="13"/>
                  <a:pt x="13" y="13"/>
                  <a:pt x="13" y="14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20"/>
                  <a:pt x="9" y="20"/>
                  <a:pt x="9" y="19"/>
                </a:cubicBezTo>
                <a:cubicBezTo>
                  <a:pt x="7" y="14"/>
                  <a:pt x="7" y="14"/>
                  <a:pt x="7" y="14"/>
                </a:cubicBezTo>
                <a:cubicBezTo>
                  <a:pt x="7" y="13"/>
                  <a:pt x="7" y="13"/>
                  <a:pt x="6" y="13"/>
                </a:cubicBezTo>
                <a:cubicBezTo>
                  <a:pt x="1" y="11"/>
                  <a:pt x="1" y="11"/>
                  <a:pt x="1" y="11"/>
                </a:cubicBezTo>
                <a:cubicBezTo>
                  <a:pt x="0" y="11"/>
                  <a:pt x="0" y="9"/>
                  <a:pt x="1" y="9"/>
                </a:cubicBezTo>
                <a:cubicBezTo>
                  <a:pt x="6" y="7"/>
                  <a:pt x="6" y="7"/>
                  <a:pt x="6" y="7"/>
                </a:cubicBezTo>
                <a:cubicBezTo>
                  <a:pt x="7" y="7"/>
                  <a:pt x="7" y="7"/>
                  <a:pt x="7" y="6"/>
                </a:cubicBezTo>
                <a:close/>
              </a:path>
            </a:pathLst>
          </a:custGeom>
          <a:solidFill>
            <a:srgbClr val="F2C8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Freeform 29"/>
          <p:cNvSpPr/>
          <p:nvPr/>
        </p:nvSpPr>
        <p:spPr bwMode="auto">
          <a:xfrm>
            <a:off x="8003953" y="3616842"/>
            <a:ext cx="125524" cy="125523"/>
          </a:xfrm>
          <a:custGeom>
            <a:avLst/>
            <a:gdLst>
              <a:gd name="T0" fmla="*/ 7 w 20"/>
              <a:gd name="T1" fmla="*/ 6 h 20"/>
              <a:gd name="T2" fmla="*/ 9 w 20"/>
              <a:gd name="T3" fmla="*/ 1 h 20"/>
              <a:gd name="T4" fmla="*/ 12 w 20"/>
              <a:gd name="T5" fmla="*/ 1 h 20"/>
              <a:gd name="T6" fmla="*/ 13 w 20"/>
              <a:gd name="T7" fmla="*/ 6 h 20"/>
              <a:gd name="T8" fmla="*/ 14 w 20"/>
              <a:gd name="T9" fmla="*/ 7 h 20"/>
              <a:gd name="T10" fmla="*/ 19 w 20"/>
              <a:gd name="T11" fmla="*/ 9 h 20"/>
              <a:gd name="T12" fmla="*/ 19 w 20"/>
              <a:gd name="T13" fmla="*/ 11 h 20"/>
              <a:gd name="T14" fmla="*/ 14 w 20"/>
              <a:gd name="T15" fmla="*/ 13 h 20"/>
              <a:gd name="T16" fmla="*/ 13 w 20"/>
              <a:gd name="T17" fmla="*/ 14 h 20"/>
              <a:gd name="T18" fmla="*/ 12 w 20"/>
              <a:gd name="T19" fmla="*/ 19 h 20"/>
              <a:gd name="T20" fmla="*/ 9 w 20"/>
              <a:gd name="T21" fmla="*/ 19 h 20"/>
              <a:gd name="T22" fmla="*/ 7 w 20"/>
              <a:gd name="T23" fmla="*/ 14 h 20"/>
              <a:gd name="T24" fmla="*/ 6 w 20"/>
              <a:gd name="T25" fmla="*/ 13 h 20"/>
              <a:gd name="T26" fmla="*/ 1 w 20"/>
              <a:gd name="T27" fmla="*/ 11 h 20"/>
              <a:gd name="T28" fmla="*/ 1 w 20"/>
              <a:gd name="T29" fmla="*/ 9 h 20"/>
              <a:gd name="T30" fmla="*/ 6 w 20"/>
              <a:gd name="T31" fmla="*/ 7 h 20"/>
              <a:gd name="T32" fmla="*/ 7 w 20"/>
              <a:gd name="T33" fmla="*/ 6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0" h="20">
                <a:moveTo>
                  <a:pt x="7" y="6"/>
                </a:moveTo>
                <a:cubicBezTo>
                  <a:pt x="9" y="1"/>
                  <a:pt x="9" y="1"/>
                  <a:pt x="9" y="1"/>
                </a:cubicBezTo>
                <a:cubicBezTo>
                  <a:pt x="9" y="0"/>
                  <a:pt x="11" y="0"/>
                  <a:pt x="12" y="1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7"/>
                  <a:pt x="13" y="7"/>
                  <a:pt x="14" y="7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9"/>
                  <a:pt x="20" y="11"/>
                  <a:pt x="19" y="11"/>
                </a:cubicBezTo>
                <a:cubicBezTo>
                  <a:pt x="14" y="13"/>
                  <a:pt x="14" y="13"/>
                  <a:pt x="14" y="13"/>
                </a:cubicBezTo>
                <a:cubicBezTo>
                  <a:pt x="13" y="13"/>
                  <a:pt x="13" y="13"/>
                  <a:pt x="13" y="14"/>
                </a:cubicBezTo>
                <a:cubicBezTo>
                  <a:pt x="12" y="19"/>
                  <a:pt x="12" y="19"/>
                  <a:pt x="12" y="19"/>
                </a:cubicBezTo>
                <a:cubicBezTo>
                  <a:pt x="11" y="20"/>
                  <a:pt x="9" y="20"/>
                  <a:pt x="9" y="19"/>
                </a:cubicBezTo>
                <a:cubicBezTo>
                  <a:pt x="7" y="14"/>
                  <a:pt x="7" y="14"/>
                  <a:pt x="7" y="14"/>
                </a:cubicBezTo>
                <a:cubicBezTo>
                  <a:pt x="7" y="13"/>
                  <a:pt x="7" y="13"/>
                  <a:pt x="6" y="13"/>
                </a:cubicBezTo>
                <a:cubicBezTo>
                  <a:pt x="1" y="11"/>
                  <a:pt x="1" y="11"/>
                  <a:pt x="1" y="11"/>
                </a:cubicBezTo>
                <a:cubicBezTo>
                  <a:pt x="0" y="11"/>
                  <a:pt x="0" y="9"/>
                  <a:pt x="1" y="9"/>
                </a:cubicBezTo>
                <a:cubicBezTo>
                  <a:pt x="6" y="7"/>
                  <a:pt x="6" y="7"/>
                  <a:pt x="6" y="7"/>
                </a:cubicBezTo>
                <a:cubicBezTo>
                  <a:pt x="7" y="7"/>
                  <a:pt x="7" y="7"/>
                  <a:pt x="7" y="6"/>
                </a:cubicBezTo>
                <a:close/>
              </a:path>
            </a:pathLst>
          </a:custGeom>
          <a:solidFill>
            <a:srgbClr val="F3F3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Freeform 30"/>
          <p:cNvSpPr/>
          <p:nvPr/>
        </p:nvSpPr>
        <p:spPr bwMode="auto">
          <a:xfrm>
            <a:off x="7563884" y="1150679"/>
            <a:ext cx="131431" cy="127000"/>
          </a:xfrm>
          <a:custGeom>
            <a:avLst/>
            <a:gdLst>
              <a:gd name="T0" fmla="*/ 8 w 21"/>
              <a:gd name="T1" fmla="*/ 7 h 20"/>
              <a:gd name="T2" fmla="*/ 9 w 21"/>
              <a:gd name="T3" fmla="*/ 2 h 20"/>
              <a:gd name="T4" fmla="*/ 12 w 21"/>
              <a:gd name="T5" fmla="*/ 2 h 20"/>
              <a:gd name="T6" fmla="*/ 13 w 21"/>
              <a:gd name="T7" fmla="*/ 7 h 20"/>
              <a:gd name="T8" fmla="*/ 14 w 21"/>
              <a:gd name="T9" fmla="*/ 8 h 20"/>
              <a:gd name="T10" fmla="*/ 19 w 21"/>
              <a:gd name="T11" fmla="*/ 9 h 20"/>
              <a:gd name="T12" fmla="*/ 19 w 21"/>
              <a:gd name="T13" fmla="*/ 12 h 20"/>
              <a:gd name="T14" fmla="*/ 14 w 21"/>
              <a:gd name="T15" fmla="*/ 13 h 20"/>
              <a:gd name="T16" fmla="*/ 13 w 21"/>
              <a:gd name="T17" fmla="*/ 14 h 20"/>
              <a:gd name="T18" fmla="*/ 12 w 21"/>
              <a:gd name="T19" fmla="*/ 19 h 20"/>
              <a:gd name="T20" fmla="*/ 9 w 21"/>
              <a:gd name="T21" fmla="*/ 19 h 20"/>
              <a:gd name="T22" fmla="*/ 8 w 21"/>
              <a:gd name="T23" fmla="*/ 14 h 20"/>
              <a:gd name="T24" fmla="*/ 7 w 21"/>
              <a:gd name="T25" fmla="*/ 13 h 20"/>
              <a:gd name="T26" fmla="*/ 2 w 21"/>
              <a:gd name="T27" fmla="*/ 12 h 20"/>
              <a:gd name="T28" fmla="*/ 2 w 21"/>
              <a:gd name="T29" fmla="*/ 9 h 20"/>
              <a:gd name="T30" fmla="*/ 7 w 21"/>
              <a:gd name="T31" fmla="*/ 8 h 20"/>
              <a:gd name="T32" fmla="*/ 8 w 21"/>
              <a:gd name="T33" fmla="*/ 7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1" h="20">
                <a:moveTo>
                  <a:pt x="8" y="7"/>
                </a:moveTo>
                <a:cubicBezTo>
                  <a:pt x="9" y="2"/>
                  <a:pt x="9" y="2"/>
                  <a:pt x="9" y="2"/>
                </a:cubicBezTo>
                <a:cubicBezTo>
                  <a:pt x="9" y="0"/>
                  <a:pt x="11" y="0"/>
                  <a:pt x="12" y="2"/>
                </a:cubicBezTo>
                <a:cubicBezTo>
                  <a:pt x="13" y="7"/>
                  <a:pt x="13" y="7"/>
                  <a:pt x="13" y="7"/>
                </a:cubicBezTo>
                <a:cubicBezTo>
                  <a:pt x="13" y="7"/>
                  <a:pt x="14" y="7"/>
                  <a:pt x="14" y="8"/>
                </a:cubicBezTo>
                <a:cubicBezTo>
                  <a:pt x="19" y="9"/>
                  <a:pt x="19" y="9"/>
                  <a:pt x="19" y="9"/>
                </a:cubicBezTo>
                <a:cubicBezTo>
                  <a:pt x="21" y="9"/>
                  <a:pt x="21" y="11"/>
                  <a:pt x="19" y="12"/>
                </a:cubicBezTo>
                <a:cubicBezTo>
                  <a:pt x="14" y="13"/>
                  <a:pt x="14" y="13"/>
                  <a:pt x="14" y="13"/>
                </a:cubicBezTo>
                <a:cubicBezTo>
                  <a:pt x="14" y="13"/>
                  <a:pt x="13" y="14"/>
                  <a:pt x="13" y="14"/>
                </a:cubicBezTo>
                <a:cubicBezTo>
                  <a:pt x="12" y="19"/>
                  <a:pt x="12" y="19"/>
                  <a:pt x="12" y="19"/>
                </a:cubicBezTo>
                <a:cubicBezTo>
                  <a:pt x="11" y="20"/>
                  <a:pt x="9" y="20"/>
                  <a:pt x="9" y="19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7" y="13"/>
                  <a:pt x="7" y="13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1"/>
                  <a:pt x="0" y="9"/>
                  <a:pt x="2" y="9"/>
                </a:cubicBezTo>
                <a:cubicBezTo>
                  <a:pt x="7" y="8"/>
                  <a:pt x="7" y="8"/>
                  <a:pt x="7" y="8"/>
                </a:cubicBezTo>
                <a:cubicBezTo>
                  <a:pt x="7" y="7"/>
                  <a:pt x="8" y="7"/>
                  <a:pt x="8" y="7"/>
                </a:cubicBezTo>
                <a:close/>
              </a:path>
            </a:pathLst>
          </a:custGeom>
          <a:solidFill>
            <a:srgbClr val="F3F3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Freeform 31"/>
          <p:cNvSpPr/>
          <p:nvPr/>
        </p:nvSpPr>
        <p:spPr bwMode="auto">
          <a:xfrm>
            <a:off x="4749209" y="3622749"/>
            <a:ext cx="125524" cy="125523"/>
          </a:xfrm>
          <a:custGeom>
            <a:avLst/>
            <a:gdLst>
              <a:gd name="T0" fmla="*/ 7 w 20"/>
              <a:gd name="T1" fmla="*/ 7 h 20"/>
              <a:gd name="T2" fmla="*/ 9 w 20"/>
              <a:gd name="T3" fmla="*/ 2 h 20"/>
              <a:gd name="T4" fmla="*/ 11 w 20"/>
              <a:gd name="T5" fmla="*/ 2 h 20"/>
              <a:gd name="T6" fmla="*/ 13 w 20"/>
              <a:gd name="T7" fmla="*/ 7 h 20"/>
              <a:gd name="T8" fmla="*/ 14 w 20"/>
              <a:gd name="T9" fmla="*/ 8 h 20"/>
              <a:gd name="T10" fmla="*/ 19 w 20"/>
              <a:gd name="T11" fmla="*/ 9 h 20"/>
              <a:gd name="T12" fmla="*/ 19 w 20"/>
              <a:gd name="T13" fmla="*/ 12 h 20"/>
              <a:gd name="T14" fmla="*/ 14 w 20"/>
              <a:gd name="T15" fmla="*/ 13 h 20"/>
              <a:gd name="T16" fmla="*/ 13 w 20"/>
              <a:gd name="T17" fmla="*/ 14 h 20"/>
              <a:gd name="T18" fmla="*/ 11 w 20"/>
              <a:gd name="T19" fmla="*/ 19 h 20"/>
              <a:gd name="T20" fmla="*/ 9 w 20"/>
              <a:gd name="T21" fmla="*/ 19 h 20"/>
              <a:gd name="T22" fmla="*/ 7 w 20"/>
              <a:gd name="T23" fmla="*/ 14 h 20"/>
              <a:gd name="T24" fmla="*/ 6 w 20"/>
              <a:gd name="T25" fmla="*/ 13 h 20"/>
              <a:gd name="T26" fmla="*/ 1 w 20"/>
              <a:gd name="T27" fmla="*/ 12 h 20"/>
              <a:gd name="T28" fmla="*/ 1 w 20"/>
              <a:gd name="T29" fmla="*/ 9 h 20"/>
              <a:gd name="T30" fmla="*/ 6 w 20"/>
              <a:gd name="T31" fmla="*/ 8 h 20"/>
              <a:gd name="T32" fmla="*/ 7 w 20"/>
              <a:gd name="T33" fmla="*/ 7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0" h="20">
                <a:moveTo>
                  <a:pt x="7" y="7"/>
                </a:moveTo>
                <a:cubicBezTo>
                  <a:pt x="9" y="2"/>
                  <a:pt x="9" y="2"/>
                  <a:pt x="9" y="2"/>
                </a:cubicBezTo>
                <a:cubicBezTo>
                  <a:pt x="9" y="0"/>
                  <a:pt x="11" y="0"/>
                  <a:pt x="11" y="2"/>
                </a:cubicBezTo>
                <a:cubicBezTo>
                  <a:pt x="13" y="7"/>
                  <a:pt x="13" y="7"/>
                  <a:pt x="13" y="7"/>
                </a:cubicBezTo>
                <a:cubicBezTo>
                  <a:pt x="13" y="7"/>
                  <a:pt x="13" y="7"/>
                  <a:pt x="14" y="8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9"/>
                  <a:pt x="20" y="11"/>
                  <a:pt x="19" y="12"/>
                </a:cubicBezTo>
                <a:cubicBezTo>
                  <a:pt x="14" y="13"/>
                  <a:pt x="14" y="13"/>
                  <a:pt x="14" y="13"/>
                </a:cubicBezTo>
                <a:cubicBezTo>
                  <a:pt x="13" y="13"/>
                  <a:pt x="13" y="14"/>
                  <a:pt x="13" y="14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20"/>
                  <a:pt x="9" y="20"/>
                  <a:pt x="9" y="19"/>
                </a:cubicBezTo>
                <a:cubicBezTo>
                  <a:pt x="7" y="14"/>
                  <a:pt x="7" y="14"/>
                  <a:pt x="7" y="14"/>
                </a:cubicBezTo>
                <a:cubicBezTo>
                  <a:pt x="7" y="14"/>
                  <a:pt x="7" y="13"/>
                  <a:pt x="6" y="13"/>
                </a:cubicBezTo>
                <a:cubicBezTo>
                  <a:pt x="1" y="12"/>
                  <a:pt x="1" y="12"/>
                  <a:pt x="1" y="12"/>
                </a:cubicBezTo>
                <a:cubicBezTo>
                  <a:pt x="0" y="11"/>
                  <a:pt x="0" y="9"/>
                  <a:pt x="1" y="9"/>
                </a:cubicBezTo>
                <a:cubicBezTo>
                  <a:pt x="6" y="8"/>
                  <a:pt x="6" y="8"/>
                  <a:pt x="6" y="8"/>
                </a:cubicBezTo>
                <a:cubicBezTo>
                  <a:pt x="7" y="7"/>
                  <a:pt x="7" y="7"/>
                  <a:pt x="7" y="7"/>
                </a:cubicBezTo>
                <a:close/>
              </a:path>
            </a:pathLst>
          </a:custGeom>
          <a:solidFill>
            <a:srgbClr val="F3F3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Freeform 32"/>
          <p:cNvSpPr/>
          <p:nvPr/>
        </p:nvSpPr>
        <p:spPr bwMode="auto">
          <a:xfrm>
            <a:off x="3879407" y="1787156"/>
            <a:ext cx="125524" cy="127000"/>
          </a:xfrm>
          <a:custGeom>
            <a:avLst/>
            <a:gdLst>
              <a:gd name="T0" fmla="*/ 7 w 20"/>
              <a:gd name="T1" fmla="*/ 6 h 20"/>
              <a:gd name="T2" fmla="*/ 9 w 20"/>
              <a:gd name="T3" fmla="*/ 1 h 20"/>
              <a:gd name="T4" fmla="*/ 11 w 20"/>
              <a:gd name="T5" fmla="*/ 1 h 20"/>
              <a:gd name="T6" fmla="*/ 13 w 20"/>
              <a:gd name="T7" fmla="*/ 6 h 20"/>
              <a:gd name="T8" fmla="*/ 14 w 20"/>
              <a:gd name="T9" fmla="*/ 7 h 20"/>
              <a:gd name="T10" fmla="*/ 19 w 20"/>
              <a:gd name="T11" fmla="*/ 9 h 20"/>
              <a:gd name="T12" fmla="*/ 19 w 20"/>
              <a:gd name="T13" fmla="*/ 11 h 20"/>
              <a:gd name="T14" fmla="*/ 14 w 20"/>
              <a:gd name="T15" fmla="*/ 13 h 20"/>
              <a:gd name="T16" fmla="*/ 13 w 20"/>
              <a:gd name="T17" fmla="*/ 14 h 20"/>
              <a:gd name="T18" fmla="*/ 11 w 20"/>
              <a:gd name="T19" fmla="*/ 19 h 20"/>
              <a:gd name="T20" fmla="*/ 9 w 20"/>
              <a:gd name="T21" fmla="*/ 19 h 20"/>
              <a:gd name="T22" fmla="*/ 7 w 20"/>
              <a:gd name="T23" fmla="*/ 14 h 20"/>
              <a:gd name="T24" fmla="*/ 6 w 20"/>
              <a:gd name="T25" fmla="*/ 13 h 20"/>
              <a:gd name="T26" fmla="*/ 1 w 20"/>
              <a:gd name="T27" fmla="*/ 11 h 20"/>
              <a:gd name="T28" fmla="*/ 1 w 20"/>
              <a:gd name="T29" fmla="*/ 9 h 20"/>
              <a:gd name="T30" fmla="*/ 6 w 20"/>
              <a:gd name="T31" fmla="*/ 7 h 20"/>
              <a:gd name="T32" fmla="*/ 7 w 20"/>
              <a:gd name="T33" fmla="*/ 6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0" h="20">
                <a:moveTo>
                  <a:pt x="7" y="6"/>
                </a:moveTo>
                <a:cubicBezTo>
                  <a:pt x="9" y="1"/>
                  <a:pt x="9" y="1"/>
                  <a:pt x="9" y="1"/>
                </a:cubicBezTo>
                <a:cubicBezTo>
                  <a:pt x="9" y="0"/>
                  <a:pt x="11" y="0"/>
                  <a:pt x="11" y="1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7"/>
                  <a:pt x="13" y="7"/>
                  <a:pt x="14" y="7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9"/>
                  <a:pt x="20" y="11"/>
                  <a:pt x="19" y="11"/>
                </a:cubicBezTo>
                <a:cubicBezTo>
                  <a:pt x="14" y="13"/>
                  <a:pt x="14" y="13"/>
                  <a:pt x="14" y="13"/>
                </a:cubicBezTo>
                <a:cubicBezTo>
                  <a:pt x="13" y="13"/>
                  <a:pt x="13" y="13"/>
                  <a:pt x="13" y="14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20"/>
                  <a:pt x="9" y="20"/>
                  <a:pt x="9" y="19"/>
                </a:cubicBezTo>
                <a:cubicBezTo>
                  <a:pt x="7" y="14"/>
                  <a:pt x="7" y="14"/>
                  <a:pt x="7" y="14"/>
                </a:cubicBezTo>
                <a:cubicBezTo>
                  <a:pt x="7" y="13"/>
                  <a:pt x="7" y="13"/>
                  <a:pt x="6" y="13"/>
                </a:cubicBezTo>
                <a:cubicBezTo>
                  <a:pt x="1" y="11"/>
                  <a:pt x="1" y="11"/>
                  <a:pt x="1" y="11"/>
                </a:cubicBezTo>
                <a:cubicBezTo>
                  <a:pt x="0" y="11"/>
                  <a:pt x="0" y="9"/>
                  <a:pt x="1" y="9"/>
                </a:cubicBezTo>
                <a:cubicBezTo>
                  <a:pt x="6" y="7"/>
                  <a:pt x="6" y="7"/>
                  <a:pt x="6" y="7"/>
                </a:cubicBezTo>
                <a:cubicBezTo>
                  <a:pt x="7" y="7"/>
                  <a:pt x="7" y="7"/>
                  <a:pt x="7" y="6"/>
                </a:cubicBezTo>
                <a:close/>
              </a:path>
            </a:pathLst>
          </a:custGeom>
          <a:solidFill>
            <a:srgbClr val="F2C8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Freeform 33"/>
          <p:cNvSpPr/>
          <p:nvPr/>
        </p:nvSpPr>
        <p:spPr bwMode="auto">
          <a:xfrm>
            <a:off x="5422605" y="992668"/>
            <a:ext cx="163919" cy="163918"/>
          </a:xfrm>
          <a:custGeom>
            <a:avLst/>
            <a:gdLst>
              <a:gd name="T0" fmla="*/ 10 w 26"/>
              <a:gd name="T1" fmla="*/ 8 h 26"/>
              <a:gd name="T2" fmla="*/ 11 w 26"/>
              <a:gd name="T3" fmla="*/ 1 h 26"/>
              <a:gd name="T4" fmla="*/ 15 w 26"/>
              <a:gd name="T5" fmla="*/ 1 h 26"/>
              <a:gd name="T6" fmla="*/ 17 w 26"/>
              <a:gd name="T7" fmla="*/ 8 h 26"/>
              <a:gd name="T8" fmla="*/ 18 w 26"/>
              <a:gd name="T9" fmla="*/ 9 h 26"/>
              <a:gd name="T10" fmla="*/ 24 w 26"/>
              <a:gd name="T11" fmla="*/ 11 h 26"/>
              <a:gd name="T12" fmla="*/ 24 w 26"/>
              <a:gd name="T13" fmla="*/ 14 h 26"/>
              <a:gd name="T14" fmla="*/ 18 w 26"/>
              <a:gd name="T15" fmla="*/ 16 h 26"/>
              <a:gd name="T16" fmla="*/ 17 w 26"/>
              <a:gd name="T17" fmla="*/ 18 h 26"/>
              <a:gd name="T18" fmla="*/ 15 w 26"/>
              <a:gd name="T19" fmla="*/ 24 h 26"/>
              <a:gd name="T20" fmla="*/ 11 w 26"/>
              <a:gd name="T21" fmla="*/ 24 h 26"/>
              <a:gd name="T22" fmla="*/ 10 w 26"/>
              <a:gd name="T23" fmla="*/ 18 h 26"/>
              <a:gd name="T24" fmla="*/ 8 w 26"/>
              <a:gd name="T25" fmla="*/ 16 h 26"/>
              <a:gd name="T26" fmla="*/ 2 w 26"/>
              <a:gd name="T27" fmla="*/ 14 h 26"/>
              <a:gd name="T28" fmla="*/ 2 w 26"/>
              <a:gd name="T29" fmla="*/ 11 h 26"/>
              <a:gd name="T30" fmla="*/ 8 w 26"/>
              <a:gd name="T31" fmla="*/ 9 h 26"/>
              <a:gd name="T32" fmla="*/ 10 w 26"/>
              <a:gd name="T33" fmla="*/ 8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6" h="26">
                <a:moveTo>
                  <a:pt x="10" y="8"/>
                </a:moveTo>
                <a:cubicBezTo>
                  <a:pt x="11" y="1"/>
                  <a:pt x="11" y="1"/>
                  <a:pt x="11" y="1"/>
                </a:cubicBezTo>
                <a:cubicBezTo>
                  <a:pt x="12" y="0"/>
                  <a:pt x="14" y="0"/>
                  <a:pt x="15" y="1"/>
                </a:cubicBezTo>
                <a:cubicBezTo>
                  <a:pt x="17" y="8"/>
                  <a:pt x="17" y="8"/>
                  <a:pt x="17" y="8"/>
                </a:cubicBezTo>
                <a:cubicBezTo>
                  <a:pt x="17" y="8"/>
                  <a:pt x="17" y="9"/>
                  <a:pt x="18" y="9"/>
                </a:cubicBezTo>
                <a:cubicBezTo>
                  <a:pt x="24" y="11"/>
                  <a:pt x="24" y="11"/>
                  <a:pt x="24" y="11"/>
                </a:cubicBezTo>
                <a:cubicBezTo>
                  <a:pt x="26" y="11"/>
                  <a:pt x="26" y="14"/>
                  <a:pt x="24" y="14"/>
                </a:cubicBezTo>
                <a:cubicBezTo>
                  <a:pt x="18" y="16"/>
                  <a:pt x="18" y="16"/>
                  <a:pt x="18" y="16"/>
                </a:cubicBezTo>
                <a:cubicBezTo>
                  <a:pt x="17" y="16"/>
                  <a:pt x="17" y="17"/>
                  <a:pt x="17" y="18"/>
                </a:cubicBezTo>
                <a:cubicBezTo>
                  <a:pt x="15" y="24"/>
                  <a:pt x="15" y="24"/>
                  <a:pt x="15" y="24"/>
                </a:cubicBezTo>
                <a:cubicBezTo>
                  <a:pt x="14" y="26"/>
                  <a:pt x="12" y="26"/>
                  <a:pt x="11" y="24"/>
                </a:cubicBezTo>
                <a:cubicBezTo>
                  <a:pt x="10" y="18"/>
                  <a:pt x="10" y="18"/>
                  <a:pt x="10" y="18"/>
                </a:cubicBezTo>
                <a:cubicBezTo>
                  <a:pt x="9" y="17"/>
                  <a:pt x="9" y="16"/>
                  <a:pt x="8" y="16"/>
                </a:cubicBezTo>
                <a:cubicBezTo>
                  <a:pt x="2" y="14"/>
                  <a:pt x="2" y="14"/>
                  <a:pt x="2" y="14"/>
                </a:cubicBezTo>
                <a:cubicBezTo>
                  <a:pt x="0" y="14"/>
                  <a:pt x="0" y="11"/>
                  <a:pt x="2" y="11"/>
                </a:cubicBezTo>
                <a:cubicBezTo>
                  <a:pt x="8" y="9"/>
                  <a:pt x="8" y="9"/>
                  <a:pt x="8" y="9"/>
                </a:cubicBezTo>
                <a:cubicBezTo>
                  <a:pt x="9" y="9"/>
                  <a:pt x="9" y="8"/>
                  <a:pt x="10" y="8"/>
                </a:cubicBezTo>
                <a:close/>
              </a:path>
            </a:pathLst>
          </a:custGeom>
          <a:solidFill>
            <a:srgbClr val="E1616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7803116" y="803645"/>
            <a:ext cx="440070" cy="2699488"/>
            <a:chOff x="7937500" y="858838"/>
            <a:chExt cx="473075" cy="2901950"/>
          </a:xfrm>
        </p:grpSpPr>
        <p:sp>
          <p:nvSpPr>
            <p:cNvPr id="36" name="Freeform 34"/>
            <p:cNvSpPr>
              <a:spLocks noEditPoints="1"/>
            </p:cNvSpPr>
            <p:nvPr/>
          </p:nvSpPr>
          <p:spPr bwMode="auto">
            <a:xfrm>
              <a:off x="7937500" y="858838"/>
              <a:ext cx="473075" cy="2901950"/>
            </a:xfrm>
            <a:custGeom>
              <a:avLst/>
              <a:gdLst>
                <a:gd name="T0" fmla="*/ 0 w 70"/>
                <a:gd name="T1" fmla="*/ 0 h 428"/>
                <a:gd name="T2" fmla="*/ 0 w 70"/>
                <a:gd name="T3" fmla="*/ 428 h 428"/>
                <a:gd name="T4" fmla="*/ 70 w 70"/>
                <a:gd name="T5" fmla="*/ 428 h 428"/>
                <a:gd name="T6" fmla="*/ 70 w 70"/>
                <a:gd name="T7" fmla="*/ 0 h 428"/>
                <a:gd name="T8" fmla="*/ 0 w 70"/>
                <a:gd name="T9" fmla="*/ 0 h 428"/>
                <a:gd name="T10" fmla="*/ 33 w 70"/>
                <a:gd name="T11" fmla="*/ 417 h 428"/>
                <a:gd name="T12" fmla="*/ 28 w 70"/>
                <a:gd name="T13" fmla="*/ 412 h 428"/>
                <a:gd name="T14" fmla="*/ 33 w 70"/>
                <a:gd name="T15" fmla="*/ 406 h 428"/>
                <a:gd name="T16" fmla="*/ 39 w 70"/>
                <a:gd name="T17" fmla="*/ 412 h 428"/>
                <a:gd name="T18" fmla="*/ 33 w 70"/>
                <a:gd name="T19" fmla="*/ 417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428">
                  <a:moveTo>
                    <a:pt x="0" y="0"/>
                  </a:moveTo>
                  <a:cubicBezTo>
                    <a:pt x="0" y="428"/>
                    <a:pt x="0" y="428"/>
                    <a:pt x="0" y="428"/>
                  </a:cubicBezTo>
                  <a:cubicBezTo>
                    <a:pt x="70" y="428"/>
                    <a:pt x="70" y="428"/>
                    <a:pt x="70" y="428"/>
                  </a:cubicBezTo>
                  <a:cubicBezTo>
                    <a:pt x="70" y="0"/>
                    <a:pt x="70" y="0"/>
                    <a:pt x="70" y="0"/>
                  </a:cubicBezTo>
                  <a:lnTo>
                    <a:pt x="0" y="0"/>
                  </a:lnTo>
                  <a:close/>
                  <a:moveTo>
                    <a:pt x="33" y="417"/>
                  </a:moveTo>
                  <a:cubicBezTo>
                    <a:pt x="30" y="417"/>
                    <a:pt x="28" y="415"/>
                    <a:pt x="28" y="412"/>
                  </a:cubicBezTo>
                  <a:cubicBezTo>
                    <a:pt x="28" y="408"/>
                    <a:pt x="30" y="406"/>
                    <a:pt x="33" y="406"/>
                  </a:cubicBezTo>
                  <a:cubicBezTo>
                    <a:pt x="36" y="406"/>
                    <a:pt x="39" y="408"/>
                    <a:pt x="39" y="412"/>
                  </a:cubicBezTo>
                  <a:cubicBezTo>
                    <a:pt x="39" y="415"/>
                    <a:pt x="36" y="417"/>
                    <a:pt x="33" y="417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7977188" y="927100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7977188" y="1001713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ctangle 37"/>
            <p:cNvSpPr>
              <a:spLocks noChangeArrowheads="1"/>
            </p:cNvSpPr>
            <p:nvPr/>
          </p:nvSpPr>
          <p:spPr bwMode="auto">
            <a:xfrm>
              <a:off x="7977188" y="1076325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Rectangle 38"/>
            <p:cNvSpPr>
              <a:spLocks noChangeArrowheads="1"/>
            </p:cNvSpPr>
            <p:nvPr/>
          </p:nvSpPr>
          <p:spPr bwMode="auto">
            <a:xfrm>
              <a:off x="7977188" y="1150938"/>
              <a:ext cx="88900" cy="2698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Rectangle 39"/>
            <p:cNvSpPr>
              <a:spLocks noChangeArrowheads="1"/>
            </p:cNvSpPr>
            <p:nvPr/>
          </p:nvSpPr>
          <p:spPr bwMode="auto">
            <a:xfrm>
              <a:off x="7977188" y="1231900"/>
              <a:ext cx="2032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0"/>
            <p:cNvSpPr>
              <a:spLocks noChangeArrowheads="1"/>
            </p:cNvSpPr>
            <p:nvPr/>
          </p:nvSpPr>
          <p:spPr bwMode="auto">
            <a:xfrm>
              <a:off x="7977188" y="1300163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Rectangle 41"/>
            <p:cNvSpPr>
              <a:spLocks noChangeArrowheads="1"/>
            </p:cNvSpPr>
            <p:nvPr/>
          </p:nvSpPr>
          <p:spPr bwMode="auto">
            <a:xfrm>
              <a:off x="7977188" y="1381125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7977188" y="1455738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7977188" y="1530350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Rectangle 44"/>
            <p:cNvSpPr>
              <a:spLocks noChangeArrowheads="1"/>
            </p:cNvSpPr>
            <p:nvPr/>
          </p:nvSpPr>
          <p:spPr bwMode="auto">
            <a:xfrm>
              <a:off x="7977188" y="1604963"/>
              <a:ext cx="2032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Rectangle 45"/>
            <p:cNvSpPr>
              <a:spLocks noChangeArrowheads="1"/>
            </p:cNvSpPr>
            <p:nvPr/>
          </p:nvSpPr>
          <p:spPr bwMode="auto">
            <a:xfrm>
              <a:off x="7977188" y="1679575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7977188" y="1754188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Rectangle 47"/>
            <p:cNvSpPr>
              <a:spLocks noChangeArrowheads="1"/>
            </p:cNvSpPr>
            <p:nvPr/>
          </p:nvSpPr>
          <p:spPr bwMode="auto">
            <a:xfrm>
              <a:off x="7977188" y="1828800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Rectangle 48"/>
            <p:cNvSpPr>
              <a:spLocks noChangeArrowheads="1"/>
            </p:cNvSpPr>
            <p:nvPr/>
          </p:nvSpPr>
          <p:spPr bwMode="auto">
            <a:xfrm>
              <a:off x="7977188" y="1903413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Rectangle 49"/>
            <p:cNvSpPr>
              <a:spLocks noChangeArrowheads="1"/>
            </p:cNvSpPr>
            <p:nvPr/>
          </p:nvSpPr>
          <p:spPr bwMode="auto">
            <a:xfrm>
              <a:off x="7977188" y="1984375"/>
              <a:ext cx="2032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Rectangle 50"/>
            <p:cNvSpPr>
              <a:spLocks noChangeArrowheads="1"/>
            </p:cNvSpPr>
            <p:nvPr/>
          </p:nvSpPr>
          <p:spPr bwMode="auto">
            <a:xfrm>
              <a:off x="7977188" y="2052638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Rectangle 51"/>
            <p:cNvSpPr>
              <a:spLocks noChangeArrowheads="1"/>
            </p:cNvSpPr>
            <p:nvPr/>
          </p:nvSpPr>
          <p:spPr bwMode="auto">
            <a:xfrm>
              <a:off x="7977188" y="2127250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Rectangle 52"/>
            <p:cNvSpPr>
              <a:spLocks noChangeArrowheads="1"/>
            </p:cNvSpPr>
            <p:nvPr/>
          </p:nvSpPr>
          <p:spPr bwMode="auto">
            <a:xfrm>
              <a:off x="7977188" y="2208213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auto">
            <a:xfrm>
              <a:off x="7977188" y="2282825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7977188" y="2357438"/>
              <a:ext cx="2032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Rectangle 55"/>
            <p:cNvSpPr>
              <a:spLocks noChangeArrowheads="1"/>
            </p:cNvSpPr>
            <p:nvPr/>
          </p:nvSpPr>
          <p:spPr bwMode="auto">
            <a:xfrm>
              <a:off x="7977188" y="2432050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Rectangle 56"/>
            <p:cNvSpPr>
              <a:spLocks noChangeArrowheads="1"/>
            </p:cNvSpPr>
            <p:nvPr/>
          </p:nvSpPr>
          <p:spPr bwMode="auto">
            <a:xfrm>
              <a:off x="7977188" y="2506663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Rectangle 57"/>
            <p:cNvSpPr>
              <a:spLocks noChangeArrowheads="1"/>
            </p:cNvSpPr>
            <p:nvPr/>
          </p:nvSpPr>
          <p:spPr bwMode="auto">
            <a:xfrm>
              <a:off x="7977188" y="2581275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Rectangle 58"/>
            <p:cNvSpPr>
              <a:spLocks noChangeArrowheads="1"/>
            </p:cNvSpPr>
            <p:nvPr/>
          </p:nvSpPr>
          <p:spPr bwMode="auto">
            <a:xfrm>
              <a:off x="7977188" y="2655888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Rectangle 59"/>
            <p:cNvSpPr>
              <a:spLocks noChangeArrowheads="1"/>
            </p:cNvSpPr>
            <p:nvPr/>
          </p:nvSpPr>
          <p:spPr bwMode="auto">
            <a:xfrm>
              <a:off x="7977188" y="2730500"/>
              <a:ext cx="2032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Rectangle 60"/>
            <p:cNvSpPr>
              <a:spLocks noChangeArrowheads="1"/>
            </p:cNvSpPr>
            <p:nvPr/>
          </p:nvSpPr>
          <p:spPr bwMode="auto">
            <a:xfrm>
              <a:off x="7977188" y="2805113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Rectangle 61"/>
            <p:cNvSpPr>
              <a:spLocks noChangeArrowheads="1"/>
            </p:cNvSpPr>
            <p:nvPr/>
          </p:nvSpPr>
          <p:spPr bwMode="auto">
            <a:xfrm>
              <a:off x="7977188" y="2879725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" name="Rectangle 62"/>
            <p:cNvSpPr>
              <a:spLocks noChangeArrowheads="1"/>
            </p:cNvSpPr>
            <p:nvPr/>
          </p:nvSpPr>
          <p:spPr bwMode="auto">
            <a:xfrm>
              <a:off x="7977188" y="2954338"/>
              <a:ext cx="88900" cy="19050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Rectangle 63"/>
            <p:cNvSpPr>
              <a:spLocks noChangeArrowheads="1"/>
            </p:cNvSpPr>
            <p:nvPr/>
          </p:nvSpPr>
          <p:spPr bwMode="auto">
            <a:xfrm>
              <a:off x="7977188" y="3035300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Rectangle 64"/>
            <p:cNvSpPr>
              <a:spLocks noChangeArrowheads="1"/>
            </p:cNvSpPr>
            <p:nvPr/>
          </p:nvSpPr>
          <p:spPr bwMode="auto">
            <a:xfrm>
              <a:off x="7977188" y="3109913"/>
              <a:ext cx="2032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" name="Rectangle 65"/>
            <p:cNvSpPr>
              <a:spLocks noChangeArrowheads="1"/>
            </p:cNvSpPr>
            <p:nvPr/>
          </p:nvSpPr>
          <p:spPr bwMode="auto">
            <a:xfrm>
              <a:off x="7977188" y="3184525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" name="Rectangle 66"/>
            <p:cNvSpPr>
              <a:spLocks noChangeArrowheads="1"/>
            </p:cNvSpPr>
            <p:nvPr/>
          </p:nvSpPr>
          <p:spPr bwMode="auto">
            <a:xfrm>
              <a:off x="7977188" y="3259138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Rectangle 67"/>
            <p:cNvSpPr>
              <a:spLocks noChangeArrowheads="1"/>
            </p:cNvSpPr>
            <p:nvPr/>
          </p:nvSpPr>
          <p:spPr bwMode="auto">
            <a:xfrm>
              <a:off x="7977188" y="3333750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" name="Rectangle 68"/>
            <p:cNvSpPr>
              <a:spLocks noChangeArrowheads="1"/>
            </p:cNvSpPr>
            <p:nvPr/>
          </p:nvSpPr>
          <p:spPr bwMode="auto">
            <a:xfrm>
              <a:off x="7977188" y="3408363"/>
              <a:ext cx="889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" name="Rectangle 69"/>
            <p:cNvSpPr>
              <a:spLocks noChangeArrowheads="1"/>
            </p:cNvSpPr>
            <p:nvPr/>
          </p:nvSpPr>
          <p:spPr bwMode="auto">
            <a:xfrm>
              <a:off x="7977188" y="3482975"/>
              <a:ext cx="203200" cy="20637"/>
            </a:xfrm>
            <a:prstGeom prst="rect">
              <a:avLst/>
            </a:pr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Rectangle 70"/>
            <p:cNvSpPr>
              <a:spLocks noChangeArrowheads="1"/>
            </p:cNvSpPr>
            <p:nvPr/>
          </p:nvSpPr>
          <p:spPr bwMode="auto">
            <a:xfrm>
              <a:off x="8308975" y="858838"/>
              <a:ext cx="101600" cy="2901950"/>
            </a:xfrm>
            <a:prstGeom prst="rect">
              <a:avLst/>
            </a:prstGeom>
            <a:solidFill>
              <a:srgbClr val="B83B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4610395" y="2670249"/>
            <a:ext cx="301256" cy="807779"/>
            <a:chOff x="4505325" y="2865438"/>
            <a:chExt cx="323850" cy="868362"/>
          </a:xfrm>
        </p:grpSpPr>
        <p:sp>
          <p:nvSpPr>
            <p:cNvPr id="73" name="Freeform 71"/>
            <p:cNvSpPr/>
            <p:nvPr/>
          </p:nvSpPr>
          <p:spPr bwMode="auto">
            <a:xfrm>
              <a:off x="4505325" y="3536950"/>
              <a:ext cx="323850" cy="196850"/>
            </a:xfrm>
            <a:custGeom>
              <a:avLst/>
              <a:gdLst>
                <a:gd name="T0" fmla="*/ 7 w 48"/>
                <a:gd name="T1" fmla="*/ 29 h 29"/>
                <a:gd name="T2" fmla="*/ 40 w 48"/>
                <a:gd name="T3" fmla="*/ 29 h 29"/>
                <a:gd name="T4" fmla="*/ 48 w 48"/>
                <a:gd name="T5" fmla="*/ 21 h 29"/>
                <a:gd name="T6" fmla="*/ 48 w 48"/>
                <a:gd name="T7" fmla="*/ 8 h 29"/>
                <a:gd name="T8" fmla="*/ 40 w 48"/>
                <a:gd name="T9" fmla="*/ 0 h 29"/>
                <a:gd name="T10" fmla="*/ 7 w 48"/>
                <a:gd name="T11" fmla="*/ 0 h 29"/>
                <a:gd name="T12" fmla="*/ 0 w 48"/>
                <a:gd name="T13" fmla="*/ 8 h 29"/>
                <a:gd name="T14" fmla="*/ 0 w 48"/>
                <a:gd name="T15" fmla="*/ 21 h 29"/>
                <a:gd name="T16" fmla="*/ 7 w 48"/>
                <a:gd name="T1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29">
                  <a:moveTo>
                    <a:pt x="7" y="29"/>
                  </a:moveTo>
                  <a:cubicBezTo>
                    <a:pt x="40" y="29"/>
                    <a:pt x="40" y="29"/>
                    <a:pt x="40" y="29"/>
                  </a:cubicBezTo>
                  <a:cubicBezTo>
                    <a:pt x="44" y="29"/>
                    <a:pt x="48" y="26"/>
                    <a:pt x="48" y="21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3"/>
                    <a:pt x="44" y="0"/>
                    <a:pt x="4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6"/>
                    <a:pt x="3" y="29"/>
                    <a:pt x="7" y="29"/>
                  </a:cubicBezTo>
                  <a:close/>
                </a:path>
              </a:pathLst>
            </a:custGeom>
            <a:solidFill>
              <a:srgbClr val="4C4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Freeform 72"/>
            <p:cNvSpPr/>
            <p:nvPr/>
          </p:nvSpPr>
          <p:spPr bwMode="auto">
            <a:xfrm>
              <a:off x="4505325" y="2865438"/>
              <a:ext cx="323850" cy="271462"/>
            </a:xfrm>
            <a:custGeom>
              <a:avLst/>
              <a:gdLst>
                <a:gd name="T0" fmla="*/ 0 w 48"/>
                <a:gd name="T1" fmla="*/ 8 h 40"/>
                <a:gd name="T2" fmla="*/ 7 w 48"/>
                <a:gd name="T3" fmla="*/ 0 h 40"/>
                <a:gd name="T4" fmla="*/ 40 w 48"/>
                <a:gd name="T5" fmla="*/ 0 h 40"/>
                <a:gd name="T6" fmla="*/ 48 w 48"/>
                <a:gd name="T7" fmla="*/ 8 h 40"/>
                <a:gd name="T8" fmla="*/ 48 w 48"/>
                <a:gd name="T9" fmla="*/ 40 h 40"/>
                <a:gd name="T10" fmla="*/ 0 w 48"/>
                <a:gd name="T11" fmla="*/ 40 h 40"/>
                <a:gd name="T12" fmla="*/ 0 w 48"/>
                <a:gd name="T13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40">
                  <a:moveTo>
                    <a:pt x="0" y="8"/>
                  </a:moveTo>
                  <a:cubicBezTo>
                    <a:pt x="0" y="4"/>
                    <a:pt x="3" y="0"/>
                    <a:pt x="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8" y="4"/>
                    <a:pt x="48" y="8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0" y="40"/>
                    <a:pt x="0" y="40"/>
                    <a:pt x="0" y="4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Rectangle 73"/>
            <p:cNvSpPr>
              <a:spLocks noChangeArrowheads="1"/>
            </p:cNvSpPr>
            <p:nvPr/>
          </p:nvSpPr>
          <p:spPr bwMode="auto">
            <a:xfrm>
              <a:off x="4505325" y="3136900"/>
              <a:ext cx="323850" cy="41275"/>
            </a:xfrm>
            <a:prstGeom prst="rect">
              <a:avLst/>
            </a:pr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" name="Freeform 74"/>
            <p:cNvSpPr/>
            <p:nvPr/>
          </p:nvSpPr>
          <p:spPr bwMode="auto">
            <a:xfrm>
              <a:off x="4505325" y="3178175"/>
              <a:ext cx="323850" cy="487362"/>
            </a:xfrm>
            <a:custGeom>
              <a:avLst/>
              <a:gdLst>
                <a:gd name="T0" fmla="*/ 48 w 48"/>
                <a:gd name="T1" fmla="*/ 0 h 72"/>
                <a:gd name="T2" fmla="*/ 48 w 48"/>
                <a:gd name="T3" fmla="*/ 64 h 72"/>
                <a:gd name="T4" fmla="*/ 40 w 48"/>
                <a:gd name="T5" fmla="*/ 72 h 72"/>
                <a:gd name="T6" fmla="*/ 7 w 48"/>
                <a:gd name="T7" fmla="*/ 72 h 72"/>
                <a:gd name="T8" fmla="*/ 0 w 48"/>
                <a:gd name="T9" fmla="*/ 64 h 72"/>
                <a:gd name="T10" fmla="*/ 0 w 48"/>
                <a:gd name="T11" fmla="*/ 0 h 72"/>
                <a:gd name="T12" fmla="*/ 48 w 48"/>
                <a:gd name="T13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72">
                  <a:moveTo>
                    <a:pt x="48" y="0"/>
                  </a:moveTo>
                  <a:cubicBezTo>
                    <a:pt x="48" y="64"/>
                    <a:pt x="48" y="64"/>
                    <a:pt x="48" y="64"/>
                  </a:cubicBezTo>
                  <a:cubicBezTo>
                    <a:pt x="48" y="69"/>
                    <a:pt x="44" y="72"/>
                    <a:pt x="40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3" y="72"/>
                    <a:pt x="0" y="69"/>
                    <a:pt x="0" y="64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8" y="0"/>
                  </a:lnTo>
                  <a:close/>
                </a:path>
              </a:pathLst>
            </a:custGeom>
            <a:solidFill>
              <a:srgbClr val="4B7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7" name="Freeform 75"/>
          <p:cNvSpPr/>
          <p:nvPr/>
        </p:nvSpPr>
        <p:spPr bwMode="auto">
          <a:xfrm>
            <a:off x="4188047" y="1441598"/>
            <a:ext cx="742803" cy="1020430"/>
          </a:xfrm>
          <a:custGeom>
            <a:avLst/>
            <a:gdLst>
              <a:gd name="T0" fmla="*/ 111 w 118"/>
              <a:gd name="T1" fmla="*/ 0 h 162"/>
              <a:gd name="T2" fmla="*/ 111 w 118"/>
              <a:gd name="T3" fmla="*/ 0 h 162"/>
              <a:gd name="T4" fmla="*/ 105 w 118"/>
              <a:gd name="T5" fmla="*/ 7 h 162"/>
              <a:gd name="T6" fmla="*/ 99 w 118"/>
              <a:gd name="T7" fmla="*/ 0 h 162"/>
              <a:gd name="T8" fmla="*/ 99 w 118"/>
              <a:gd name="T9" fmla="*/ 0 h 162"/>
              <a:gd name="T10" fmla="*/ 93 w 118"/>
              <a:gd name="T11" fmla="*/ 0 h 162"/>
              <a:gd name="T12" fmla="*/ 93 w 118"/>
              <a:gd name="T13" fmla="*/ 0 h 162"/>
              <a:gd name="T14" fmla="*/ 87 w 118"/>
              <a:gd name="T15" fmla="*/ 7 h 162"/>
              <a:gd name="T16" fmla="*/ 81 w 118"/>
              <a:gd name="T17" fmla="*/ 0 h 162"/>
              <a:gd name="T18" fmla="*/ 81 w 118"/>
              <a:gd name="T19" fmla="*/ 0 h 162"/>
              <a:gd name="T20" fmla="*/ 75 w 118"/>
              <a:gd name="T21" fmla="*/ 0 h 162"/>
              <a:gd name="T22" fmla="*/ 75 w 118"/>
              <a:gd name="T23" fmla="*/ 0 h 162"/>
              <a:gd name="T24" fmla="*/ 69 w 118"/>
              <a:gd name="T25" fmla="*/ 7 h 162"/>
              <a:gd name="T26" fmla="*/ 62 w 118"/>
              <a:gd name="T27" fmla="*/ 0 h 162"/>
              <a:gd name="T28" fmla="*/ 62 w 118"/>
              <a:gd name="T29" fmla="*/ 0 h 162"/>
              <a:gd name="T30" fmla="*/ 56 w 118"/>
              <a:gd name="T31" fmla="*/ 0 h 162"/>
              <a:gd name="T32" fmla="*/ 56 w 118"/>
              <a:gd name="T33" fmla="*/ 0 h 162"/>
              <a:gd name="T34" fmla="*/ 50 w 118"/>
              <a:gd name="T35" fmla="*/ 7 h 162"/>
              <a:gd name="T36" fmla="*/ 44 w 118"/>
              <a:gd name="T37" fmla="*/ 0 h 162"/>
              <a:gd name="T38" fmla="*/ 44 w 118"/>
              <a:gd name="T39" fmla="*/ 0 h 162"/>
              <a:gd name="T40" fmla="*/ 37 w 118"/>
              <a:gd name="T41" fmla="*/ 0 h 162"/>
              <a:gd name="T42" fmla="*/ 37 w 118"/>
              <a:gd name="T43" fmla="*/ 0 h 162"/>
              <a:gd name="T44" fmla="*/ 31 w 118"/>
              <a:gd name="T45" fmla="*/ 7 h 162"/>
              <a:gd name="T46" fmla="*/ 25 w 118"/>
              <a:gd name="T47" fmla="*/ 0 h 162"/>
              <a:gd name="T48" fmla="*/ 25 w 118"/>
              <a:gd name="T49" fmla="*/ 0 h 162"/>
              <a:gd name="T50" fmla="*/ 19 w 118"/>
              <a:gd name="T51" fmla="*/ 0 h 162"/>
              <a:gd name="T52" fmla="*/ 19 w 118"/>
              <a:gd name="T53" fmla="*/ 0 h 162"/>
              <a:gd name="T54" fmla="*/ 13 w 118"/>
              <a:gd name="T55" fmla="*/ 7 h 162"/>
              <a:gd name="T56" fmla="*/ 6 w 118"/>
              <a:gd name="T57" fmla="*/ 0 h 162"/>
              <a:gd name="T58" fmla="*/ 6 w 118"/>
              <a:gd name="T59" fmla="*/ 0 h 162"/>
              <a:gd name="T60" fmla="*/ 0 w 118"/>
              <a:gd name="T61" fmla="*/ 0 h 162"/>
              <a:gd name="T62" fmla="*/ 0 w 118"/>
              <a:gd name="T63" fmla="*/ 162 h 162"/>
              <a:gd name="T64" fmla="*/ 118 w 118"/>
              <a:gd name="T65" fmla="*/ 162 h 162"/>
              <a:gd name="T66" fmla="*/ 118 w 118"/>
              <a:gd name="T67" fmla="*/ 0 h 162"/>
              <a:gd name="T68" fmla="*/ 111 w 118"/>
              <a:gd name="T69" fmla="*/ 0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8" h="162">
                <a:moveTo>
                  <a:pt x="111" y="0"/>
                </a:moveTo>
                <a:cubicBezTo>
                  <a:pt x="111" y="0"/>
                  <a:pt x="111" y="0"/>
                  <a:pt x="111" y="0"/>
                </a:cubicBezTo>
                <a:cubicBezTo>
                  <a:pt x="111" y="4"/>
                  <a:pt x="108" y="7"/>
                  <a:pt x="105" y="7"/>
                </a:cubicBezTo>
                <a:cubicBezTo>
                  <a:pt x="101" y="7"/>
                  <a:pt x="99" y="4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4"/>
                  <a:pt x="91" y="7"/>
                  <a:pt x="87" y="7"/>
                </a:cubicBezTo>
                <a:cubicBezTo>
                  <a:pt x="84" y="7"/>
                  <a:pt x="81" y="4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75" y="0"/>
                  <a:pt x="75" y="0"/>
                  <a:pt x="75" y="0"/>
                </a:cubicBezTo>
                <a:cubicBezTo>
                  <a:pt x="75" y="0"/>
                  <a:pt x="75" y="0"/>
                  <a:pt x="75" y="0"/>
                </a:cubicBezTo>
                <a:cubicBezTo>
                  <a:pt x="75" y="4"/>
                  <a:pt x="72" y="7"/>
                  <a:pt x="69" y="7"/>
                </a:cubicBezTo>
                <a:cubicBezTo>
                  <a:pt x="65" y="7"/>
                  <a:pt x="62" y="4"/>
                  <a:pt x="62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6" y="4"/>
                  <a:pt x="53" y="7"/>
                  <a:pt x="50" y="7"/>
                </a:cubicBezTo>
                <a:cubicBezTo>
                  <a:pt x="46" y="7"/>
                  <a:pt x="44" y="4"/>
                  <a:pt x="44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7" y="4"/>
                  <a:pt x="35" y="7"/>
                  <a:pt x="31" y="7"/>
                </a:cubicBezTo>
                <a:cubicBezTo>
                  <a:pt x="28" y="7"/>
                  <a:pt x="25" y="4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4"/>
                  <a:pt x="16" y="7"/>
                  <a:pt x="13" y="7"/>
                </a:cubicBezTo>
                <a:cubicBezTo>
                  <a:pt x="9" y="7"/>
                  <a:pt x="6" y="4"/>
                  <a:pt x="6" y="0"/>
                </a:cubicBezTo>
                <a:cubicBezTo>
                  <a:pt x="6" y="0"/>
                  <a:pt x="6" y="0"/>
                  <a:pt x="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2"/>
                  <a:pt x="0" y="162"/>
                  <a:pt x="0" y="162"/>
                </a:cubicBezTo>
                <a:cubicBezTo>
                  <a:pt x="118" y="162"/>
                  <a:pt x="118" y="162"/>
                  <a:pt x="118" y="162"/>
                </a:cubicBezTo>
                <a:cubicBezTo>
                  <a:pt x="118" y="0"/>
                  <a:pt x="118" y="0"/>
                  <a:pt x="118" y="0"/>
                </a:cubicBezTo>
                <a:lnTo>
                  <a:pt x="111" y="0"/>
                </a:lnTo>
                <a:close/>
              </a:path>
            </a:pathLst>
          </a:custGeom>
          <a:solidFill>
            <a:srgbClr val="F5F8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3835105" y="2002761"/>
            <a:ext cx="762000" cy="1525476"/>
            <a:chOff x="3671888" y="2147888"/>
            <a:chExt cx="819150" cy="1639887"/>
          </a:xfrm>
        </p:grpSpPr>
        <p:sp>
          <p:nvSpPr>
            <p:cNvPr id="78" name="Rectangle 76"/>
            <p:cNvSpPr>
              <a:spLocks noChangeArrowheads="1"/>
            </p:cNvSpPr>
            <p:nvPr/>
          </p:nvSpPr>
          <p:spPr bwMode="auto">
            <a:xfrm>
              <a:off x="4017963" y="2900363"/>
              <a:ext cx="128588" cy="250825"/>
            </a:xfrm>
            <a:prstGeom prst="rect">
              <a:avLst/>
            </a:pr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" name="Rectangle 77"/>
            <p:cNvSpPr>
              <a:spLocks noChangeArrowheads="1"/>
            </p:cNvSpPr>
            <p:nvPr/>
          </p:nvSpPr>
          <p:spPr bwMode="auto">
            <a:xfrm>
              <a:off x="4017963" y="2900363"/>
              <a:ext cx="66675" cy="250825"/>
            </a:xfrm>
            <a:prstGeom prst="rect">
              <a:avLst/>
            </a:pr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" name="Oval 78"/>
            <p:cNvSpPr>
              <a:spLocks noChangeArrowheads="1"/>
            </p:cNvSpPr>
            <p:nvPr/>
          </p:nvSpPr>
          <p:spPr bwMode="auto">
            <a:xfrm>
              <a:off x="3671888" y="2147888"/>
              <a:ext cx="819150" cy="812800"/>
            </a:xfrm>
            <a:prstGeom prst="ellipse">
              <a:avLst/>
            </a:pr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" name="Oval 79"/>
            <p:cNvSpPr>
              <a:spLocks noChangeArrowheads="1"/>
            </p:cNvSpPr>
            <p:nvPr/>
          </p:nvSpPr>
          <p:spPr bwMode="auto">
            <a:xfrm>
              <a:off x="3752850" y="2228850"/>
              <a:ext cx="657225" cy="650875"/>
            </a:xfrm>
            <a:prstGeom prst="ellipse">
              <a:avLst/>
            </a:prstGeom>
            <a:solidFill>
              <a:srgbClr val="B83B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Oval 80"/>
            <p:cNvSpPr>
              <a:spLocks noChangeArrowheads="1"/>
            </p:cNvSpPr>
            <p:nvPr/>
          </p:nvSpPr>
          <p:spPr bwMode="auto">
            <a:xfrm>
              <a:off x="3781425" y="2255838"/>
              <a:ext cx="601663" cy="603250"/>
            </a:xfrm>
            <a:prstGeom prst="ellipse">
              <a:avLst/>
            </a:pr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" name="Oval 81"/>
            <p:cNvSpPr>
              <a:spLocks noChangeArrowheads="1"/>
            </p:cNvSpPr>
            <p:nvPr/>
          </p:nvSpPr>
          <p:spPr bwMode="auto">
            <a:xfrm>
              <a:off x="3821113" y="2289175"/>
              <a:ext cx="520700" cy="528637"/>
            </a:xfrm>
            <a:prstGeom prst="ellipse">
              <a:avLst/>
            </a:pr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4" name="Freeform 82"/>
            <p:cNvSpPr/>
            <p:nvPr/>
          </p:nvSpPr>
          <p:spPr bwMode="auto">
            <a:xfrm>
              <a:off x="4065588" y="2343150"/>
              <a:ext cx="236538" cy="238125"/>
            </a:xfrm>
            <a:custGeom>
              <a:avLst/>
              <a:gdLst>
                <a:gd name="T0" fmla="*/ 29 w 35"/>
                <a:gd name="T1" fmla="*/ 35 h 35"/>
                <a:gd name="T2" fmla="*/ 24 w 35"/>
                <a:gd name="T3" fmla="*/ 29 h 35"/>
                <a:gd name="T4" fmla="*/ 6 w 35"/>
                <a:gd name="T5" fmla="*/ 11 h 35"/>
                <a:gd name="T6" fmla="*/ 0 w 35"/>
                <a:gd name="T7" fmla="*/ 5 h 35"/>
                <a:gd name="T8" fmla="*/ 6 w 35"/>
                <a:gd name="T9" fmla="*/ 0 h 35"/>
                <a:gd name="T10" fmla="*/ 35 w 35"/>
                <a:gd name="T11" fmla="*/ 29 h 35"/>
                <a:gd name="T12" fmla="*/ 29 w 35"/>
                <a:gd name="T13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5">
                  <a:moveTo>
                    <a:pt x="29" y="35"/>
                  </a:moveTo>
                  <a:cubicBezTo>
                    <a:pt x="26" y="35"/>
                    <a:pt x="24" y="32"/>
                    <a:pt x="24" y="29"/>
                  </a:cubicBezTo>
                  <a:cubicBezTo>
                    <a:pt x="24" y="19"/>
                    <a:pt x="16" y="11"/>
                    <a:pt x="6" y="11"/>
                  </a:cubicBezTo>
                  <a:cubicBezTo>
                    <a:pt x="3" y="11"/>
                    <a:pt x="0" y="8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2" y="0"/>
                    <a:pt x="35" y="13"/>
                    <a:pt x="35" y="29"/>
                  </a:cubicBezTo>
                  <a:cubicBezTo>
                    <a:pt x="35" y="32"/>
                    <a:pt x="32" y="35"/>
                    <a:pt x="29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Oval 83"/>
            <p:cNvSpPr>
              <a:spLocks noChangeArrowheads="1"/>
            </p:cNvSpPr>
            <p:nvPr/>
          </p:nvSpPr>
          <p:spPr bwMode="auto">
            <a:xfrm>
              <a:off x="4221163" y="2601913"/>
              <a:ext cx="74613" cy="746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Rectangle 84"/>
            <p:cNvSpPr>
              <a:spLocks noChangeArrowheads="1"/>
            </p:cNvSpPr>
            <p:nvPr/>
          </p:nvSpPr>
          <p:spPr bwMode="auto">
            <a:xfrm>
              <a:off x="3949700" y="3109913"/>
              <a:ext cx="271463" cy="636587"/>
            </a:xfrm>
            <a:prstGeom prst="rect">
              <a:avLst/>
            </a:prstGeom>
            <a:solidFill>
              <a:srgbClr val="F2C8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Rectangle 85"/>
            <p:cNvSpPr>
              <a:spLocks noChangeArrowheads="1"/>
            </p:cNvSpPr>
            <p:nvPr/>
          </p:nvSpPr>
          <p:spPr bwMode="auto">
            <a:xfrm>
              <a:off x="3949700" y="3109913"/>
              <a:ext cx="142875" cy="636587"/>
            </a:xfrm>
            <a:prstGeom prst="rect">
              <a:avLst/>
            </a:pr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" name="Rectangle 86"/>
            <p:cNvSpPr>
              <a:spLocks noChangeArrowheads="1"/>
            </p:cNvSpPr>
            <p:nvPr/>
          </p:nvSpPr>
          <p:spPr bwMode="auto">
            <a:xfrm>
              <a:off x="3949700" y="3109913"/>
              <a:ext cx="271463" cy="101600"/>
            </a:xfrm>
            <a:prstGeom prst="rect">
              <a:avLst/>
            </a:pr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" name="Rectangle 87"/>
            <p:cNvSpPr>
              <a:spLocks noChangeArrowheads="1"/>
            </p:cNvSpPr>
            <p:nvPr/>
          </p:nvSpPr>
          <p:spPr bwMode="auto">
            <a:xfrm>
              <a:off x="3949700" y="3109913"/>
              <a:ext cx="142875" cy="101600"/>
            </a:xfrm>
            <a:prstGeom prst="rect">
              <a:avLst/>
            </a:pr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" name="Rectangle 88"/>
            <p:cNvSpPr>
              <a:spLocks noChangeArrowheads="1"/>
            </p:cNvSpPr>
            <p:nvPr/>
          </p:nvSpPr>
          <p:spPr bwMode="auto">
            <a:xfrm>
              <a:off x="3949700" y="3713163"/>
              <a:ext cx="271463" cy="74612"/>
            </a:xfrm>
            <a:prstGeom prst="rect">
              <a:avLst/>
            </a:pr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" name="Rectangle 89"/>
            <p:cNvSpPr>
              <a:spLocks noChangeArrowheads="1"/>
            </p:cNvSpPr>
            <p:nvPr/>
          </p:nvSpPr>
          <p:spPr bwMode="auto">
            <a:xfrm>
              <a:off x="3949700" y="3713163"/>
              <a:ext cx="142875" cy="74612"/>
            </a:xfrm>
            <a:prstGeom prst="rect">
              <a:avLst/>
            </a:pr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2" name="Freeform 90"/>
          <p:cNvSpPr/>
          <p:nvPr/>
        </p:nvSpPr>
        <p:spPr bwMode="auto">
          <a:xfrm>
            <a:off x="8187070" y="1889051"/>
            <a:ext cx="194930" cy="200837"/>
          </a:xfrm>
          <a:custGeom>
            <a:avLst/>
            <a:gdLst>
              <a:gd name="T0" fmla="*/ 11 w 31"/>
              <a:gd name="T1" fmla="*/ 10 h 32"/>
              <a:gd name="T2" fmla="*/ 13 w 31"/>
              <a:gd name="T3" fmla="*/ 3 h 32"/>
              <a:gd name="T4" fmla="*/ 18 w 31"/>
              <a:gd name="T5" fmla="*/ 3 h 32"/>
              <a:gd name="T6" fmla="*/ 20 w 31"/>
              <a:gd name="T7" fmla="*/ 10 h 32"/>
              <a:gd name="T8" fmla="*/ 21 w 31"/>
              <a:gd name="T9" fmla="*/ 12 h 32"/>
              <a:gd name="T10" fmla="*/ 29 w 31"/>
              <a:gd name="T11" fmla="*/ 14 h 32"/>
              <a:gd name="T12" fmla="*/ 29 w 31"/>
              <a:gd name="T13" fmla="*/ 18 h 32"/>
              <a:gd name="T14" fmla="*/ 21 w 31"/>
              <a:gd name="T15" fmla="*/ 20 h 32"/>
              <a:gd name="T16" fmla="*/ 20 w 31"/>
              <a:gd name="T17" fmla="*/ 22 h 32"/>
              <a:gd name="T18" fmla="*/ 18 w 31"/>
              <a:gd name="T19" fmla="*/ 29 h 32"/>
              <a:gd name="T20" fmla="*/ 13 w 31"/>
              <a:gd name="T21" fmla="*/ 29 h 32"/>
              <a:gd name="T22" fmla="*/ 11 w 31"/>
              <a:gd name="T23" fmla="*/ 22 h 32"/>
              <a:gd name="T24" fmla="*/ 10 w 31"/>
              <a:gd name="T25" fmla="*/ 20 h 32"/>
              <a:gd name="T26" fmla="*/ 2 w 31"/>
              <a:gd name="T27" fmla="*/ 18 h 32"/>
              <a:gd name="T28" fmla="*/ 2 w 31"/>
              <a:gd name="T29" fmla="*/ 14 h 32"/>
              <a:gd name="T30" fmla="*/ 10 w 31"/>
              <a:gd name="T31" fmla="*/ 12 h 32"/>
              <a:gd name="T32" fmla="*/ 11 w 31"/>
              <a:gd name="T33" fmla="*/ 1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1" h="32">
                <a:moveTo>
                  <a:pt x="11" y="10"/>
                </a:moveTo>
                <a:cubicBezTo>
                  <a:pt x="13" y="3"/>
                  <a:pt x="13" y="3"/>
                  <a:pt x="13" y="3"/>
                </a:cubicBezTo>
                <a:cubicBezTo>
                  <a:pt x="14" y="0"/>
                  <a:pt x="17" y="0"/>
                  <a:pt x="18" y="3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1"/>
                  <a:pt x="21" y="12"/>
                  <a:pt x="21" y="12"/>
                </a:cubicBezTo>
                <a:cubicBezTo>
                  <a:pt x="29" y="14"/>
                  <a:pt x="29" y="14"/>
                  <a:pt x="29" y="14"/>
                </a:cubicBezTo>
                <a:cubicBezTo>
                  <a:pt x="31" y="14"/>
                  <a:pt x="31" y="18"/>
                  <a:pt x="29" y="18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0" y="21"/>
                  <a:pt x="20" y="22"/>
                </a:cubicBezTo>
                <a:cubicBezTo>
                  <a:pt x="18" y="29"/>
                  <a:pt x="18" y="29"/>
                  <a:pt x="18" y="29"/>
                </a:cubicBezTo>
                <a:cubicBezTo>
                  <a:pt x="17" y="32"/>
                  <a:pt x="14" y="32"/>
                  <a:pt x="13" y="29"/>
                </a:cubicBezTo>
                <a:cubicBezTo>
                  <a:pt x="11" y="22"/>
                  <a:pt x="11" y="22"/>
                  <a:pt x="11" y="22"/>
                </a:cubicBezTo>
                <a:cubicBezTo>
                  <a:pt x="11" y="21"/>
                  <a:pt x="11" y="20"/>
                  <a:pt x="10" y="20"/>
                </a:cubicBezTo>
                <a:cubicBezTo>
                  <a:pt x="2" y="18"/>
                  <a:pt x="2" y="18"/>
                  <a:pt x="2" y="18"/>
                </a:cubicBezTo>
                <a:cubicBezTo>
                  <a:pt x="0" y="18"/>
                  <a:pt x="0" y="14"/>
                  <a:pt x="2" y="14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1" y="10"/>
                </a:cubicBezTo>
                <a:close/>
              </a:path>
            </a:pathLst>
          </a:custGeom>
          <a:solidFill>
            <a:srgbClr val="F2C8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9" name="文本框 778"/>
          <p:cNvSpPr txBox="1"/>
          <p:nvPr/>
        </p:nvSpPr>
        <p:spPr>
          <a:xfrm>
            <a:off x="743585" y="4208780"/>
            <a:ext cx="107118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n w="7620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Lỗi Broken Access Control</a:t>
            </a:r>
            <a:endParaRPr lang="en-US" sz="4800" dirty="0">
              <a:ln w="76200"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0" name="矩形 471"/>
          <p:cNvSpPr>
            <a:spLocks noChangeArrowheads="1"/>
          </p:cNvSpPr>
          <p:nvPr/>
        </p:nvSpPr>
        <p:spPr bwMode="auto">
          <a:xfrm>
            <a:off x="3147065" y="5319094"/>
            <a:ext cx="5904224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/>
            <a:endParaRPr lang="it-IT" altLang="zh-CN" sz="14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81" name="直接连接符 780"/>
          <p:cNvCxnSpPr/>
          <p:nvPr/>
        </p:nvCxnSpPr>
        <p:spPr>
          <a:xfrm>
            <a:off x="3122351" y="5258402"/>
            <a:ext cx="5948782" cy="0"/>
          </a:xfrm>
          <a:prstGeom prst="line">
            <a:avLst/>
          </a:prstGeom>
          <a:ln>
            <a:solidFill>
              <a:srgbClr val="FCB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" grpId="0"/>
      <p:bldP spid="78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423547" y="3605066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zh-CN" altLang="en-US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2"/>
            </p:custDataLst>
          </p:nvPr>
        </p:nvSpPr>
        <p:spPr>
          <a:xfrm>
            <a:off x="1924685" y="3429000"/>
            <a:ext cx="2734310" cy="542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Huỳnh Minh Duy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1423547" y="4619010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zh-CN" altLang="en-US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MH_Entry_1"/>
          <p:cNvSpPr/>
          <p:nvPr>
            <p:custDataLst>
              <p:tags r:id="rId4"/>
            </p:custDataLst>
          </p:nvPr>
        </p:nvSpPr>
        <p:spPr>
          <a:xfrm>
            <a:off x="1996264" y="4595344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Tiết Gia Huy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5"/>
            </p:custDataLst>
          </p:nvPr>
        </p:nvCxnSpPr>
        <p:spPr>
          <a:xfrm flipH="1">
            <a:off x="1923874" y="4168462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5538514" y="4132463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7"/>
            </p:custDataLst>
          </p:nvPr>
        </p:nvCxnSpPr>
        <p:spPr>
          <a:xfrm flipH="1">
            <a:off x="1923874" y="5182208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>
            <p:custDataLst>
              <p:tags r:id="rId8"/>
            </p:custDataLst>
          </p:nvPr>
        </p:nvSpPr>
        <p:spPr>
          <a:xfrm>
            <a:off x="5538514" y="5146209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9"/>
            </p:custDataLst>
          </p:nvPr>
        </p:nvCxnSpPr>
        <p:spPr>
          <a:xfrm flipH="1">
            <a:off x="6953074" y="4184778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>
            <p:custDataLst>
              <p:tags r:id="rId10"/>
            </p:custDataLst>
          </p:nvPr>
        </p:nvSpPr>
        <p:spPr>
          <a:xfrm>
            <a:off x="10567714" y="4148779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11"/>
            </p:custDataLst>
          </p:nvPr>
        </p:nvCxnSpPr>
        <p:spPr>
          <a:xfrm flipH="1">
            <a:off x="6953074" y="5194514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>
            <p:custDataLst>
              <p:tags r:id="rId12"/>
            </p:custDataLst>
          </p:nvPr>
        </p:nvSpPr>
        <p:spPr>
          <a:xfrm>
            <a:off x="10567714" y="5158515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3449126" y="1923271"/>
            <a:ext cx="542687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047704" y="1301814"/>
            <a:ext cx="417576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Danh sách thành viên</a:t>
            </a:r>
            <a:endParaRPr lang="en-US" altLang="zh-CN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8422206" y="1301814"/>
            <a:ext cx="2104752" cy="688784"/>
            <a:chOff x="9413875" y="2919413"/>
            <a:chExt cx="2784475" cy="911225"/>
          </a:xfrm>
        </p:grpSpPr>
        <p:sp>
          <p:nvSpPr>
            <p:cNvPr id="34" name="Freeform 904"/>
            <p:cNvSpPr/>
            <p:nvPr/>
          </p:nvSpPr>
          <p:spPr bwMode="auto">
            <a:xfrm>
              <a:off x="11282363" y="2919413"/>
              <a:ext cx="549275" cy="895350"/>
            </a:xfrm>
            <a:custGeom>
              <a:avLst/>
              <a:gdLst>
                <a:gd name="T0" fmla="*/ 23 w 346"/>
                <a:gd name="T1" fmla="*/ 0 h 564"/>
                <a:gd name="T2" fmla="*/ 0 w 346"/>
                <a:gd name="T3" fmla="*/ 0 h 564"/>
                <a:gd name="T4" fmla="*/ 0 w 346"/>
                <a:gd name="T5" fmla="*/ 564 h 564"/>
                <a:gd name="T6" fmla="*/ 27 w 346"/>
                <a:gd name="T7" fmla="*/ 564 h 564"/>
                <a:gd name="T8" fmla="*/ 346 w 346"/>
                <a:gd name="T9" fmla="*/ 410 h 564"/>
                <a:gd name="T10" fmla="*/ 346 w 346"/>
                <a:gd name="T11" fmla="*/ 155 h 564"/>
                <a:gd name="T12" fmla="*/ 23 w 346"/>
                <a:gd name="T13" fmla="*/ 0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564">
                  <a:moveTo>
                    <a:pt x="23" y="0"/>
                  </a:moveTo>
                  <a:lnTo>
                    <a:pt x="0" y="0"/>
                  </a:lnTo>
                  <a:lnTo>
                    <a:pt x="0" y="564"/>
                  </a:lnTo>
                  <a:lnTo>
                    <a:pt x="27" y="564"/>
                  </a:lnTo>
                  <a:lnTo>
                    <a:pt x="346" y="410"/>
                  </a:lnTo>
                  <a:lnTo>
                    <a:pt x="346" y="15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Freeform 905"/>
            <p:cNvSpPr/>
            <p:nvPr/>
          </p:nvSpPr>
          <p:spPr bwMode="auto">
            <a:xfrm>
              <a:off x="11831638" y="3165475"/>
              <a:ext cx="366712" cy="404813"/>
            </a:xfrm>
            <a:custGeom>
              <a:avLst/>
              <a:gdLst>
                <a:gd name="T0" fmla="*/ 46 w 51"/>
                <a:gd name="T1" fmla="*/ 22 h 56"/>
                <a:gd name="T2" fmla="*/ 0 w 51"/>
                <a:gd name="T3" fmla="*/ 0 h 56"/>
                <a:gd name="T4" fmla="*/ 0 w 51"/>
                <a:gd name="T5" fmla="*/ 56 h 56"/>
                <a:gd name="T6" fmla="*/ 46 w 51"/>
                <a:gd name="T7" fmla="*/ 34 h 56"/>
                <a:gd name="T8" fmla="*/ 46 w 51"/>
                <a:gd name="T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6">
                  <a:moveTo>
                    <a:pt x="46" y="2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51" y="31"/>
                    <a:pt x="51" y="24"/>
                    <a:pt x="46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Freeform 906"/>
            <p:cNvSpPr/>
            <p:nvPr/>
          </p:nvSpPr>
          <p:spPr bwMode="auto">
            <a:xfrm>
              <a:off x="11282363" y="3411538"/>
              <a:ext cx="549275" cy="403225"/>
            </a:xfrm>
            <a:custGeom>
              <a:avLst/>
              <a:gdLst>
                <a:gd name="T0" fmla="*/ 0 w 346"/>
                <a:gd name="T1" fmla="*/ 195 h 254"/>
                <a:gd name="T2" fmla="*/ 0 w 346"/>
                <a:gd name="T3" fmla="*/ 254 h 254"/>
                <a:gd name="T4" fmla="*/ 27 w 346"/>
                <a:gd name="T5" fmla="*/ 254 h 254"/>
                <a:gd name="T6" fmla="*/ 346 w 346"/>
                <a:gd name="T7" fmla="*/ 100 h 254"/>
                <a:gd name="T8" fmla="*/ 346 w 346"/>
                <a:gd name="T9" fmla="*/ 0 h 254"/>
                <a:gd name="T10" fmla="*/ 14 w 346"/>
                <a:gd name="T11" fmla="*/ 86 h 254"/>
                <a:gd name="T12" fmla="*/ 0 w 346"/>
                <a:gd name="T13" fmla="*/ 195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254">
                  <a:moveTo>
                    <a:pt x="0" y="195"/>
                  </a:moveTo>
                  <a:lnTo>
                    <a:pt x="0" y="254"/>
                  </a:lnTo>
                  <a:lnTo>
                    <a:pt x="27" y="254"/>
                  </a:lnTo>
                  <a:lnTo>
                    <a:pt x="346" y="100"/>
                  </a:lnTo>
                  <a:lnTo>
                    <a:pt x="346" y="0"/>
                  </a:lnTo>
                  <a:lnTo>
                    <a:pt x="14" y="86"/>
                  </a:lnTo>
                  <a:lnTo>
                    <a:pt x="0" y="195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Freeform 907"/>
            <p:cNvSpPr/>
            <p:nvPr/>
          </p:nvSpPr>
          <p:spPr bwMode="auto">
            <a:xfrm>
              <a:off x="10279063" y="3057525"/>
              <a:ext cx="1025525" cy="765175"/>
            </a:xfrm>
            <a:custGeom>
              <a:avLst/>
              <a:gdLst>
                <a:gd name="T0" fmla="*/ 5 w 646"/>
                <a:gd name="T1" fmla="*/ 482 h 482"/>
                <a:gd name="T2" fmla="*/ 646 w 646"/>
                <a:gd name="T3" fmla="*/ 477 h 482"/>
                <a:gd name="T4" fmla="*/ 646 w 646"/>
                <a:gd name="T5" fmla="*/ 0 h 482"/>
                <a:gd name="T6" fmla="*/ 0 w 646"/>
                <a:gd name="T7" fmla="*/ 9 h 482"/>
                <a:gd name="T8" fmla="*/ 5 w 646"/>
                <a:gd name="T9" fmla="*/ 482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482">
                  <a:moveTo>
                    <a:pt x="5" y="482"/>
                  </a:moveTo>
                  <a:lnTo>
                    <a:pt x="646" y="477"/>
                  </a:lnTo>
                  <a:lnTo>
                    <a:pt x="646" y="0"/>
                  </a:lnTo>
                  <a:lnTo>
                    <a:pt x="0" y="9"/>
                  </a:lnTo>
                  <a:lnTo>
                    <a:pt x="5" y="482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Freeform 908"/>
            <p:cNvSpPr/>
            <p:nvPr/>
          </p:nvSpPr>
          <p:spPr bwMode="auto">
            <a:xfrm>
              <a:off x="10279063" y="2919413"/>
              <a:ext cx="1025525" cy="203200"/>
            </a:xfrm>
            <a:custGeom>
              <a:avLst/>
              <a:gdLst>
                <a:gd name="T0" fmla="*/ 0 w 646"/>
                <a:gd name="T1" fmla="*/ 128 h 128"/>
                <a:gd name="T2" fmla="*/ 646 w 646"/>
                <a:gd name="T3" fmla="*/ 123 h 128"/>
                <a:gd name="T4" fmla="*/ 646 w 646"/>
                <a:gd name="T5" fmla="*/ 0 h 128"/>
                <a:gd name="T6" fmla="*/ 0 w 646"/>
                <a:gd name="T7" fmla="*/ 5 h 128"/>
                <a:gd name="T8" fmla="*/ 0 w 646"/>
                <a:gd name="T9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128">
                  <a:moveTo>
                    <a:pt x="0" y="128"/>
                  </a:moveTo>
                  <a:lnTo>
                    <a:pt x="646" y="123"/>
                  </a:lnTo>
                  <a:lnTo>
                    <a:pt x="646" y="0"/>
                  </a:lnTo>
                  <a:lnTo>
                    <a:pt x="0" y="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Freeform 909"/>
            <p:cNvSpPr/>
            <p:nvPr/>
          </p:nvSpPr>
          <p:spPr bwMode="auto">
            <a:xfrm>
              <a:off x="10279063" y="3548063"/>
              <a:ext cx="1025525" cy="274638"/>
            </a:xfrm>
            <a:custGeom>
              <a:avLst/>
              <a:gdLst>
                <a:gd name="T0" fmla="*/ 5 w 646"/>
                <a:gd name="T1" fmla="*/ 173 h 173"/>
                <a:gd name="T2" fmla="*/ 646 w 646"/>
                <a:gd name="T3" fmla="*/ 168 h 173"/>
                <a:gd name="T4" fmla="*/ 646 w 646"/>
                <a:gd name="T5" fmla="*/ 0 h 173"/>
                <a:gd name="T6" fmla="*/ 0 w 646"/>
                <a:gd name="T7" fmla="*/ 5 h 173"/>
                <a:gd name="T8" fmla="*/ 5 w 646"/>
                <a:gd name="T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173">
                  <a:moveTo>
                    <a:pt x="5" y="173"/>
                  </a:moveTo>
                  <a:lnTo>
                    <a:pt x="646" y="168"/>
                  </a:lnTo>
                  <a:lnTo>
                    <a:pt x="646" y="0"/>
                  </a:lnTo>
                  <a:lnTo>
                    <a:pt x="0" y="5"/>
                  </a:lnTo>
                  <a:lnTo>
                    <a:pt x="5" y="173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Freeform 910"/>
            <p:cNvSpPr/>
            <p:nvPr/>
          </p:nvSpPr>
          <p:spPr bwMode="auto">
            <a:xfrm>
              <a:off x="9413875" y="2927350"/>
              <a:ext cx="525462" cy="903288"/>
            </a:xfrm>
            <a:custGeom>
              <a:avLst/>
              <a:gdLst>
                <a:gd name="T0" fmla="*/ 64 w 73"/>
                <a:gd name="T1" fmla="*/ 125 h 125"/>
                <a:gd name="T2" fmla="*/ 9 w 73"/>
                <a:gd name="T3" fmla="*/ 124 h 125"/>
                <a:gd name="T4" fmla="*/ 1 w 73"/>
                <a:gd name="T5" fmla="*/ 115 h 125"/>
                <a:gd name="T6" fmla="*/ 0 w 73"/>
                <a:gd name="T7" fmla="*/ 9 h 125"/>
                <a:gd name="T8" fmla="*/ 9 w 73"/>
                <a:gd name="T9" fmla="*/ 0 h 125"/>
                <a:gd name="T10" fmla="*/ 64 w 73"/>
                <a:gd name="T11" fmla="*/ 0 h 125"/>
                <a:gd name="T12" fmla="*/ 73 w 73"/>
                <a:gd name="T13" fmla="*/ 9 h 125"/>
                <a:gd name="T14" fmla="*/ 73 w 73"/>
                <a:gd name="T15" fmla="*/ 116 h 125"/>
                <a:gd name="T16" fmla="*/ 64 w 73"/>
                <a:gd name="T1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125">
                  <a:moveTo>
                    <a:pt x="64" y="125"/>
                  </a:moveTo>
                  <a:cubicBezTo>
                    <a:pt x="9" y="124"/>
                    <a:pt x="9" y="124"/>
                    <a:pt x="9" y="124"/>
                  </a:cubicBezTo>
                  <a:cubicBezTo>
                    <a:pt x="4" y="124"/>
                    <a:pt x="1" y="120"/>
                    <a:pt x="1" y="11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5" y="0"/>
                    <a:pt x="9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9" y="0"/>
                    <a:pt x="73" y="4"/>
                    <a:pt x="73" y="9"/>
                  </a:cubicBezTo>
                  <a:cubicBezTo>
                    <a:pt x="73" y="116"/>
                    <a:pt x="73" y="116"/>
                    <a:pt x="73" y="116"/>
                  </a:cubicBezTo>
                  <a:cubicBezTo>
                    <a:pt x="73" y="121"/>
                    <a:pt x="69" y="125"/>
                    <a:pt x="64" y="125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Freeform 911"/>
            <p:cNvSpPr/>
            <p:nvPr/>
          </p:nvSpPr>
          <p:spPr bwMode="auto">
            <a:xfrm>
              <a:off x="9817100" y="2927350"/>
              <a:ext cx="498475" cy="903288"/>
            </a:xfrm>
            <a:custGeom>
              <a:avLst/>
              <a:gdLst>
                <a:gd name="T0" fmla="*/ 0 w 314"/>
                <a:gd name="T1" fmla="*/ 569 h 569"/>
                <a:gd name="T2" fmla="*/ 314 w 314"/>
                <a:gd name="T3" fmla="*/ 564 h 569"/>
                <a:gd name="T4" fmla="*/ 314 w 314"/>
                <a:gd name="T5" fmla="*/ 0 h 569"/>
                <a:gd name="T6" fmla="*/ 0 w 314"/>
                <a:gd name="T7" fmla="*/ 0 h 569"/>
                <a:gd name="T8" fmla="*/ 0 w 314"/>
                <a:gd name="T9" fmla="*/ 569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569">
                  <a:moveTo>
                    <a:pt x="0" y="569"/>
                  </a:moveTo>
                  <a:lnTo>
                    <a:pt x="314" y="564"/>
                  </a:lnTo>
                  <a:lnTo>
                    <a:pt x="314" y="0"/>
                  </a:lnTo>
                  <a:lnTo>
                    <a:pt x="0" y="0"/>
                  </a:lnTo>
                  <a:lnTo>
                    <a:pt x="0" y="569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912"/>
            <p:cNvSpPr>
              <a:spLocks noChangeArrowheads="1"/>
            </p:cNvSpPr>
            <p:nvPr/>
          </p:nvSpPr>
          <p:spPr bwMode="auto">
            <a:xfrm>
              <a:off x="9817100" y="3540125"/>
              <a:ext cx="498475" cy="290513"/>
            </a:xfrm>
            <a:prstGeom prst="rect">
              <a:avLst/>
            </a:pr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 flipH="1">
            <a:off x="1770149" y="1301814"/>
            <a:ext cx="2104752" cy="688784"/>
            <a:chOff x="9413875" y="2919413"/>
            <a:chExt cx="2784475" cy="911225"/>
          </a:xfrm>
        </p:grpSpPr>
        <p:sp>
          <p:nvSpPr>
            <p:cNvPr id="44" name="Freeform 904"/>
            <p:cNvSpPr/>
            <p:nvPr/>
          </p:nvSpPr>
          <p:spPr bwMode="auto">
            <a:xfrm>
              <a:off x="11282363" y="2919413"/>
              <a:ext cx="549275" cy="895350"/>
            </a:xfrm>
            <a:custGeom>
              <a:avLst/>
              <a:gdLst>
                <a:gd name="T0" fmla="*/ 23 w 346"/>
                <a:gd name="T1" fmla="*/ 0 h 564"/>
                <a:gd name="T2" fmla="*/ 0 w 346"/>
                <a:gd name="T3" fmla="*/ 0 h 564"/>
                <a:gd name="T4" fmla="*/ 0 w 346"/>
                <a:gd name="T5" fmla="*/ 564 h 564"/>
                <a:gd name="T6" fmla="*/ 27 w 346"/>
                <a:gd name="T7" fmla="*/ 564 h 564"/>
                <a:gd name="T8" fmla="*/ 346 w 346"/>
                <a:gd name="T9" fmla="*/ 410 h 564"/>
                <a:gd name="T10" fmla="*/ 346 w 346"/>
                <a:gd name="T11" fmla="*/ 155 h 564"/>
                <a:gd name="T12" fmla="*/ 23 w 346"/>
                <a:gd name="T13" fmla="*/ 0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564">
                  <a:moveTo>
                    <a:pt x="23" y="0"/>
                  </a:moveTo>
                  <a:lnTo>
                    <a:pt x="0" y="0"/>
                  </a:lnTo>
                  <a:lnTo>
                    <a:pt x="0" y="564"/>
                  </a:lnTo>
                  <a:lnTo>
                    <a:pt x="27" y="564"/>
                  </a:lnTo>
                  <a:lnTo>
                    <a:pt x="346" y="410"/>
                  </a:lnTo>
                  <a:lnTo>
                    <a:pt x="346" y="15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Freeform 905"/>
            <p:cNvSpPr/>
            <p:nvPr/>
          </p:nvSpPr>
          <p:spPr bwMode="auto">
            <a:xfrm>
              <a:off x="11831638" y="3165475"/>
              <a:ext cx="366712" cy="404813"/>
            </a:xfrm>
            <a:custGeom>
              <a:avLst/>
              <a:gdLst>
                <a:gd name="T0" fmla="*/ 46 w 51"/>
                <a:gd name="T1" fmla="*/ 22 h 56"/>
                <a:gd name="T2" fmla="*/ 0 w 51"/>
                <a:gd name="T3" fmla="*/ 0 h 56"/>
                <a:gd name="T4" fmla="*/ 0 w 51"/>
                <a:gd name="T5" fmla="*/ 56 h 56"/>
                <a:gd name="T6" fmla="*/ 46 w 51"/>
                <a:gd name="T7" fmla="*/ 34 h 56"/>
                <a:gd name="T8" fmla="*/ 46 w 51"/>
                <a:gd name="T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6">
                  <a:moveTo>
                    <a:pt x="46" y="2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51" y="31"/>
                    <a:pt x="51" y="24"/>
                    <a:pt x="46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Freeform 906"/>
            <p:cNvSpPr/>
            <p:nvPr/>
          </p:nvSpPr>
          <p:spPr bwMode="auto">
            <a:xfrm>
              <a:off x="11282363" y="3411538"/>
              <a:ext cx="549275" cy="403225"/>
            </a:xfrm>
            <a:custGeom>
              <a:avLst/>
              <a:gdLst>
                <a:gd name="T0" fmla="*/ 0 w 346"/>
                <a:gd name="T1" fmla="*/ 195 h 254"/>
                <a:gd name="T2" fmla="*/ 0 w 346"/>
                <a:gd name="T3" fmla="*/ 254 h 254"/>
                <a:gd name="T4" fmla="*/ 27 w 346"/>
                <a:gd name="T5" fmla="*/ 254 h 254"/>
                <a:gd name="T6" fmla="*/ 346 w 346"/>
                <a:gd name="T7" fmla="*/ 100 h 254"/>
                <a:gd name="T8" fmla="*/ 346 w 346"/>
                <a:gd name="T9" fmla="*/ 0 h 254"/>
                <a:gd name="T10" fmla="*/ 14 w 346"/>
                <a:gd name="T11" fmla="*/ 86 h 254"/>
                <a:gd name="T12" fmla="*/ 0 w 346"/>
                <a:gd name="T13" fmla="*/ 195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254">
                  <a:moveTo>
                    <a:pt x="0" y="195"/>
                  </a:moveTo>
                  <a:lnTo>
                    <a:pt x="0" y="254"/>
                  </a:lnTo>
                  <a:lnTo>
                    <a:pt x="27" y="254"/>
                  </a:lnTo>
                  <a:lnTo>
                    <a:pt x="346" y="100"/>
                  </a:lnTo>
                  <a:lnTo>
                    <a:pt x="346" y="0"/>
                  </a:lnTo>
                  <a:lnTo>
                    <a:pt x="14" y="86"/>
                  </a:lnTo>
                  <a:lnTo>
                    <a:pt x="0" y="195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Freeform 907"/>
            <p:cNvSpPr/>
            <p:nvPr/>
          </p:nvSpPr>
          <p:spPr bwMode="auto">
            <a:xfrm>
              <a:off x="10279063" y="3057525"/>
              <a:ext cx="1025525" cy="765175"/>
            </a:xfrm>
            <a:custGeom>
              <a:avLst/>
              <a:gdLst>
                <a:gd name="T0" fmla="*/ 5 w 646"/>
                <a:gd name="T1" fmla="*/ 482 h 482"/>
                <a:gd name="T2" fmla="*/ 646 w 646"/>
                <a:gd name="T3" fmla="*/ 477 h 482"/>
                <a:gd name="T4" fmla="*/ 646 w 646"/>
                <a:gd name="T5" fmla="*/ 0 h 482"/>
                <a:gd name="T6" fmla="*/ 0 w 646"/>
                <a:gd name="T7" fmla="*/ 9 h 482"/>
                <a:gd name="T8" fmla="*/ 5 w 646"/>
                <a:gd name="T9" fmla="*/ 482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482">
                  <a:moveTo>
                    <a:pt x="5" y="482"/>
                  </a:moveTo>
                  <a:lnTo>
                    <a:pt x="646" y="477"/>
                  </a:lnTo>
                  <a:lnTo>
                    <a:pt x="646" y="0"/>
                  </a:lnTo>
                  <a:lnTo>
                    <a:pt x="0" y="9"/>
                  </a:lnTo>
                  <a:lnTo>
                    <a:pt x="5" y="482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Freeform 908"/>
            <p:cNvSpPr/>
            <p:nvPr/>
          </p:nvSpPr>
          <p:spPr bwMode="auto">
            <a:xfrm>
              <a:off x="10279063" y="2919413"/>
              <a:ext cx="1025525" cy="203200"/>
            </a:xfrm>
            <a:custGeom>
              <a:avLst/>
              <a:gdLst>
                <a:gd name="T0" fmla="*/ 0 w 646"/>
                <a:gd name="T1" fmla="*/ 128 h 128"/>
                <a:gd name="T2" fmla="*/ 646 w 646"/>
                <a:gd name="T3" fmla="*/ 123 h 128"/>
                <a:gd name="T4" fmla="*/ 646 w 646"/>
                <a:gd name="T5" fmla="*/ 0 h 128"/>
                <a:gd name="T6" fmla="*/ 0 w 646"/>
                <a:gd name="T7" fmla="*/ 5 h 128"/>
                <a:gd name="T8" fmla="*/ 0 w 646"/>
                <a:gd name="T9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128">
                  <a:moveTo>
                    <a:pt x="0" y="128"/>
                  </a:moveTo>
                  <a:lnTo>
                    <a:pt x="646" y="123"/>
                  </a:lnTo>
                  <a:lnTo>
                    <a:pt x="646" y="0"/>
                  </a:lnTo>
                  <a:lnTo>
                    <a:pt x="0" y="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Freeform 909"/>
            <p:cNvSpPr/>
            <p:nvPr/>
          </p:nvSpPr>
          <p:spPr bwMode="auto">
            <a:xfrm>
              <a:off x="10279063" y="3548063"/>
              <a:ext cx="1025525" cy="274638"/>
            </a:xfrm>
            <a:custGeom>
              <a:avLst/>
              <a:gdLst>
                <a:gd name="T0" fmla="*/ 5 w 646"/>
                <a:gd name="T1" fmla="*/ 173 h 173"/>
                <a:gd name="T2" fmla="*/ 646 w 646"/>
                <a:gd name="T3" fmla="*/ 168 h 173"/>
                <a:gd name="T4" fmla="*/ 646 w 646"/>
                <a:gd name="T5" fmla="*/ 0 h 173"/>
                <a:gd name="T6" fmla="*/ 0 w 646"/>
                <a:gd name="T7" fmla="*/ 5 h 173"/>
                <a:gd name="T8" fmla="*/ 5 w 646"/>
                <a:gd name="T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173">
                  <a:moveTo>
                    <a:pt x="5" y="173"/>
                  </a:moveTo>
                  <a:lnTo>
                    <a:pt x="646" y="168"/>
                  </a:lnTo>
                  <a:lnTo>
                    <a:pt x="646" y="0"/>
                  </a:lnTo>
                  <a:lnTo>
                    <a:pt x="0" y="5"/>
                  </a:lnTo>
                  <a:lnTo>
                    <a:pt x="5" y="173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Freeform 910"/>
            <p:cNvSpPr/>
            <p:nvPr/>
          </p:nvSpPr>
          <p:spPr bwMode="auto">
            <a:xfrm>
              <a:off x="9413875" y="2927350"/>
              <a:ext cx="525462" cy="903288"/>
            </a:xfrm>
            <a:custGeom>
              <a:avLst/>
              <a:gdLst>
                <a:gd name="T0" fmla="*/ 64 w 73"/>
                <a:gd name="T1" fmla="*/ 125 h 125"/>
                <a:gd name="T2" fmla="*/ 9 w 73"/>
                <a:gd name="T3" fmla="*/ 124 h 125"/>
                <a:gd name="T4" fmla="*/ 1 w 73"/>
                <a:gd name="T5" fmla="*/ 115 h 125"/>
                <a:gd name="T6" fmla="*/ 0 w 73"/>
                <a:gd name="T7" fmla="*/ 9 h 125"/>
                <a:gd name="T8" fmla="*/ 9 w 73"/>
                <a:gd name="T9" fmla="*/ 0 h 125"/>
                <a:gd name="T10" fmla="*/ 64 w 73"/>
                <a:gd name="T11" fmla="*/ 0 h 125"/>
                <a:gd name="T12" fmla="*/ 73 w 73"/>
                <a:gd name="T13" fmla="*/ 9 h 125"/>
                <a:gd name="T14" fmla="*/ 73 w 73"/>
                <a:gd name="T15" fmla="*/ 116 h 125"/>
                <a:gd name="T16" fmla="*/ 64 w 73"/>
                <a:gd name="T1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125">
                  <a:moveTo>
                    <a:pt x="64" y="125"/>
                  </a:moveTo>
                  <a:cubicBezTo>
                    <a:pt x="9" y="124"/>
                    <a:pt x="9" y="124"/>
                    <a:pt x="9" y="124"/>
                  </a:cubicBezTo>
                  <a:cubicBezTo>
                    <a:pt x="4" y="124"/>
                    <a:pt x="1" y="120"/>
                    <a:pt x="1" y="11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5" y="0"/>
                    <a:pt x="9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9" y="0"/>
                    <a:pt x="73" y="4"/>
                    <a:pt x="73" y="9"/>
                  </a:cubicBezTo>
                  <a:cubicBezTo>
                    <a:pt x="73" y="116"/>
                    <a:pt x="73" y="116"/>
                    <a:pt x="73" y="116"/>
                  </a:cubicBezTo>
                  <a:cubicBezTo>
                    <a:pt x="73" y="121"/>
                    <a:pt x="69" y="125"/>
                    <a:pt x="64" y="125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Freeform 911"/>
            <p:cNvSpPr/>
            <p:nvPr/>
          </p:nvSpPr>
          <p:spPr bwMode="auto">
            <a:xfrm>
              <a:off x="9817100" y="2927350"/>
              <a:ext cx="498475" cy="903288"/>
            </a:xfrm>
            <a:custGeom>
              <a:avLst/>
              <a:gdLst>
                <a:gd name="T0" fmla="*/ 0 w 314"/>
                <a:gd name="T1" fmla="*/ 569 h 569"/>
                <a:gd name="T2" fmla="*/ 314 w 314"/>
                <a:gd name="T3" fmla="*/ 564 h 569"/>
                <a:gd name="T4" fmla="*/ 314 w 314"/>
                <a:gd name="T5" fmla="*/ 0 h 569"/>
                <a:gd name="T6" fmla="*/ 0 w 314"/>
                <a:gd name="T7" fmla="*/ 0 h 569"/>
                <a:gd name="T8" fmla="*/ 0 w 314"/>
                <a:gd name="T9" fmla="*/ 569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569">
                  <a:moveTo>
                    <a:pt x="0" y="569"/>
                  </a:moveTo>
                  <a:lnTo>
                    <a:pt x="314" y="564"/>
                  </a:lnTo>
                  <a:lnTo>
                    <a:pt x="314" y="0"/>
                  </a:lnTo>
                  <a:lnTo>
                    <a:pt x="0" y="0"/>
                  </a:lnTo>
                  <a:lnTo>
                    <a:pt x="0" y="569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Rectangle 912"/>
            <p:cNvSpPr>
              <a:spLocks noChangeArrowheads="1"/>
            </p:cNvSpPr>
            <p:nvPr/>
          </p:nvSpPr>
          <p:spPr bwMode="auto">
            <a:xfrm>
              <a:off x="9817100" y="3540125"/>
              <a:ext cx="498475" cy="290513"/>
            </a:xfrm>
            <a:prstGeom prst="rect">
              <a:avLst/>
            </a:pr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2" name="Freeform 913"/>
          <p:cNvSpPr/>
          <p:nvPr/>
        </p:nvSpPr>
        <p:spPr bwMode="auto">
          <a:xfrm>
            <a:off x="529503" y="2277470"/>
            <a:ext cx="223837" cy="231775"/>
          </a:xfrm>
          <a:custGeom>
            <a:avLst/>
            <a:gdLst>
              <a:gd name="T0" fmla="*/ 12 w 31"/>
              <a:gd name="T1" fmla="*/ 10 h 32"/>
              <a:gd name="T2" fmla="*/ 14 w 31"/>
              <a:gd name="T3" fmla="*/ 3 h 32"/>
              <a:gd name="T4" fmla="*/ 18 w 31"/>
              <a:gd name="T5" fmla="*/ 3 h 32"/>
              <a:gd name="T6" fmla="*/ 20 w 31"/>
              <a:gd name="T7" fmla="*/ 10 h 32"/>
              <a:gd name="T8" fmla="*/ 22 w 31"/>
              <a:gd name="T9" fmla="*/ 12 h 32"/>
              <a:gd name="T10" fmla="*/ 29 w 31"/>
              <a:gd name="T11" fmla="*/ 14 h 32"/>
              <a:gd name="T12" fmla="*/ 29 w 31"/>
              <a:gd name="T13" fmla="*/ 18 h 32"/>
              <a:gd name="T14" fmla="*/ 22 w 31"/>
              <a:gd name="T15" fmla="*/ 20 h 32"/>
              <a:gd name="T16" fmla="*/ 20 w 31"/>
              <a:gd name="T17" fmla="*/ 22 h 32"/>
              <a:gd name="T18" fmla="*/ 18 w 31"/>
              <a:gd name="T19" fmla="*/ 29 h 32"/>
              <a:gd name="T20" fmla="*/ 14 w 31"/>
              <a:gd name="T21" fmla="*/ 29 h 32"/>
              <a:gd name="T22" fmla="*/ 12 w 31"/>
              <a:gd name="T23" fmla="*/ 22 h 32"/>
              <a:gd name="T24" fmla="*/ 10 w 31"/>
              <a:gd name="T25" fmla="*/ 20 h 32"/>
              <a:gd name="T26" fmla="*/ 2 w 31"/>
              <a:gd name="T27" fmla="*/ 18 h 32"/>
              <a:gd name="T28" fmla="*/ 2 w 31"/>
              <a:gd name="T29" fmla="*/ 14 h 32"/>
              <a:gd name="T30" fmla="*/ 10 w 31"/>
              <a:gd name="T31" fmla="*/ 12 h 32"/>
              <a:gd name="T32" fmla="*/ 12 w 31"/>
              <a:gd name="T33" fmla="*/ 1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1" h="32">
                <a:moveTo>
                  <a:pt x="12" y="10"/>
                </a:moveTo>
                <a:cubicBezTo>
                  <a:pt x="14" y="3"/>
                  <a:pt x="14" y="3"/>
                  <a:pt x="14" y="3"/>
                </a:cubicBezTo>
                <a:cubicBezTo>
                  <a:pt x="14" y="0"/>
                  <a:pt x="17" y="0"/>
                  <a:pt x="18" y="3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1"/>
                  <a:pt x="21" y="12"/>
                  <a:pt x="22" y="12"/>
                </a:cubicBezTo>
                <a:cubicBezTo>
                  <a:pt x="29" y="14"/>
                  <a:pt x="29" y="14"/>
                  <a:pt x="29" y="14"/>
                </a:cubicBezTo>
                <a:cubicBezTo>
                  <a:pt x="31" y="14"/>
                  <a:pt x="31" y="18"/>
                  <a:pt x="29" y="18"/>
                </a:cubicBezTo>
                <a:cubicBezTo>
                  <a:pt x="22" y="20"/>
                  <a:pt x="22" y="20"/>
                  <a:pt x="22" y="20"/>
                </a:cubicBezTo>
                <a:cubicBezTo>
                  <a:pt x="21" y="20"/>
                  <a:pt x="20" y="21"/>
                  <a:pt x="20" y="22"/>
                </a:cubicBezTo>
                <a:cubicBezTo>
                  <a:pt x="18" y="29"/>
                  <a:pt x="18" y="29"/>
                  <a:pt x="18" y="29"/>
                </a:cubicBezTo>
                <a:cubicBezTo>
                  <a:pt x="17" y="32"/>
                  <a:pt x="14" y="32"/>
                  <a:pt x="14" y="29"/>
                </a:cubicBezTo>
                <a:cubicBezTo>
                  <a:pt x="12" y="22"/>
                  <a:pt x="12" y="22"/>
                  <a:pt x="12" y="22"/>
                </a:cubicBezTo>
                <a:cubicBezTo>
                  <a:pt x="11" y="21"/>
                  <a:pt x="11" y="20"/>
                  <a:pt x="10" y="20"/>
                </a:cubicBezTo>
                <a:cubicBezTo>
                  <a:pt x="2" y="18"/>
                  <a:pt x="2" y="18"/>
                  <a:pt x="2" y="18"/>
                </a:cubicBezTo>
                <a:cubicBezTo>
                  <a:pt x="0" y="18"/>
                  <a:pt x="0" y="14"/>
                  <a:pt x="2" y="14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2" y="1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Freeform 914"/>
          <p:cNvSpPr/>
          <p:nvPr/>
        </p:nvSpPr>
        <p:spPr bwMode="auto">
          <a:xfrm>
            <a:off x="9714778" y="3003461"/>
            <a:ext cx="223837" cy="223838"/>
          </a:xfrm>
          <a:custGeom>
            <a:avLst/>
            <a:gdLst>
              <a:gd name="T0" fmla="*/ 11 w 31"/>
              <a:gd name="T1" fmla="*/ 9 h 31"/>
              <a:gd name="T2" fmla="*/ 13 w 31"/>
              <a:gd name="T3" fmla="*/ 2 h 31"/>
              <a:gd name="T4" fmla="*/ 17 w 31"/>
              <a:gd name="T5" fmla="*/ 2 h 31"/>
              <a:gd name="T6" fmla="*/ 19 w 31"/>
              <a:gd name="T7" fmla="*/ 9 h 31"/>
              <a:gd name="T8" fmla="*/ 21 w 31"/>
              <a:gd name="T9" fmla="*/ 11 h 31"/>
              <a:gd name="T10" fmla="*/ 29 w 31"/>
              <a:gd name="T11" fmla="*/ 13 h 31"/>
              <a:gd name="T12" fmla="*/ 29 w 31"/>
              <a:gd name="T13" fmla="*/ 17 h 31"/>
              <a:gd name="T14" fmla="*/ 21 w 31"/>
              <a:gd name="T15" fmla="*/ 19 h 31"/>
              <a:gd name="T16" fmla="*/ 19 w 31"/>
              <a:gd name="T17" fmla="*/ 21 h 31"/>
              <a:gd name="T18" fmla="*/ 17 w 31"/>
              <a:gd name="T19" fmla="*/ 29 h 31"/>
              <a:gd name="T20" fmla="*/ 13 w 31"/>
              <a:gd name="T21" fmla="*/ 29 h 31"/>
              <a:gd name="T22" fmla="*/ 11 w 31"/>
              <a:gd name="T23" fmla="*/ 21 h 31"/>
              <a:gd name="T24" fmla="*/ 9 w 31"/>
              <a:gd name="T25" fmla="*/ 19 h 31"/>
              <a:gd name="T26" fmla="*/ 2 w 31"/>
              <a:gd name="T27" fmla="*/ 17 h 31"/>
              <a:gd name="T28" fmla="*/ 2 w 31"/>
              <a:gd name="T29" fmla="*/ 13 h 31"/>
              <a:gd name="T30" fmla="*/ 9 w 31"/>
              <a:gd name="T31" fmla="*/ 11 h 31"/>
              <a:gd name="T32" fmla="*/ 11 w 31"/>
              <a:gd name="T33" fmla="*/ 9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1" h="31">
                <a:moveTo>
                  <a:pt x="11" y="9"/>
                </a:moveTo>
                <a:cubicBezTo>
                  <a:pt x="13" y="2"/>
                  <a:pt x="13" y="2"/>
                  <a:pt x="13" y="2"/>
                </a:cubicBezTo>
                <a:cubicBezTo>
                  <a:pt x="14" y="0"/>
                  <a:pt x="17" y="0"/>
                  <a:pt x="17" y="2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10"/>
                  <a:pt x="20" y="11"/>
                  <a:pt x="21" y="11"/>
                </a:cubicBezTo>
                <a:cubicBezTo>
                  <a:pt x="29" y="13"/>
                  <a:pt x="29" y="13"/>
                  <a:pt x="29" y="13"/>
                </a:cubicBezTo>
                <a:cubicBezTo>
                  <a:pt x="31" y="14"/>
                  <a:pt x="31" y="17"/>
                  <a:pt x="29" y="17"/>
                </a:cubicBezTo>
                <a:cubicBezTo>
                  <a:pt x="21" y="19"/>
                  <a:pt x="21" y="19"/>
                  <a:pt x="21" y="19"/>
                </a:cubicBezTo>
                <a:cubicBezTo>
                  <a:pt x="20" y="20"/>
                  <a:pt x="20" y="20"/>
                  <a:pt x="19" y="21"/>
                </a:cubicBezTo>
                <a:cubicBezTo>
                  <a:pt x="17" y="29"/>
                  <a:pt x="17" y="29"/>
                  <a:pt x="17" y="29"/>
                </a:cubicBezTo>
                <a:cubicBezTo>
                  <a:pt x="17" y="31"/>
                  <a:pt x="14" y="31"/>
                  <a:pt x="13" y="29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0"/>
                  <a:pt x="10" y="20"/>
                  <a:pt x="9" y="19"/>
                </a:cubicBezTo>
                <a:cubicBezTo>
                  <a:pt x="2" y="17"/>
                  <a:pt x="2" y="17"/>
                  <a:pt x="2" y="17"/>
                </a:cubicBezTo>
                <a:cubicBezTo>
                  <a:pt x="0" y="17"/>
                  <a:pt x="0" y="14"/>
                  <a:pt x="2" y="13"/>
                </a:cubicBezTo>
                <a:cubicBezTo>
                  <a:pt x="9" y="11"/>
                  <a:pt x="9" y="11"/>
                  <a:pt x="9" y="11"/>
                </a:cubicBezTo>
                <a:cubicBezTo>
                  <a:pt x="10" y="11"/>
                  <a:pt x="11" y="10"/>
                  <a:pt x="11" y="9"/>
                </a:cubicBezTo>
                <a:close/>
              </a:path>
            </a:pathLst>
          </a:custGeom>
          <a:solidFill>
            <a:srgbClr val="F488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Freeform 915"/>
          <p:cNvSpPr/>
          <p:nvPr/>
        </p:nvSpPr>
        <p:spPr bwMode="auto">
          <a:xfrm>
            <a:off x="699365" y="581333"/>
            <a:ext cx="107950" cy="115888"/>
          </a:xfrm>
          <a:custGeom>
            <a:avLst/>
            <a:gdLst>
              <a:gd name="T0" fmla="*/ 5 w 15"/>
              <a:gd name="T1" fmla="*/ 5 h 16"/>
              <a:gd name="T2" fmla="*/ 6 w 15"/>
              <a:gd name="T3" fmla="*/ 1 h 16"/>
              <a:gd name="T4" fmla="*/ 8 w 15"/>
              <a:gd name="T5" fmla="*/ 1 h 16"/>
              <a:gd name="T6" fmla="*/ 9 w 15"/>
              <a:gd name="T7" fmla="*/ 5 h 16"/>
              <a:gd name="T8" fmla="*/ 10 w 15"/>
              <a:gd name="T9" fmla="*/ 6 h 16"/>
              <a:gd name="T10" fmla="*/ 14 w 15"/>
              <a:gd name="T11" fmla="*/ 7 h 16"/>
              <a:gd name="T12" fmla="*/ 14 w 15"/>
              <a:gd name="T13" fmla="*/ 9 h 16"/>
              <a:gd name="T14" fmla="*/ 10 w 15"/>
              <a:gd name="T15" fmla="*/ 10 h 16"/>
              <a:gd name="T16" fmla="*/ 9 w 15"/>
              <a:gd name="T17" fmla="*/ 11 h 16"/>
              <a:gd name="T18" fmla="*/ 8 w 15"/>
              <a:gd name="T19" fmla="*/ 15 h 16"/>
              <a:gd name="T20" fmla="*/ 6 w 15"/>
              <a:gd name="T21" fmla="*/ 15 h 16"/>
              <a:gd name="T22" fmla="*/ 5 w 15"/>
              <a:gd name="T23" fmla="*/ 11 h 16"/>
              <a:gd name="T24" fmla="*/ 5 w 15"/>
              <a:gd name="T25" fmla="*/ 10 h 16"/>
              <a:gd name="T26" fmla="*/ 1 w 15"/>
              <a:gd name="T27" fmla="*/ 9 h 16"/>
              <a:gd name="T28" fmla="*/ 1 w 15"/>
              <a:gd name="T29" fmla="*/ 7 h 16"/>
              <a:gd name="T30" fmla="*/ 5 w 15"/>
              <a:gd name="T31" fmla="*/ 6 h 16"/>
              <a:gd name="T32" fmla="*/ 5 w 15"/>
              <a:gd name="T33" fmla="*/ 5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" h="16">
                <a:moveTo>
                  <a:pt x="5" y="5"/>
                </a:moveTo>
                <a:cubicBezTo>
                  <a:pt x="6" y="1"/>
                  <a:pt x="6" y="1"/>
                  <a:pt x="6" y="1"/>
                </a:cubicBezTo>
                <a:cubicBezTo>
                  <a:pt x="7" y="0"/>
                  <a:pt x="8" y="0"/>
                  <a:pt x="8" y="1"/>
                </a:cubicBezTo>
                <a:cubicBezTo>
                  <a:pt x="9" y="5"/>
                  <a:pt x="9" y="5"/>
                  <a:pt x="9" y="5"/>
                </a:cubicBezTo>
                <a:cubicBezTo>
                  <a:pt x="10" y="6"/>
                  <a:pt x="10" y="6"/>
                  <a:pt x="10" y="6"/>
                </a:cubicBezTo>
                <a:cubicBezTo>
                  <a:pt x="14" y="7"/>
                  <a:pt x="14" y="7"/>
                  <a:pt x="14" y="7"/>
                </a:cubicBezTo>
                <a:cubicBezTo>
                  <a:pt x="15" y="7"/>
                  <a:pt x="15" y="9"/>
                  <a:pt x="14" y="9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1"/>
                  <a:pt x="9" y="11"/>
                </a:cubicBezTo>
                <a:cubicBezTo>
                  <a:pt x="8" y="15"/>
                  <a:pt x="8" y="15"/>
                  <a:pt x="8" y="15"/>
                </a:cubicBezTo>
                <a:cubicBezTo>
                  <a:pt x="8" y="16"/>
                  <a:pt x="7" y="16"/>
                  <a:pt x="6" y="15"/>
                </a:cubicBezTo>
                <a:cubicBezTo>
                  <a:pt x="5" y="11"/>
                  <a:pt x="5" y="11"/>
                  <a:pt x="5" y="11"/>
                </a:cubicBezTo>
                <a:cubicBezTo>
                  <a:pt x="5" y="11"/>
                  <a:pt x="5" y="10"/>
                  <a:pt x="5" y="10"/>
                </a:cubicBezTo>
                <a:cubicBezTo>
                  <a:pt x="1" y="9"/>
                  <a:pt x="1" y="9"/>
                  <a:pt x="1" y="9"/>
                </a:cubicBezTo>
                <a:cubicBezTo>
                  <a:pt x="0" y="9"/>
                  <a:pt x="0" y="7"/>
                  <a:pt x="1" y="7"/>
                </a:cubicBezTo>
                <a:cubicBezTo>
                  <a:pt x="5" y="6"/>
                  <a:pt x="5" y="6"/>
                  <a:pt x="5" y="6"/>
                </a:cubicBezTo>
                <a:cubicBezTo>
                  <a:pt x="5" y="6"/>
                  <a:pt x="5" y="6"/>
                  <a:pt x="5" y="5"/>
                </a:cubicBezTo>
                <a:close/>
              </a:path>
            </a:pathLst>
          </a:custGeom>
          <a:solidFill>
            <a:srgbClr val="E1616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Freeform 916"/>
          <p:cNvSpPr/>
          <p:nvPr/>
        </p:nvSpPr>
        <p:spPr bwMode="auto">
          <a:xfrm>
            <a:off x="11316565" y="379323"/>
            <a:ext cx="188912" cy="195263"/>
          </a:xfrm>
          <a:custGeom>
            <a:avLst/>
            <a:gdLst>
              <a:gd name="T0" fmla="*/ 9 w 26"/>
              <a:gd name="T1" fmla="*/ 9 h 27"/>
              <a:gd name="T2" fmla="*/ 11 w 26"/>
              <a:gd name="T3" fmla="*/ 2 h 27"/>
              <a:gd name="T4" fmla="*/ 15 w 26"/>
              <a:gd name="T5" fmla="*/ 2 h 27"/>
              <a:gd name="T6" fmla="*/ 17 w 26"/>
              <a:gd name="T7" fmla="*/ 9 h 27"/>
              <a:gd name="T8" fmla="*/ 18 w 26"/>
              <a:gd name="T9" fmla="*/ 10 h 27"/>
              <a:gd name="T10" fmla="*/ 24 w 26"/>
              <a:gd name="T11" fmla="*/ 12 h 27"/>
              <a:gd name="T12" fmla="*/ 24 w 26"/>
              <a:gd name="T13" fmla="*/ 15 h 27"/>
              <a:gd name="T14" fmla="*/ 18 w 26"/>
              <a:gd name="T15" fmla="*/ 17 h 27"/>
              <a:gd name="T16" fmla="*/ 17 w 26"/>
              <a:gd name="T17" fmla="*/ 18 h 27"/>
              <a:gd name="T18" fmla="*/ 15 w 26"/>
              <a:gd name="T19" fmla="*/ 25 h 27"/>
              <a:gd name="T20" fmla="*/ 11 w 26"/>
              <a:gd name="T21" fmla="*/ 25 h 27"/>
              <a:gd name="T22" fmla="*/ 9 w 26"/>
              <a:gd name="T23" fmla="*/ 18 h 27"/>
              <a:gd name="T24" fmla="*/ 8 w 26"/>
              <a:gd name="T25" fmla="*/ 17 h 27"/>
              <a:gd name="T26" fmla="*/ 2 w 26"/>
              <a:gd name="T27" fmla="*/ 15 h 27"/>
              <a:gd name="T28" fmla="*/ 2 w 26"/>
              <a:gd name="T29" fmla="*/ 12 h 27"/>
              <a:gd name="T30" fmla="*/ 8 w 26"/>
              <a:gd name="T31" fmla="*/ 10 h 27"/>
              <a:gd name="T32" fmla="*/ 9 w 26"/>
              <a:gd name="T33" fmla="*/ 9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6" h="27">
                <a:moveTo>
                  <a:pt x="9" y="9"/>
                </a:moveTo>
                <a:cubicBezTo>
                  <a:pt x="11" y="2"/>
                  <a:pt x="11" y="2"/>
                  <a:pt x="11" y="2"/>
                </a:cubicBezTo>
                <a:cubicBezTo>
                  <a:pt x="12" y="0"/>
                  <a:pt x="14" y="0"/>
                  <a:pt x="15" y="2"/>
                </a:cubicBezTo>
                <a:cubicBezTo>
                  <a:pt x="17" y="9"/>
                  <a:pt x="17" y="9"/>
                  <a:pt x="17" y="9"/>
                </a:cubicBezTo>
                <a:cubicBezTo>
                  <a:pt x="17" y="9"/>
                  <a:pt x="17" y="10"/>
                  <a:pt x="18" y="10"/>
                </a:cubicBezTo>
                <a:cubicBezTo>
                  <a:pt x="24" y="12"/>
                  <a:pt x="24" y="12"/>
                  <a:pt x="24" y="12"/>
                </a:cubicBezTo>
                <a:cubicBezTo>
                  <a:pt x="26" y="12"/>
                  <a:pt x="26" y="15"/>
                  <a:pt x="24" y="15"/>
                </a:cubicBezTo>
                <a:cubicBezTo>
                  <a:pt x="18" y="17"/>
                  <a:pt x="18" y="17"/>
                  <a:pt x="18" y="17"/>
                </a:cubicBezTo>
                <a:cubicBezTo>
                  <a:pt x="17" y="17"/>
                  <a:pt x="17" y="18"/>
                  <a:pt x="17" y="18"/>
                </a:cubicBezTo>
                <a:cubicBezTo>
                  <a:pt x="15" y="25"/>
                  <a:pt x="15" y="25"/>
                  <a:pt x="15" y="25"/>
                </a:cubicBezTo>
                <a:cubicBezTo>
                  <a:pt x="14" y="27"/>
                  <a:pt x="12" y="27"/>
                  <a:pt x="11" y="25"/>
                </a:cubicBez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7"/>
                  <a:pt x="8" y="17"/>
                </a:cubicBezTo>
                <a:cubicBezTo>
                  <a:pt x="2" y="15"/>
                  <a:pt x="2" y="15"/>
                  <a:pt x="2" y="15"/>
                </a:cubicBezTo>
                <a:cubicBezTo>
                  <a:pt x="0" y="15"/>
                  <a:pt x="0" y="12"/>
                  <a:pt x="2" y="12"/>
                </a:cubicBezTo>
                <a:cubicBezTo>
                  <a:pt x="8" y="10"/>
                  <a:pt x="8" y="10"/>
                  <a:pt x="8" y="10"/>
                </a:cubicBezTo>
                <a:cubicBezTo>
                  <a:pt x="9" y="10"/>
                  <a:pt x="9" y="9"/>
                  <a:pt x="9" y="9"/>
                </a:cubicBezTo>
                <a:close/>
              </a:path>
            </a:pathLst>
          </a:custGeom>
          <a:solidFill>
            <a:srgbClr val="4B72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Freeform 917"/>
          <p:cNvSpPr/>
          <p:nvPr/>
        </p:nvSpPr>
        <p:spPr bwMode="auto">
          <a:xfrm>
            <a:off x="10422803" y="2901861"/>
            <a:ext cx="144462" cy="144463"/>
          </a:xfrm>
          <a:custGeom>
            <a:avLst/>
            <a:gdLst>
              <a:gd name="T0" fmla="*/ 7 w 20"/>
              <a:gd name="T1" fmla="*/ 6 h 20"/>
              <a:gd name="T2" fmla="*/ 9 w 20"/>
              <a:gd name="T3" fmla="*/ 1 h 20"/>
              <a:gd name="T4" fmla="*/ 11 w 20"/>
              <a:gd name="T5" fmla="*/ 1 h 20"/>
              <a:gd name="T6" fmla="*/ 13 w 20"/>
              <a:gd name="T7" fmla="*/ 6 h 20"/>
              <a:gd name="T8" fmla="*/ 14 w 20"/>
              <a:gd name="T9" fmla="*/ 7 h 20"/>
              <a:gd name="T10" fmla="*/ 19 w 20"/>
              <a:gd name="T11" fmla="*/ 9 h 20"/>
              <a:gd name="T12" fmla="*/ 19 w 20"/>
              <a:gd name="T13" fmla="*/ 11 h 20"/>
              <a:gd name="T14" fmla="*/ 14 w 20"/>
              <a:gd name="T15" fmla="*/ 13 h 20"/>
              <a:gd name="T16" fmla="*/ 13 w 20"/>
              <a:gd name="T17" fmla="*/ 14 h 20"/>
              <a:gd name="T18" fmla="*/ 11 w 20"/>
              <a:gd name="T19" fmla="*/ 18 h 20"/>
              <a:gd name="T20" fmla="*/ 9 w 20"/>
              <a:gd name="T21" fmla="*/ 18 h 20"/>
              <a:gd name="T22" fmla="*/ 7 w 20"/>
              <a:gd name="T23" fmla="*/ 14 h 20"/>
              <a:gd name="T24" fmla="*/ 6 w 20"/>
              <a:gd name="T25" fmla="*/ 13 h 20"/>
              <a:gd name="T26" fmla="*/ 2 w 20"/>
              <a:gd name="T27" fmla="*/ 11 h 20"/>
              <a:gd name="T28" fmla="*/ 2 w 20"/>
              <a:gd name="T29" fmla="*/ 9 h 20"/>
              <a:gd name="T30" fmla="*/ 6 w 20"/>
              <a:gd name="T31" fmla="*/ 7 h 20"/>
              <a:gd name="T32" fmla="*/ 7 w 20"/>
              <a:gd name="T33" fmla="*/ 6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0" h="20">
                <a:moveTo>
                  <a:pt x="7" y="6"/>
                </a:moveTo>
                <a:cubicBezTo>
                  <a:pt x="9" y="1"/>
                  <a:pt x="9" y="1"/>
                  <a:pt x="9" y="1"/>
                </a:cubicBezTo>
                <a:cubicBezTo>
                  <a:pt x="9" y="0"/>
                  <a:pt x="11" y="0"/>
                  <a:pt x="11" y="1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7"/>
                  <a:pt x="13" y="7"/>
                  <a:pt x="14" y="7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9"/>
                  <a:pt x="20" y="11"/>
                  <a:pt x="19" y="11"/>
                </a:cubicBezTo>
                <a:cubicBezTo>
                  <a:pt x="14" y="13"/>
                  <a:pt x="14" y="13"/>
                  <a:pt x="14" y="13"/>
                </a:cubicBezTo>
                <a:cubicBezTo>
                  <a:pt x="13" y="13"/>
                  <a:pt x="13" y="13"/>
                  <a:pt x="13" y="14"/>
                </a:cubicBezTo>
                <a:cubicBezTo>
                  <a:pt x="11" y="18"/>
                  <a:pt x="11" y="18"/>
                  <a:pt x="11" y="18"/>
                </a:cubicBezTo>
                <a:cubicBezTo>
                  <a:pt x="11" y="20"/>
                  <a:pt x="9" y="20"/>
                  <a:pt x="9" y="18"/>
                </a:cubicBezTo>
                <a:cubicBezTo>
                  <a:pt x="7" y="14"/>
                  <a:pt x="7" y="14"/>
                  <a:pt x="7" y="14"/>
                </a:cubicBezTo>
                <a:cubicBezTo>
                  <a:pt x="7" y="13"/>
                  <a:pt x="7" y="13"/>
                  <a:pt x="6" y="13"/>
                </a:cubicBezTo>
                <a:cubicBezTo>
                  <a:pt x="2" y="11"/>
                  <a:pt x="2" y="11"/>
                  <a:pt x="2" y="11"/>
                </a:cubicBezTo>
                <a:cubicBezTo>
                  <a:pt x="0" y="11"/>
                  <a:pt x="0" y="9"/>
                  <a:pt x="2" y="9"/>
                </a:cubicBezTo>
                <a:cubicBezTo>
                  <a:pt x="6" y="7"/>
                  <a:pt x="6" y="7"/>
                  <a:pt x="6" y="7"/>
                </a:cubicBezTo>
                <a:cubicBezTo>
                  <a:pt x="7" y="7"/>
                  <a:pt x="7" y="7"/>
                  <a:pt x="7" y="6"/>
                </a:cubicBezTo>
                <a:close/>
              </a:path>
            </a:pathLst>
          </a:custGeom>
          <a:solidFill>
            <a:srgbClr val="4BAB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918"/>
          <p:cNvSpPr/>
          <p:nvPr/>
        </p:nvSpPr>
        <p:spPr bwMode="auto">
          <a:xfrm>
            <a:off x="9355832" y="380538"/>
            <a:ext cx="215900" cy="209550"/>
          </a:xfrm>
          <a:custGeom>
            <a:avLst/>
            <a:gdLst>
              <a:gd name="T0" fmla="*/ 11 w 30"/>
              <a:gd name="T1" fmla="*/ 9 h 29"/>
              <a:gd name="T2" fmla="*/ 13 w 30"/>
              <a:gd name="T3" fmla="*/ 2 h 29"/>
              <a:gd name="T4" fmla="*/ 17 w 30"/>
              <a:gd name="T5" fmla="*/ 2 h 29"/>
              <a:gd name="T6" fmla="*/ 19 w 30"/>
              <a:gd name="T7" fmla="*/ 9 h 29"/>
              <a:gd name="T8" fmla="*/ 21 w 30"/>
              <a:gd name="T9" fmla="*/ 10 h 29"/>
              <a:gd name="T10" fmla="*/ 28 w 30"/>
              <a:gd name="T11" fmla="*/ 12 h 29"/>
              <a:gd name="T12" fmla="*/ 28 w 30"/>
              <a:gd name="T13" fmla="*/ 16 h 29"/>
              <a:gd name="T14" fmla="*/ 21 w 30"/>
              <a:gd name="T15" fmla="*/ 18 h 29"/>
              <a:gd name="T16" fmla="*/ 19 w 30"/>
              <a:gd name="T17" fmla="*/ 20 h 29"/>
              <a:gd name="T18" fmla="*/ 17 w 30"/>
              <a:gd name="T19" fmla="*/ 27 h 29"/>
              <a:gd name="T20" fmla="*/ 13 w 30"/>
              <a:gd name="T21" fmla="*/ 27 h 29"/>
              <a:gd name="T22" fmla="*/ 11 w 30"/>
              <a:gd name="T23" fmla="*/ 20 h 29"/>
              <a:gd name="T24" fmla="*/ 10 w 30"/>
              <a:gd name="T25" fmla="*/ 18 h 29"/>
              <a:gd name="T26" fmla="*/ 3 w 30"/>
              <a:gd name="T27" fmla="*/ 16 h 29"/>
              <a:gd name="T28" fmla="*/ 3 w 30"/>
              <a:gd name="T29" fmla="*/ 12 h 29"/>
              <a:gd name="T30" fmla="*/ 10 w 30"/>
              <a:gd name="T31" fmla="*/ 10 h 29"/>
              <a:gd name="T32" fmla="*/ 11 w 30"/>
              <a:gd name="T33" fmla="*/ 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0" h="29">
                <a:moveTo>
                  <a:pt x="11" y="9"/>
                </a:moveTo>
                <a:cubicBezTo>
                  <a:pt x="13" y="2"/>
                  <a:pt x="13" y="2"/>
                  <a:pt x="13" y="2"/>
                </a:cubicBezTo>
                <a:cubicBezTo>
                  <a:pt x="14" y="0"/>
                  <a:pt x="17" y="0"/>
                  <a:pt x="17" y="2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10"/>
                  <a:pt x="20" y="10"/>
                  <a:pt x="21" y="10"/>
                </a:cubicBezTo>
                <a:cubicBezTo>
                  <a:pt x="28" y="12"/>
                  <a:pt x="28" y="12"/>
                  <a:pt x="28" y="12"/>
                </a:cubicBezTo>
                <a:cubicBezTo>
                  <a:pt x="30" y="13"/>
                  <a:pt x="30" y="16"/>
                  <a:pt x="28" y="16"/>
                </a:cubicBezTo>
                <a:cubicBezTo>
                  <a:pt x="21" y="18"/>
                  <a:pt x="21" y="18"/>
                  <a:pt x="21" y="18"/>
                </a:cubicBezTo>
                <a:cubicBezTo>
                  <a:pt x="20" y="19"/>
                  <a:pt x="19" y="19"/>
                  <a:pt x="19" y="20"/>
                </a:cubicBezTo>
                <a:cubicBezTo>
                  <a:pt x="17" y="27"/>
                  <a:pt x="17" y="27"/>
                  <a:pt x="17" y="27"/>
                </a:cubicBezTo>
                <a:cubicBezTo>
                  <a:pt x="17" y="29"/>
                  <a:pt x="14" y="29"/>
                  <a:pt x="13" y="27"/>
                </a:cubicBezTo>
                <a:cubicBezTo>
                  <a:pt x="11" y="20"/>
                  <a:pt x="11" y="20"/>
                  <a:pt x="11" y="20"/>
                </a:cubicBezTo>
                <a:cubicBezTo>
                  <a:pt x="11" y="19"/>
                  <a:pt x="11" y="19"/>
                  <a:pt x="10" y="18"/>
                </a:cubicBezTo>
                <a:cubicBezTo>
                  <a:pt x="3" y="16"/>
                  <a:pt x="3" y="16"/>
                  <a:pt x="3" y="16"/>
                </a:cubicBezTo>
                <a:cubicBezTo>
                  <a:pt x="0" y="16"/>
                  <a:pt x="0" y="13"/>
                  <a:pt x="3" y="12"/>
                </a:cubicBezTo>
                <a:cubicBezTo>
                  <a:pt x="10" y="10"/>
                  <a:pt x="10" y="10"/>
                  <a:pt x="10" y="10"/>
                </a:cubicBezTo>
                <a:cubicBezTo>
                  <a:pt x="11" y="10"/>
                  <a:pt x="11" y="10"/>
                  <a:pt x="11" y="9"/>
                </a:cubicBezTo>
                <a:close/>
              </a:path>
            </a:pathLst>
          </a:custGeom>
          <a:solidFill>
            <a:srgbClr val="4BAB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Freeform 1081"/>
          <p:cNvSpPr/>
          <p:nvPr/>
        </p:nvSpPr>
        <p:spPr bwMode="auto">
          <a:xfrm>
            <a:off x="2759930" y="2393358"/>
            <a:ext cx="433387" cy="447675"/>
          </a:xfrm>
          <a:custGeom>
            <a:avLst/>
            <a:gdLst>
              <a:gd name="T0" fmla="*/ 42 w 60"/>
              <a:gd name="T1" fmla="*/ 5 h 62"/>
              <a:gd name="T2" fmla="*/ 43 w 60"/>
              <a:gd name="T3" fmla="*/ 19 h 62"/>
              <a:gd name="T4" fmla="*/ 45 w 60"/>
              <a:gd name="T5" fmla="*/ 22 h 62"/>
              <a:gd name="T6" fmla="*/ 57 w 60"/>
              <a:gd name="T7" fmla="*/ 29 h 62"/>
              <a:gd name="T8" fmla="*/ 56 w 60"/>
              <a:gd name="T9" fmla="*/ 36 h 62"/>
              <a:gd name="T10" fmla="*/ 44 w 60"/>
              <a:gd name="T11" fmla="*/ 41 h 62"/>
              <a:gd name="T12" fmla="*/ 41 w 60"/>
              <a:gd name="T13" fmla="*/ 44 h 62"/>
              <a:gd name="T14" fmla="*/ 38 w 60"/>
              <a:gd name="T15" fmla="*/ 57 h 62"/>
              <a:gd name="T16" fmla="*/ 32 w 60"/>
              <a:gd name="T17" fmla="*/ 59 h 62"/>
              <a:gd name="T18" fmla="*/ 23 w 60"/>
              <a:gd name="T19" fmla="*/ 49 h 62"/>
              <a:gd name="T20" fmla="*/ 19 w 60"/>
              <a:gd name="T21" fmla="*/ 47 h 62"/>
              <a:gd name="T22" fmla="*/ 5 w 60"/>
              <a:gd name="T23" fmla="*/ 49 h 62"/>
              <a:gd name="T24" fmla="*/ 2 w 60"/>
              <a:gd name="T25" fmla="*/ 43 h 62"/>
              <a:gd name="T26" fmla="*/ 9 w 60"/>
              <a:gd name="T27" fmla="*/ 31 h 62"/>
              <a:gd name="T28" fmla="*/ 9 w 60"/>
              <a:gd name="T29" fmla="*/ 27 h 62"/>
              <a:gd name="T30" fmla="*/ 3 w 60"/>
              <a:gd name="T31" fmla="*/ 14 h 62"/>
              <a:gd name="T32" fmla="*/ 8 w 60"/>
              <a:gd name="T33" fmla="*/ 9 h 62"/>
              <a:gd name="T34" fmla="*/ 21 w 60"/>
              <a:gd name="T35" fmla="*/ 12 h 62"/>
              <a:gd name="T36" fmla="*/ 25 w 60"/>
              <a:gd name="T37" fmla="*/ 11 h 62"/>
              <a:gd name="T38" fmla="*/ 35 w 60"/>
              <a:gd name="T39" fmla="*/ 2 h 62"/>
              <a:gd name="T40" fmla="*/ 42 w 60"/>
              <a:gd name="T41" fmla="*/ 5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0" h="62">
                <a:moveTo>
                  <a:pt x="42" y="5"/>
                </a:moveTo>
                <a:cubicBezTo>
                  <a:pt x="43" y="19"/>
                  <a:pt x="43" y="19"/>
                  <a:pt x="43" y="19"/>
                </a:cubicBezTo>
                <a:cubicBezTo>
                  <a:pt x="43" y="20"/>
                  <a:pt x="44" y="21"/>
                  <a:pt x="45" y="22"/>
                </a:cubicBezTo>
                <a:cubicBezTo>
                  <a:pt x="57" y="29"/>
                  <a:pt x="57" y="29"/>
                  <a:pt x="57" y="29"/>
                </a:cubicBezTo>
                <a:cubicBezTo>
                  <a:pt x="60" y="30"/>
                  <a:pt x="59" y="34"/>
                  <a:pt x="56" y="36"/>
                </a:cubicBezTo>
                <a:cubicBezTo>
                  <a:pt x="44" y="41"/>
                  <a:pt x="44" y="41"/>
                  <a:pt x="44" y="41"/>
                </a:cubicBezTo>
                <a:cubicBezTo>
                  <a:pt x="42" y="42"/>
                  <a:pt x="42" y="43"/>
                  <a:pt x="41" y="44"/>
                </a:cubicBezTo>
                <a:cubicBezTo>
                  <a:pt x="38" y="57"/>
                  <a:pt x="38" y="57"/>
                  <a:pt x="38" y="57"/>
                </a:cubicBezTo>
                <a:cubicBezTo>
                  <a:pt x="38" y="61"/>
                  <a:pt x="34" y="62"/>
                  <a:pt x="32" y="59"/>
                </a:cubicBezTo>
                <a:cubicBezTo>
                  <a:pt x="23" y="49"/>
                  <a:pt x="23" y="49"/>
                  <a:pt x="23" y="49"/>
                </a:cubicBezTo>
                <a:cubicBezTo>
                  <a:pt x="22" y="48"/>
                  <a:pt x="20" y="47"/>
                  <a:pt x="19" y="47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6"/>
                  <a:pt x="2" y="43"/>
                </a:cubicBezTo>
                <a:cubicBezTo>
                  <a:pt x="9" y="31"/>
                  <a:pt x="9" y="31"/>
                  <a:pt x="9" y="31"/>
                </a:cubicBezTo>
                <a:cubicBezTo>
                  <a:pt x="9" y="30"/>
                  <a:pt x="10" y="28"/>
                  <a:pt x="9" y="27"/>
                </a:cubicBezTo>
                <a:cubicBezTo>
                  <a:pt x="3" y="14"/>
                  <a:pt x="3" y="14"/>
                  <a:pt x="3" y="14"/>
                </a:cubicBezTo>
                <a:cubicBezTo>
                  <a:pt x="2" y="12"/>
                  <a:pt x="5" y="8"/>
                  <a:pt x="8" y="9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3"/>
                  <a:pt x="24" y="12"/>
                  <a:pt x="25" y="11"/>
                </a:cubicBezTo>
                <a:cubicBezTo>
                  <a:pt x="35" y="2"/>
                  <a:pt x="35" y="2"/>
                  <a:pt x="35" y="2"/>
                </a:cubicBezTo>
                <a:cubicBezTo>
                  <a:pt x="38" y="0"/>
                  <a:pt x="42" y="2"/>
                  <a:pt x="42" y="5"/>
                </a:cubicBezTo>
                <a:close/>
              </a:path>
            </a:pathLst>
          </a:custGeom>
          <a:solidFill>
            <a:srgbClr val="F2C8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Freeform 1083"/>
          <p:cNvSpPr/>
          <p:nvPr/>
        </p:nvSpPr>
        <p:spPr bwMode="auto">
          <a:xfrm>
            <a:off x="1215585" y="965111"/>
            <a:ext cx="207962" cy="209550"/>
          </a:xfrm>
          <a:custGeom>
            <a:avLst/>
            <a:gdLst>
              <a:gd name="T0" fmla="*/ 18 w 29"/>
              <a:gd name="T1" fmla="*/ 2 h 29"/>
              <a:gd name="T2" fmla="*/ 20 w 29"/>
              <a:gd name="T3" fmla="*/ 8 h 29"/>
              <a:gd name="T4" fmla="*/ 21 w 29"/>
              <a:gd name="T5" fmla="*/ 9 h 29"/>
              <a:gd name="T6" fmla="*/ 27 w 29"/>
              <a:gd name="T7" fmla="*/ 11 h 29"/>
              <a:gd name="T8" fmla="*/ 28 w 29"/>
              <a:gd name="T9" fmla="*/ 15 h 29"/>
              <a:gd name="T10" fmla="*/ 22 w 29"/>
              <a:gd name="T11" fmla="*/ 19 h 29"/>
              <a:gd name="T12" fmla="*/ 21 w 29"/>
              <a:gd name="T13" fmla="*/ 20 h 29"/>
              <a:gd name="T14" fmla="*/ 21 w 29"/>
              <a:gd name="T15" fmla="*/ 27 h 29"/>
              <a:gd name="T16" fmla="*/ 18 w 29"/>
              <a:gd name="T17" fmla="*/ 28 h 29"/>
              <a:gd name="T18" fmla="*/ 13 w 29"/>
              <a:gd name="T19" fmla="*/ 24 h 29"/>
              <a:gd name="T20" fmla="*/ 11 w 29"/>
              <a:gd name="T21" fmla="*/ 24 h 29"/>
              <a:gd name="T22" fmla="*/ 5 w 29"/>
              <a:gd name="T23" fmla="*/ 26 h 29"/>
              <a:gd name="T24" fmla="*/ 3 w 29"/>
              <a:gd name="T25" fmla="*/ 24 h 29"/>
              <a:gd name="T26" fmla="*/ 5 w 29"/>
              <a:gd name="T27" fmla="*/ 17 h 29"/>
              <a:gd name="T28" fmla="*/ 5 w 29"/>
              <a:gd name="T29" fmla="*/ 16 h 29"/>
              <a:gd name="T30" fmla="*/ 1 w 29"/>
              <a:gd name="T31" fmla="*/ 10 h 29"/>
              <a:gd name="T32" fmla="*/ 2 w 29"/>
              <a:gd name="T33" fmla="*/ 7 h 29"/>
              <a:gd name="T34" fmla="*/ 9 w 29"/>
              <a:gd name="T35" fmla="*/ 7 h 29"/>
              <a:gd name="T36" fmla="*/ 10 w 29"/>
              <a:gd name="T37" fmla="*/ 7 h 29"/>
              <a:gd name="T38" fmla="*/ 14 w 29"/>
              <a:gd name="T39" fmla="*/ 1 h 29"/>
              <a:gd name="T40" fmla="*/ 18 w 29"/>
              <a:gd name="T41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29">
                <a:moveTo>
                  <a:pt x="18" y="2"/>
                </a:moveTo>
                <a:cubicBezTo>
                  <a:pt x="20" y="8"/>
                  <a:pt x="20" y="8"/>
                  <a:pt x="20" y="8"/>
                </a:cubicBezTo>
                <a:cubicBezTo>
                  <a:pt x="20" y="9"/>
                  <a:pt x="20" y="9"/>
                  <a:pt x="21" y="9"/>
                </a:cubicBezTo>
                <a:cubicBezTo>
                  <a:pt x="27" y="11"/>
                  <a:pt x="27" y="11"/>
                  <a:pt x="27" y="11"/>
                </a:cubicBezTo>
                <a:cubicBezTo>
                  <a:pt x="29" y="12"/>
                  <a:pt x="29" y="14"/>
                  <a:pt x="28" y="15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1" y="19"/>
                  <a:pt x="21" y="20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8"/>
                  <a:pt x="20" y="29"/>
                  <a:pt x="18" y="28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2" y="24"/>
                  <a:pt x="11" y="24"/>
                </a:cubicBezTo>
                <a:cubicBezTo>
                  <a:pt x="5" y="26"/>
                  <a:pt x="5" y="26"/>
                  <a:pt x="5" y="26"/>
                </a:cubicBezTo>
                <a:cubicBezTo>
                  <a:pt x="4" y="26"/>
                  <a:pt x="2" y="25"/>
                  <a:pt x="3" y="24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6"/>
                  <a:pt x="5" y="16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9"/>
                  <a:pt x="1" y="7"/>
                  <a:pt x="2" y="7"/>
                </a:cubicBezTo>
                <a:cubicBezTo>
                  <a:pt x="9" y="7"/>
                  <a:pt x="9" y="7"/>
                  <a:pt x="9" y="7"/>
                </a:cubicBezTo>
                <a:cubicBezTo>
                  <a:pt x="10" y="7"/>
                  <a:pt x="10" y="7"/>
                  <a:pt x="10" y="7"/>
                </a:cubicBezTo>
                <a:cubicBezTo>
                  <a:pt x="14" y="1"/>
                  <a:pt x="14" y="1"/>
                  <a:pt x="14" y="1"/>
                </a:cubicBezTo>
                <a:cubicBezTo>
                  <a:pt x="15" y="0"/>
                  <a:pt x="17" y="0"/>
                  <a:pt x="18" y="2"/>
                </a:cubicBezTo>
                <a:close/>
              </a:path>
            </a:pathLst>
          </a:custGeom>
          <a:solidFill>
            <a:srgbClr val="F494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Freeform 1084"/>
          <p:cNvSpPr/>
          <p:nvPr/>
        </p:nvSpPr>
        <p:spPr bwMode="auto">
          <a:xfrm>
            <a:off x="11335828" y="1703960"/>
            <a:ext cx="266700" cy="274638"/>
          </a:xfrm>
          <a:custGeom>
            <a:avLst/>
            <a:gdLst>
              <a:gd name="T0" fmla="*/ 26 w 37"/>
              <a:gd name="T1" fmla="*/ 3 h 38"/>
              <a:gd name="T2" fmla="*/ 27 w 37"/>
              <a:gd name="T3" fmla="*/ 11 h 38"/>
              <a:gd name="T4" fmla="*/ 28 w 37"/>
              <a:gd name="T5" fmla="*/ 13 h 38"/>
              <a:gd name="T6" fmla="*/ 36 w 37"/>
              <a:gd name="T7" fmla="*/ 18 h 38"/>
              <a:gd name="T8" fmla="*/ 35 w 37"/>
              <a:gd name="T9" fmla="*/ 22 h 38"/>
              <a:gd name="T10" fmla="*/ 27 w 37"/>
              <a:gd name="T11" fmla="*/ 25 h 38"/>
              <a:gd name="T12" fmla="*/ 26 w 37"/>
              <a:gd name="T13" fmla="*/ 27 h 38"/>
              <a:gd name="T14" fmla="*/ 24 w 37"/>
              <a:gd name="T15" fmla="*/ 35 h 38"/>
              <a:gd name="T16" fmla="*/ 20 w 37"/>
              <a:gd name="T17" fmla="*/ 36 h 38"/>
              <a:gd name="T18" fmla="*/ 14 w 37"/>
              <a:gd name="T19" fmla="*/ 30 h 38"/>
              <a:gd name="T20" fmla="*/ 12 w 37"/>
              <a:gd name="T21" fmla="*/ 29 h 38"/>
              <a:gd name="T22" fmla="*/ 4 w 37"/>
              <a:gd name="T23" fmla="*/ 30 h 38"/>
              <a:gd name="T24" fmla="*/ 1 w 37"/>
              <a:gd name="T25" fmla="*/ 26 h 38"/>
              <a:gd name="T26" fmla="*/ 6 w 37"/>
              <a:gd name="T27" fmla="*/ 19 h 38"/>
              <a:gd name="T28" fmla="*/ 6 w 37"/>
              <a:gd name="T29" fmla="*/ 17 h 38"/>
              <a:gd name="T30" fmla="*/ 3 w 37"/>
              <a:gd name="T31" fmla="*/ 9 h 38"/>
              <a:gd name="T32" fmla="*/ 5 w 37"/>
              <a:gd name="T33" fmla="*/ 6 h 38"/>
              <a:gd name="T34" fmla="*/ 14 w 37"/>
              <a:gd name="T35" fmla="*/ 8 h 38"/>
              <a:gd name="T36" fmla="*/ 16 w 37"/>
              <a:gd name="T37" fmla="*/ 7 h 38"/>
              <a:gd name="T38" fmla="*/ 22 w 37"/>
              <a:gd name="T39" fmla="*/ 1 h 38"/>
              <a:gd name="T40" fmla="*/ 26 w 37"/>
              <a:gd name="T41" fmla="*/ 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7" h="38">
                <a:moveTo>
                  <a:pt x="26" y="3"/>
                </a:moveTo>
                <a:cubicBezTo>
                  <a:pt x="27" y="11"/>
                  <a:pt x="27" y="11"/>
                  <a:pt x="27" y="11"/>
                </a:cubicBezTo>
                <a:cubicBezTo>
                  <a:pt x="27" y="12"/>
                  <a:pt x="27" y="13"/>
                  <a:pt x="28" y="13"/>
                </a:cubicBezTo>
                <a:cubicBezTo>
                  <a:pt x="36" y="18"/>
                  <a:pt x="36" y="18"/>
                  <a:pt x="36" y="18"/>
                </a:cubicBezTo>
                <a:cubicBezTo>
                  <a:pt x="37" y="19"/>
                  <a:pt x="37" y="21"/>
                  <a:pt x="35" y="22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6"/>
                  <a:pt x="26" y="26"/>
                  <a:pt x="26" y="27"/>
                </a:cubicBezTo>
                <a:cubicBezTo>
                  <a:pt x="24" y="35"/>
                  <a:pt x="24" y="35"/>
                  <a:pt x="24" y="35"/>
                </a:cubicBezTo>
                <a:cubicBezTo>
                  <a:pt x="24" y="37"/>
                  <a:pt x="21" y="38"/>
                  <a:pt x="20" y="36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29"/>
                  <a:pt x="13" y="29"/>
                  <a:pt x="12" y="29"/>
                </a:cubicBezTo>
                <a:cubicBezTo>
                  <a:pt x="4" y="30"/>
                  <a:pt x="4" y="30"/>
                  <a:pt x="4" y="30"/>
                </a:cubicBezTo>
                <a:cubicBezTo>
                  <a:pt x="2" y="30"/>
                  <a:pt x="0" y="28"/>
                  <a:pt x="1" y="26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18"/>
                  <a:pt x="6" y="17"/>
                  <a:pt x="6" y="17"/>
                </a:cubicBezTo>
                <a:cubicBezTo>
                  <a:pt x="3" y="9"/>
                  <a:pt x="3" y="9"/>
                  <a:pt x="3" y="9"/>
                </a:cubicBezTo>
                <a:cubicBezTo>
                  <a:pt x="2" y="7"/>
                  <a:pt x="3" y="5"/>
                  <a:pt x="5" y="6"/>
                </a:cubicBez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5" y="8"/>
                  <a:pt x="16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4" y="0"/>
                  <a:pt x="26" y="1"/>
                  <a:pt x="26" y="3"/>
                </a:cubicBezTo>
                <a:close/>
              </a:path>
            </a:pathLst>
          </a:custGeom>
          <a:solidFill>
            <a:srgbClr val="00C5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Freeform 1089"/>
          <p:cNvSpPr/>
          <p:nvPr/>
        </p:nvSpPr>
        <p:spPr bwMode="auto">
          <a:xfrm>
            <a:off x="4328937" y="657623"/>
            <a:ext cx="258762" cy="274638"/>
          </a:xfrm>
          <a:custGeom>
            <a:avLst/>
            <a:gdLst>
              <a:gd name="T0" fmla="*/ 25 w 36"/>
              <a:gd name="T1" fmla="*/ 3 h 38"/>
              <a:gd name="T2" fmla="*/ 26 w 36"/>
              <a:gd name="T3" fmla="*/ 11 h 38"/>
              <a:gd name="T4" fmla="*/ 27 w 36"/>
              <a:gd name="T5" fmla="*/ 13 h 38"/>
              <a:gd name="T6" fmla="*/ 35 w 36"/>
              <a:gd name="T7" fmla="*/ 18 h 38"/>
              <a:gd name="T8" fmla="*/ 34 w 36"/>
              <a:gd name="T9" fmla="*/ 22 h 38"/>
              <a:gd name="T10" fmla="*/ 27 w 36"/>
              <a:gd name="T11" fmla="*/ 25 h 38"/>
              <a:gd name="T12" fmla="*/ 25 w 36"/>
              <a:gd name="T13" fmla="*/ 27 h 38"/>
              <a:gd name="T14" fmla="*/ 23 w 36"/>
              <a:gd name="T15" fmla="*/ 35 h 38"/>
              <a:gd name="T16" fmla="*/ 19 w 36"/>
              <a:gd name="T17" fmla="*/ 36 h 38"/>
              <a:gd name="T18" fmla="*/ 14 w 36"/>
              <a:gd name="T19" fmla="*/ 30 h 38"/>
              <a:gd name="T20" fmla="*/ 11 w 36"/>
              <a:gd name="T21" fmla="*/ 29 h 38"/>
              <a:gd name="T22" fmla="*/ 3 w 36"/>
              <a:gd name="T23" fmla="*/ 30 h 38"/>
              <a:gd name="T24" fmla="*/ 1 w 36"/>
              <a:gd name="T25" fmla="*/ 26 h 38"/>
              <a:gd name="T26" fmla="*/ 5 w 36"/>
              <a:gd name="T27" fmla="*/ 19 h 38"/>
              <a:gd name="T28" fmla="*/ 5 w 36"/>
              <a:gd name="T29" fmla="*/ 17 h 38"/>
              <a:gd name="T30" fmla="*/ 2 w 36"/>
              <a:gd name="T31" fmla="*/ 9 h 38"/>
              <a:gd name="T32" fmla="*/ 5 w 36"/>
              <a:gd name="T33" fmla="*/ 6 h 38"/>
              <a:gd name="T34" fmla="*/ 13 w 36"/>
              <a:gd name="T35" fmla="*/ 8 h 38"/>
              <a:gd name="T36" fmla="*/ 15 w 36"/>
              <a:gd name="T37" fmla="*/ 7 h 38"/>
              <a:gd name="T38" fmla="*/ 21 w 36"/>
              <a:gd name="T39" fmla="*/ 1 h 38"/>
              <a:gd name="T40" fmla="*/ 25 w 36"/>
              <a:gd name="T41" fmla="*/ 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6" h="38">
                <a:moveTo>
                  <a:pt x="25" y="3"/>
                </a:moveTo>
                <a:cubicBezTo>
                  <a:pt x="26" y="11"/>
                  <a:pt x="26" y="11"/>
                  <a:pt x="26" y="11"/>
                </a:cubicBezTo>
                <a:cubicBezTo>
                  <a:pt x="26" y="12"/>
                  <a:pt x="27" y="13"/>
                  <a:pt x="27" y="13"/>
                </a:cubicBezTo>
                <a:cubicBezTo>
                  <a:pt x="35" y="18"/>
                  <a:pt x="35" y="18"/>
                  <a:pt x="35" y="18"/>
                </a:cubicBezTo>
                <a:cubicBezTo>
                  <a:pt x="36" y="19"/>
                  <a:pt x="36" y="21"/>
                  <a:pt x="34" y="22"/>
                </a:cubicBezTo>
                <a:cubicBezTo>
                  <a:pt x="27" y="25"/>
                  <a:pt x="27" y="25"/>
                  <a:pt x="27" y="25"/>
                </a:cubicBezTo>
                <a:cubicBezTo>
                  <a:pt x="26" y="26"/>
                  <a:pt x="25" y="26"/>
                  <a:pt x="25" y="27"/>
                </a:cubicBezTo>
                <a:cubicBezTo>
                  <a:pt x="23" y="35"/>
                  <a:pt x="23" y="35"/>
                  <a:pt x="23" y="35"/>
                </a:cubicBezTo>
                <a:cubicBezTo>
                  <a:pt x="23" y="37"/>
                  <a:pt x="20" y="38"/>
                  <a:pt x="19" y="36"/>
                </a:cubicBezTo>
                <a:cubicBezTo>
                  <a:pt x="14" y="30"/>
                  <a:pt x="14" y="30"/>
                  <a:pt x="14" y="30"/>
                </a:cubicBezTo>
                <a:cubicBezTo>
                  <a:pt x="13" y="29"/>
                  <a:pt x="12" y="29"/>
                  <a:pt x="11" y="29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1" y="26"/>
                </a:cubicBezTo>
                <a:cubicBezTo>
                  <a:pt x="5" y="19"/>
                  <a:pt x="5" y="19"/>
                  <a:pt x="5" y="19"/>
                </a:cubicBezTo>
                <a:cubicBezTo>
                  <a:pt x="6" y="18"/>
                  <a:pt x="6" y="17"/>
                  <a:pt x="5" y="17"/>
                </a:cubicBezTo>
                <a:cubicBezTo>
                  <a:pt x="2" y="9"/>
                  <a:pt x="2" y="9"/>
                  <a:pt x="2" y="9"/>
                </a:cubicBezTo>
                <a:cubicBezTo>
                  <a:pt x="1" y="7"/>
                  <a:pt x="3" y="5"/>
                  <a:pt x="5" y="6"/>
                </a:cubicBezTo>
                <a:cubicBezTo>
                  <a:pt x="13" y="8"/>
                  <a:pt x="13" y="8"/>
                  <a:pt x="13" y="8"/>
                </a:cubicBezTo>
                <a:cubicBezTo>
                  <a:pt x="14" y="8"/>
                  <a:pt x="14" y="8"/>
                  <a:pt x="15" y="7"/>
                </a:cubicBezTo>
                <a:cubicBezTo>
                  <a:pt x="21" y="1"/>
                  <a:pt x="21" y="1"/>
                  <a:pt x="21" y="1"/>
                </a:cubicBezTo>
                <a:cubicBezTo>
                  <a:pt x="23" y="0"/>
                  <a:pt x="25" y="1"/>
                  <a:pt x="25" y="3"/>
                </a:cubicBezTo>
                <a:close/>
              </a:path>
            </a:pathLst>
          </a:custGeom>
          <a:solidFill>
            <a:srgbClr val="00C5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10134801" y="5556338"/>
            <a:ext cx="831950" cy="1846929"/>
            <a:chOff x="4051301" y="4313238"/>
            <a:chExt cx="1270000" cy="2819400"/>
          </a:xfrm>
        </p:grpSpPr>
        <p:sp>
          <p:nvSpPr>
            <p:cNvPr id="73" name="Freeform 937"/>
            <p:cNvSpPr/>
            <p:nvPr/>
          </p:nvSpPr>
          <p:spPr bwMode="auto">
            <a:xfrm>
              <a:off x="4432301" y="4632325"/>
              <a:ext cx="889000" cy="679450"/>
            </a:xfrm>
            <a:custGeom>
              <a:avLst/>
              <a:gdLst>
                <a:gd name="T0" fmla="*/ 5 w 560"/>
                <a:gd name="T1" fmla="*/ 282 h 428"/>
                <a:gd name="T2" fmla="*/ 0 w 560"/>
                <a:gd name="T3" fmla="*/ 309 h 428"/>
                <a:gd name="T4" fmla="*/ 555 w 560"/>
                <a:gd name="T5" fmla="*/ 428 h 428"/>
                <a:gd name="T6" fmla="*/ 560 w 560"/>
                <a:gd name="T7" fmla="*/ 405 h 428"/>
                <a:gd name="T8" fmla="*/ 478 w 560"/>
                <a:gd name="T9" fmla="*/ 54 h 428"/>
                <a:gd name="T10" fmla="*/ 228 w 560"/>
                <a:gd name="T11" fmla="*/ 0 h 428"/>
                <a:gd name="T12" fmla="*/ 5 w 560"/>
                <a:gd name="T13" fmla="*/ 282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0" h="428">
                  <a:moveTo>
                    <a:pt x="5" y="282"/>
                  </a:moveTo>
                  <a:lnTo>
                    <a:pt x="0" y="309"/>
                  </a:lnTo>
                  <a:lnTo>
                    <a:pt x="555" y="428"/>
                  </a:lnTo>
                  <a:lnTo>
                    <a:pt x="560" y="405"/>
                  </a:lnTo>
                  <a:lnTo>
                    <a:pt x="478" y="54"/>
                  </a:lnTo>
                  <a:lnTo>
                    <a:pt x="228" y="0"/>
                  </a:lnTo>
                  <a:lnTo>
                    <a:pt x="5" y="282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Freeform 938"/>
            <p:cNvSpPr/>
            <p:nvPr/>
          </p:nvSpPr>
          <p:spPr bwMode="auto">
            <a:xfrm>
              <a:off x="4794251" y="4313238"/>
              <a:ext cx="396875" cy="404813"/>
            </a:xfrm>
            <a:custGeom>
              <a:avLst/>
              <a:gdLst>
                <a:gd name="T0" fmla="*/ 31 w 55"/>
                <a:gd name="T1" fmla="*/ 5 h 56"/>
                <a:gd name="T2" fmla="*/ 0 w 55"/>
                <a:gd name="T3" fmla="*/ 44 h 56"/>
                <a:gd name="T4" fmla="*/ 55 w 55"/>
                <a:gd name="T5" fmla="*/ 56 h 56"/>
                <a:gd name="T6" fmla="*/ 43 w 55"/>
                <a:gd name="T7" fmla="*/ 7 h 56"/>
                <a:gd name="T8" fmla="*/ 31 w 55"/>
                <a:gd name="T9" fmla="*/ 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56">
                  <a:moveTo>
                    <a:pt x="31" y="5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2" y="2"/>
                    <a:pt x="35" y="0"/>
                    <a:pt x="31" y="5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Freeform 939"/>
            <p:cNvSpPr/>
            <p:nvPr/>
          </p:nvSpPr>
          <p:spPr bwMode="auto">
            <a:xfrm>
              <a:off x="5032376" y="4683125"/>
              <a:ext cx="288925" cy="628650"/>
            </a:xfrm>
            <a:custGeom>
              <a:avLst/>
              <a:gdLst>
                <a:gd name="T0" fmla="*/ 118 w 182"/>
                <a:gd name="T1" fmla="*/ 386 h 396"/>
                <a:gd name="T2" fmla="*/ 177 w 182"/>
                <a:gd name="T3" fmla="*/ 396 h 396"/>
                <a:gd name="T4" fmla="*/ 182 w 182"/>
                <a:gd name="T5" fmla="*/ 373 h 396"/>
                <a:gd name="T6" fmla="*/ 100 w 182"/>
                <a:gd name="T7" fmla="*/ 22 h 396"/>
                <a:gd name="T8" fmla="*/ 0 w 182"/>
                <a:gd name="T9" fmla="*/ 0 h 396"/>
                <a:gd name="T10" fmla="*/ 13 w 182"/>
                <a:gd name="T11" fmla="*/ 350 h 396"/>
                <a:gd name="T12" fmla="*/ 118 w 182"/>
                <a:gd name="T13" fmla="*/ 386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2" h="396">
                  <a:moveTo>
                    <a:pt x="118" y="386"/>
                  </a:moveTo>
                  <a:lnTo>
                    <a:pt x="177" y="396"/>
                  </a:lnTo>
                  <a:lnTo>
                    <a:pt x="182" y="373"/>
                  </a:lnTo>
                  <a:lnTo>
                    <a:pt x="100" y="22"/>
                  </a:lnTo>
                  <a:lnTo>
                    <a:pt x="0" y="0"/>
                  </a:lnTo>
                  <a:lnTo>
                    <a:pt x="13" y="350"/>
                  </a:lnTo>
                  <a:lnTo>
                    <a:pt x="118" y="386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" name="Freeform 940"/>
            <p:cNvSpPr/>
            <p:nvPr/>
          </p:nvSpPr>
          <p:spPr bwMode="auto">
            <a:xfrm>
              <a:off x="4368801" y="5130800"/>
              <a:ext cx="952500" cy="1163638"/>
            </a:xfrm>
            <a:custGeom>
              <a:avLst/>
              <a:gdLst>
                <a:gd name="T0" fmla="*/ 463 w 600"/>
                <a:gd name="T1" fmla="*/ 733 h 733"/>
                <a:gd name="T2" fmla="*/ 600 w 600"/>
                <a:gd name="T3" fmla="*/ 104 h 733"/>
                <a:gd name="T4" fmla="*/ 131 w 600"/>
                <a:gd name="T5" fmla="*/ 0 h 733"/>
                <a:gd name="T6" fmla="*/ 0 w 600"/>
                <a:gd name="T7" fmla="*/ 628 h 733"/>
                <a:gd name="T8" fmla="*/ 463 w 600"/>
                <a:gd name="T9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0" h="733">
                  <a:moveTo>
                    <a:pt x="463" y="733"/>
                  </a:moveTo>
                  <a:lnTo>
                    <a:pt x="600" y="104"/>
                  </a:lnTo>
                  <a:lnTo>
                    <a:pt x="131" y="0"/>
                  </a:lnTo>
                  <a:lnTo>
                    <a:pt x="0" y="628"/>
                  </a:lnTo>
                  <a:lnTo>
                    <a:pt x="463" y="733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Freeform 941"/>
            <p:cNvSpPr/>
            <p:nvPr/>
          </p:nvSpPr>
          <p:spPr bwMode="auto">
            <a:xfrm>
              <a:off x="4230688" y="5102225"/>
              <a:ext cx="404812" cy="1039813"/>
            </a:xfrm>
            <a:custGeom>
              <a:avLst/>
              <a:gdLst>
                <a:gd name="T0" fmla="*/ 118 w 255"/>
                <a:gd name="T1" fmla="*/ 655 h 655"/>
                <a:gd name="T2" fmla="*/ 255 w 255"/>
                <a:gd name="T3" fmla="*/ 27 h 655"/>
                <a:gd name="T4" fmla="*/ 132 w 255"/>
                <a:gd name="T5" fmla="*/ 0 h 655"/>
                <a:gd name="T6" fmla="*/ 0 w 255"/>
                <a:gd name="T7" fmla="*/ 628 h 655"/>
                <a:gd name="T8" fmla="*/ 118 w 255"/>
                <a:gd name="T9" fmla="*/ 655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655">
                  <a:moveTo>
                    <a:pt x="118" y="655"/>
                  </a:moveTo>
                  <a:lnTo>
                    <a:pt x="255" y="27"/>
                  </a:lnTo>
                  <a:lnTo>
                    <a:pt x="132" y="0"/>
                  </a:lnTo>
                  <a:lnTo>
                    <a:pt x="0" y="628"/>
                  </a:lnTo>
                  <a:lnTo>
                    <a:pt x="118" y="655"/>
                  </a:lnTo>
                  <a:close/>
                </a:path>
              </a:pathLst>
            </a:custGeom>
            <a:solidFill>
              <a:srgbClr val="E17A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Freeform 942"/>
            <p:cNvSpPr/>
            <p:nvPr/>
          </p:nvSpPr>
          <p:spPr bwMode="auto">
            <a:xfrm>
              <a:off x="4845051" y="5238750"/>
              <a:ext cx="476250" cy="1055688"/>
            </a:xfrm>
            <a:custGeom>
              <a:avLst/>
              <a:gdLst>
                <a:gd name="T0" fmla="*/ 163 w 300"/>
                <a:gd name="T1" fmla="*/ 665 h 665"/>
                <a:gd name="T2" fmla="*/ 300 w 300"/>
                <a:gd name="T3" fmla="*/ 36 h 665"/>
                <a:gd name="T4" fmla="*/ 131 w 300"/>
                <a:gd name="T5" fmla="*/ 0 h 665"/>
                <a:gd name="T6" fmla="*/ 0 w 300"/>
                <a:gd name="T7" fmla="*/ 628 h 665"/>
                <a:gd name="T8" fmla="*/ 163 w 300"/>
                <a:gd name="T9" fmla="*/ 665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665">
                  <a:moveTo>
                    <a:pt x="163" y="665"/>
                  </a:moveTo>
                  <a:lnTo>
                    <a:pt x="300" y="36"/>
                  </a:lnTo>
                  <a:lnTo>
                    <a:pt x="131" y="0"/>
                  </a:lnTo>
                  <a:lnTo>
                    <a:pt x="0" y="628"/>
                  </a:lnTo>
                  <a:lnTo>
                    <a:pt x="163" y="665"/>
                  </a:lnTo>
                  <a:close/>
                </a:path>
              </a:pathLst>
            </a:custGeom>
            <a:solidFill>
              <a:srgbClr val="B83B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" name="Freeform 943"/>
            <p:cNvSpPr/>
            <p:nvPr/>
          </p:nvSpPr>
          <p:spPr bwMode="auto">
            <a:xfrm>
              <a:off x="4051301" y="6438900"/>
              <a:ext cx="973137" cy="693738"/>
            </a:xfrm>
            <a:custGeom>
              <a:avLst/>
              <a:gdLst>
                <a:gd name="T0" fmla="*/ 134 w 135"/>
                <a:gd name="T1" fmla="*/ 35 h 96"/>
                <a:gd name="T2" fmla="*/ 122 w 135"/>
                <a:gd name="T3" fmla="*/ 88 h 96"/>
                <a:gd name="T4" fmla="*/ 112 w 135"/>
                <a:gd name="T5" fmla="*/ 95 h 96"/>
                <a:gd name="T6" fmla="*/ 8 w 135"/>
                <a:gd name="T7" fmla="*/ 72 h 96"/>
                <a:gd name="T8" fmla="*/ 1 w 135"/>
                <a:gd name="T9" fmla="*/ 61 h 96"/>
                <a:gd name="T10" fmla="*/ 13 w 135"/>
                <a:gd name="T11" fmla="*/ 8 h 96"/>
                <a:gd name="T12" fmla="*/ 23 w 135"/>
                <a:gd name="T13" fmla="*/ 1 h 96"/>
                <a:gd name="T14" fmla="*/ 128 w 135"/>
                <a:gd name="T15" fmla="*/ 24 h 96"/>
                <a:gd name="T16" fmla="*/ 134 w 135"/>
                <a:gd name="T17" fmla="*/ 3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96">
                  <a:moveTo>
                    <a:pt x="134" y="35"/>
                  </a:moveTo>
                  <a:cubicBezTo>
                    <a:pt x="122" y="88"/>
                    <a:pt x="122" y="88"/>
                    <a:pt x="122" y="88"/>
                  </a:cubicBezTo>
                  <a:cubicBezTo>
                    <a:pt x="121" y="93"/>
                    <a:pt x="117" y="96"/>
                    <a:pt x="112" y="95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3" y="71"/>
                    <a:pt x="0" y="66"/>
                    <a:pt x="1" y="61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3"/>
                    <a:pt x="19" y="0"/>
                    <a:pt x="23" y="1"/>
                  </a:cubicBezTo>
                  <a:cubicBezTo>
                    <a:pt x="128" y="24"/>
                    <a:pt x="128" y="24"/>
                    <a:pt x="128" y="24"/>
                  </a:cubicBezTo>
                  <a:cubicBezTo>
                    <a:pt x="132" y="25"/>
                    <a:pt x="135" y="30"/>
                    <a:pt x="134" y="35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" name="Freeform 944"/>
            <p:cNvSpPr/>
            <p:nvPr/>
          </p:nvSpPr>
          <p:spPr bwMode="auto">
            <a:xfrm>
              <a:off x="4130676" y="6062663"/>
              <a:ext cx="981075" cy="679450"/>
            </a:xfrm>
            <a:custGeom>
              <a:avLst/>
              <a:gdLst>
                <a:gd name="T0" fmla="*/ 554 w 618"/>
                <a:gd name="T1" fmla="*/ 428 h 428"/>
                <a:gd name="T2" fmla="*/ 618 w 618"/>
                <a:gd name="T3" fmla="*/ 123 h 428"/>
                <a:gd name="T4" fmla="*/ 68 w 618"/>
                <a:gd name="T5" fmla="*/ 0 h 428"/>
                <a:gd name="T6" fmla="*/ 0 w 618"/>
                <a:gd name="T7" fmla="*/ 309 h 428"/>
                <a:gd name="T8" fmla="*/ 554 w 618"/>
                <a:gd name="T9" fmla="*/ 428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8" h="428">
                  <a:moveTo>
                    <a:pt x="554" y="428"/>
                  </a:moveTo>
                  <a:lnTo>
                    <a:pt x="618" y="123"/>
                  </a:lnTo>
                  <a:lnTo>
                    <a:pt x="68" y="0"/>
                  </a:lnTo>
                  <a:lnTo>
                    <a:pt x="0" y="309"/>
                  </a:lnTo>
                  <a:lnTo>
                    <a:pt x="554" y="428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" name="Freeform 945"/>
            <p:cNvSpPr/>
            <p:nvPr/>
          </p:nvSpPr>
          <p:spPr bwMode="auto">
            <a:xfrm>
              <a:off x="4729163" y="6199188"/>
              <a:ext cx="382587" cy="542925"/>
            </a:xfrm>
            <a:custGeom>
              <a:avLst/>
              <a:gdLst>
                <a:gd name="T0" fmla="*/ 177 w 241"/>
                <a:gd name="T1" fmla="*/ 342 h 342"/>
                <a:gd name="T2" fmla="*/ 241 w 241"/>
                <a:gd name="T3" fmla="*/ 37 h 342"/>
                <a:gd name="T4" fmla="*/ 68 w 241"/>
                <a:gd name="T5" fmla="*/ 0 h 342"/>
                <a:gd name="T6" fmla="*/ 0 w 241"/>
                <a:gd name="T7" fmla="*/ 305 h 342"/>
                <a:gd name="T8" fmla="*/ 177 w 241"/>
                <a:gd name="T9" fmla="*/ 34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342">
                  <a:moveTo>
                    <a:pt x="177" y="342"/>
                  </a:moveTo>
                  <a:lnTo>
                    <a:pt x="241" y="37"/>
                  </a:lnTo>
                  <a:lnTo>
                    <a:pt x="68" y="0"/>
                  </a:lnTo>
                  <a:lnTo>
                    <a:pt x="0" y="305"/>
                  </a:lnTo>
                  <a:lnTo>
                    <a:pt x="177" y="342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11087383" y="5769526"/>
            <a:ext cx="1097133" cy="1401836"/>
            <a:chOff x="5103813" y="4718050"/>
            <a:chExt cx="1674812" cy="2139951"/>
          </a:xfrm>
        </p:grpSpPr>
        <p:sp>
          <p:nvSpPr>
            <p:cNvPr id="83" name="Freeform 984"/>
            <p:cNvSpPr/>
            <p:nvPr/>
          </p:nvSpPr>
          <p:spPr bwMode="auto">
            <a:xfrm>
              <a:off x="5126038" y="4827588"/>
              <a:ext cx="1652587" cy="2030413"/>
            </a:xfrm>
            <a:custGeom>
              <a:avLst/>
              <a:gdLst>
                <a:gd name="T0" fmla="*/ 219 w 229"/>
                <a:gd name="T1" fmla="*/ 247 h 281"/>
                <a:gd name="T2" fmla="*/ 60 w 229"/>
                <a:gd name="T3" fmla="*/ 280 h 281"/>
                <a:gd name="T4" fmla="*/ 47 w 229"/>
                <a:gd name="T5" fmla="*/ 271 h 281"/>
                <a:gd name="T6" fmla="*/ 1 w 229"/>
                <a:gd name="T7" fmla="*/ 47 h 281"/>
                <a:gd name="T8" fmla="*/ 9 w 229"/>
                <a:gd name="T9" fmla="*/ 34 h 281"/>
                <a:gd name="T10" fmla="*/ 169 w 229"/>
                <a:gd name="T11" fmla="*/ 1 h 281"/>
                <a:gd name="T12" fmla="*/ 181 w 229"/>
                <a:gd name="T13" fmla="*/ 10 h 281"/>
                <a:gd name="T14" fmla="*/ 228 w 229"/>
                <a:gd name="T15" fmla="*/ 234 h 281"/>
                <a:gd name="T16" fmla="*/ 219 w 229"/>
                <a:gd name="T17" fmla="*/ 247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281">
                  <a:moveTo>
                    <a:pt x="219" y="247"/>
                  </a:moveTo>
                  <a:cubicBezTo>
                    <a:pt x="60" y="280"/>
                    <a:pt x="60" y="280"/>
                    <a:pt x="60" y="280"/>
                  </a:cubicBezTo>
                  <a:cubicBezTo>
                    <a:pt x="54" y="281"/>
                    <a:pt x="48" y="277"/>
                    <a:pt x="47" y="271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0" y="41"/>
                    <a:pt x="4" y="35"/>
                    <a:pt x="9" y="34"/>
                  </a:cubicBezTo>
                  <a:cubicBezTo>
                    <a:pt x="169" y="1"/>
                    <a:pt x="169" y="1"/>
                    <a:pt x="169" y="1"/>
                  </a:cubicBezTo>
                  <a:cubicBezTo>
                    <a:pt x="174" y="0"/>
                    <a:pt x="180" y="4"/>
                    <a:pt x="181" y="10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9" y="240"/>
                    <a:pt x="225" y="246"/>
                    <a:pt x="219" y="247"/>
                  </a:cubicBezTo>
                  <a:close/>
                </a:path>
              </a:pathLst>
            </a:custGeom>
            <a:solidFill>
              <a:srgbClr val="4C4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4" name="Freeform 985"/>
            <p:cNvSpPr/>
            <p:nvPr/>
          </p:nvSpPr>
          <p:spPr bwMode="auto">
            <a:xfrm>
              <a:off x="5103813" y="4718050"/>
              <a:ext cx="1652587" cy="2030413"/>
            </a:xfrm>
            <a:custGeom>
              <a:avLst/>
              <a:gdLst>
                <a:gd name="T0" fmla="*/ 219 w 229"/>
                <a:gd name="T1" fmla="*/ 247 h 281"/>
                <a:gd name="T2" fmla="*/ 60 w 229"/>
                <a:gd name="T3" fmla="*/ 280 h 281"/>
                <a:gd name="T4" fmla="*/ 47 w 229"/>
                <a:gd name="T5" fmla="*/ 271 h 281"/>
                <a:gd name="T6" fmla="*/ 1 w 229"/>
                <a:gd name="T7" fmla="*/ 47 h 281"/>
                <a:gd name="T8" fmla="*/ 9 w 229"/>
                <a:gd name="T9" fmla="*/ 34 h 281"/>
                <a:gd name="T10" fmla="*/ 169 w 229"/>
                <a:gd name="T11" fmla="*/ 2 h 281"/>
                <a:gd name="T12" fmla="*/ 181 w 229"/>
                <a:gd name="T13" fmla="*/ 10 h 281"/>
                <a:gd name="T14" fmla="*/ 228 w 229"/>
                <a:gd name="T15" fmla="*/ 234 h 281"/>
                <a:gd name="T16" fmla="*/ 219 w 229"/>
                <a:gd name="T17" fmla="*/ 247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281">
                  <a:moveTo>
                    <a:pt x="219" y="247"/>
                  </a:moveTo>
                  <a:cubicBezTo>
                    <a:pt x="60" y="280"/>
                    <a:pt x="60" y="280"/>
                    <a:pt x="60" y="280"/>
                  </a:cubicBezTo>
                  <a:cubicBezTo>
                    <a:pt x="54" y="281"/>
                    <a:pt x="48" y="277"/>
                    <a:pt x="47" y="271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0" y="41"/>
                    <a:pt x="3" y="36"/>
                    <a:pt x="9" y="34"/>
                  </a:cubicBezTo>
                  <a:cubicBezTo>
                    <a:pt x="169" y="2"/>
                    <a:pt x="169" y="2"/>
                    <a:pt x="169" y="2"/>
                  </a:cubicBezTo>
                  <a:cubicBezTo>
                    <a:pt x="174" y="0"/>
                    <a:pt x="180" y="4"/>
                    <a:pt x="181" y="10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9" y="240"/>
                    <a:pt x="225" y="246"/>
                    <a:pt x="219" y="247"/>
                  </a:cubicBezTo>
                  <a:close/>
                </a:path>
              </a:pathLst>
            </a:custGeom>
            <a:solidFill>
              <a:srgbClr val="4B7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Freeform 986"/>
            <p:cNvSpPr/>
            <p:nvPr/>
          </p:nvSpPr>
          <p:spPr bwMode="auto">
            <a:xfrm>
              <a:off x="5307013" y="4978400"/>
              <a:ext cx="1046162" cy="571500"/>
            </a:xfrm>
            <a:custGeom>
              <a:avLst/>
              <a:gdLst>
                <a:gd name="T0" fmla="*/ 141 w 145"/>
                <a:gd name="T1" fmla="*/ 52 h 79"/>
                <a:gd name="T2" fmla="*/ 15 w 145"/>
                <a:gd name="T3" fmla="*/ 78 h 79"/>
                <a:gd name="T4" fmla="*/ 10 w 145"/>
                <a:gd name="T5" fmla="*/ 74 h 79"/>
                <a:gd name="T6" fmla="*/ 1 w 145"/>
                <a:gd name="T7" fmla="*/ 32 h 79"/>
                <a:gd name="T8" fmla="*/ 5 w 145"/>
                <a:gd name="T9" fmla="*/ 26 h 79"/>
                <a:gd name="T10" fmla="*/ 130 w 145"/>
                <a:gd name="T11" fmla="*/ 0 h 79"/>
                <a:gd name="T12" fmla="*/ 136 w 145"/>
                <a:gd name="T13" fmla="*/ 4 h 79"/>
                <a:gd name="T14" fmla="*/ 145 w 145"/>
                <a:gd name="T15" fmla="*/ 46 h 79"/>
                <a:gd name="T16" fmla="*/ 141 w 145"/>
                <a:gd name="T17" fmla="*/ 52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5" h="79">
                  <a:moveTo>
                    <a:pt x="141" y="52"/>
                  </a:moveTo>
                  <a:cubicBezTo>
                    <a:pt x="15" y="78"/>
                    <a:pt x="15" y="78"/>
                    <a:pt x="15" y="78"/>
                  </a:cubicBezTo>
                  <a:cubicBezTo>
                    <a:pt x="13" y="79"/>
                    <a:pt x="10" y="77"/>
                    <a:pt x="10" y="74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0" y="29"/>
                    <a:pt x="2" y="27"/>
                    <a:pt x="5" y="26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3" y="0"/>
                    <a:pt x="135" y="1"/>
                    <a:pt x="136" y="4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9"/>
                    <a:pt x="143" y="52"/>
                    <a:pt x="141" y="52"/>
                  </a:cubicBez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Freeform 987"/>
            <p:cNvSpPr/>
            <p:nvPr/>
          </p:nvSpPr>
          <p:spPr bwMode="auto">
            <a:xfrm>
              <a:off x="5451476" y="5657850"/>
              <a:ext cx="173037" cy="166688"/>
            </a:xfrm>
            <a:custGeom>
              <a:avLst/>
              <a:gdLst>
                <a:gd name="T0" fmla="*/ 14 w 24"/>
                <a:gd name="T1" fmla="*/ 22 h 23"/>
                <a:gd name="T2" fmla="*/ 14 w 24"/>
                <a:gd name="T3" fmla="*/ 22 h 23"/>
                <a:gd name="T4" fmla="*/ 1 w 24"/>
                <a:gd name="T5" fmla="*/ 14 h 23"/>
                <a:gd name="T6" fmla="*/ 1 w 24"/>
                <a:gd name="T7" fmla="*/ 14 h 23"/>
                <a:gd name="T8" fmla="*/ 10 w 24"/>
                <a:gd name="T9" fmla="*/ 1 h 23"/>
                <a:gd name="T10" fmla="*/ 10 w 24"/>
                <a:gd name="T11" fmla="*/ 1 h 23"/>
                <a:gd name="T12" fmla="*/ 23 w 24"/>
                <a:gd name="T13" fmla="*/ 9 h 23"/>
                <a:gd name="T14" fmla="*/ 23 w 24"/>
                <a:gd name="T15" fmla="*/ 9 h 23"/>
                <a:gd name="T16" fmla="*/ 14 w 24"/>
                <a:gd name="T1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3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3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3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Freeform 988"/>
            <p:cNvSpPr/>
            <p:nvPr/>
          </p:nvSpPr>
          <p:spPr bwMode="auto">
            <a:xfrm>
              <a:off x="5451476" y="5635625"/>
              <a:ext cx="173037" cy="174625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9 w 24"/>
                <a:gd name="T9" fmla="*/ 1 h 24"/>
                <a:gd name="T10" fmla="*/ 9 w 24"/>
                <a:gd name="T11" fmla="*/ 1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3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6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" name="Freeform 989"/>
            <p:cNvSpPr/>
            <p:nvPr/>
          </p:nvSpPr>
          <p:spPr bwMode="auto">
            <a:xfrm>
              <a:off x="5710238" y="5600700"/>
              <a:ext cx="166687" cy="173038"/>
            </a:xfrm>
            <a:custGeom>
              <a:avLst/>
              <a:gdLst>
                <a:gd name="T0" fmla="*/ 14 w 23"/>
                <a:gd name="T1" fmla="*/ 23 h 24"/>
                <a:gd name="T2" fmla="*/ 14 w 23"/>
                <a:gd name="T3" fmla="*/ 23 h 24"/>
                <a:gd name="T4" fmla="*/ 1 w 23"/>
                <a:gd name="T5" fmla="*/ 14 h 24"/>
                <a:gd name="T6" fmla="*/ 1 w 23"/>
                <a:gd name="T7" fmla="*/ 14 h 24"/>
                <a:gd name="T8" fmla="*/ 9 w 23"/>
                <a:gd name="T9" fmla="*/ 1 h 24"/>
                <a:gd name="T10" fmla="*/ 9 w 23"/>
                <a:gd name="T11" fmla="*/ 1 h 24"/>
                <a:gd name="T12" fmla="*/ 22 w 23"/>
                <a:gd name="T13" fmla="*/ 10 h 24"/>
                <a:gd name="T14" fmla="*/ 22 w 23"/>
                <a:gd name="T15" fmla="*/ 10 h 24"/>
                <a:gd name="T16" fmla="*/ 14 w 23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3" y="3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3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" name="Freeform 990"/>
            <p:cNvSpPr/>
            <p:nvPr/>
          </p:nvSpPr>
          <p:spPr bwMode="auto">
            <a:xfrm>
              <a:off x="5703888" y="5586413"/>
              <a:ext cx="173037" cy="173038"/>
            </a:xfrm>
            <a:custGeom>
              <a:avLst/>
              <a:gdLst>
                <a:gd name="T0" fmla="*/ 14 w 24"/>
                <a:gd name="T1" fmla="*/ 22 h 24"/>
                <a:gd name="T2" fmla="*/ 14 w 24"/>
                <a:gd name="T3" fmla="*/ 22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9 h 24"/>
                <a:gd name="T14" fmla="*/ 23 w 24"/>
                <a:gd name="T15" fmla="*/ 9 h 24"/>
                <a:gd name="T16" fmla="*/ 14 w 24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" name="Freeform 991"/>
            <p:cNvSpPr/>
            <p:nvPr/>
          </p:nvSpPr>
          <p:spPr bwMode="auto">
            <a:xfrm>
              <a:off x="5962651" y="5549900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5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" name="Freeform 992"/>
            <p:cNvSpPr/>
            <p:nvPr/>
          </p:nvSpPr>
          <p:spPr bwMode="auto">
            <a:xfrm>
              <a:off x="5962651" y="5527675"/>
              <a:ext cx="166687" cy="173038"/>
            </a:xfrm>
            <a:custGeom>
              <a:avLst/>
              <a:gdLst>
                <a:gd name="T0" fmla="*/ 14 w 23"/>
                <a:gd name="T1" fmla="*/ 23 h 24"/>
                <a:gd name="T2" fmla="*/ 14 w 23"/>
                <a:gd name="T3" fmla="*/ 23 h 24"/>
                <a:gd name="T4" fmla="*/ 1 w 23"/>
                <a:gd name="T5" fmla="*/ 15 h 24"/>
                <a:gd name="T6" fmla="*/ 1 w 23"/>
                <a:gd name="T7" fmla="*/ 15 h 24"/>
                <a:gd name="T8" fmla="*/ 9 w 23"/>
                <a:gd name="T9" fmla="*/ 2 h 24"/>
                <a:gd name="T10" fmla="*/ 9 w 23"/>
                <a:gd name="T11" fmla="*/ 2 h 24"/>
                <a:gd name="T12" fmla="*/ 22 w 23"/>
                <a:gd name="T13" fmla="*/ 10 h 24"/>
                <a:gd name="T14" fmla="*/ 22 w 23"/>
                <a:gd name="T15" fmla="*/ 10 h 24"/>
                <a:gd name="T16" fmla="*/ 14 w 23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9"/>
                    <a:pt x="3" y="3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3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2" name="Freeform 993"/>
            <p:cNvSpPr/>
            <p:nvPr/>
          </p:nvSpPr>
          <p:spPr bwMode="auto">
            <a:xfrm>
              <a:off x="6223000" y="5499100"/>
              <a:ext cx="166687" cy="166688"/>
            </a:xfrm>
            <a:custGeom>
              <a:avLst/>
              <a:gdLst>
                <a:gd name="T0" fmla="*/ 14 w 23"/>
                <a:gd name="T1" fmla="*/ 22 h 23"/>
                <a:gd name="T2" fmla="*/ 14 w 23"/>
                <a:gd name="T3" fmla="*/ 22 h 23"/>
                <a:gd name="T4" fmla="*/ 1 w 23"/>
                <a:gd name="T5" fmla="*/ 14 h 23"/>
                <a:gd name="T6" fmla="*/ 1 w 23"/>
                <a:gd name="T7" fmla="*/ 14 h 23"/>
                <a:gd name="T8" fmla="*/ 9 w 23"/>
                <a:gd name="T9" fmla="*/ 1 h 23"/>
                <a:gd name="T10" fmla="*/ 9 w 23"/>
                <a:gd name="T11" fmla="*/ 1 h 23"/>
                <a:gd name="T12" fmla="*/ 22 w 23"/>
                <a:gd name="T13" fmla="*/ 9 h 23"/>
                <a:gd name="T14" fmla="*/ 22 w 23"/>
                <a:gd name="T15" fmla="*/ 9 h 23"/>
                <a:gd name="T16" fmla="*/ 14 w 23"/>
                <a:gd name="T1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3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3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3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3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Freeform 994"/>
            <p:cNvSpPr/>
            <p:nvPr/>
          </p:nvSpPr>
          <p:spPr bwMode="auto">
            <a:xfrm>
              <a:off x="6215063" y="5476875"/>
              <a:ext cx="174625" cy="174625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3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" name="Freeform 995"/>
            <p:cNvSpPr/>
            <p:nvPr/>
          </p:nvSpPr>
          <p:spPr bwMode="auto">
            <a:xfrm>
              <a:off x="5500688" y="5903913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2 w 24"/>
                <a:gd name="T5" fmla="*/ 14 h 24"/>
                <a:gd name="T6" fmla="*/ 2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9" y="24"/>
                    <a:pt x="3" y="20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9"/>
                    <a:pt x="4" y="3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" name="Freeform 996"/>
            <p:cNvSpPr/>
            <p:nvPr/>
          </p:nvSpPr>
          <p:spPr bwMode="auto">
            <a:xfrm>
              <a:off x="5500688" y="5889625"/>
              <a:ext cx="173037" cy="173038"/>
            </a:xfrm>
            <a:custGeom>
              <a:avLst/>
              <a:gdLst>
                <a:gd name="T0" fmla="*/ 14 w 24"/>
                <a:gd name="T1" fmla="*/ 22 h 24"/>
                <a:gd name="T2" fmla="*/ 14 w 24"/>
                <a:gd name="T3" fmla="*/ 22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" name="Freeform 997"/>
            <p:cNvSpPr/>
            <p:nvPr/>
          </p:nvSpPr>
          <p:spPr bwMode="auto">
            <a:xfrm>
              <a:off x="5761038" y="5853113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6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" name="Freeform 998"/>
            <p:cNvSpPr/>
            <p:nvPr/>
          </p:nvSpPr>
          <p:spPr bwMode="auto">
            <a:xfrm>
              <a:off x="5753101" y="5830888"/>
              <a:ext cx="174625" cy="174625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5 h 24"/>
                <a:gd name="T6" fmla="*/ 1 w 24"/>
                <a:gd name="T7" fmla="*/ 15 h 24"/>
                <a:gd name="T8" fmla="*/ 10 w 24"/>
                <a:gd name="T9" fmla="*/ 2 h 24"/>
                <a:gd name="T10" fmla="*/ 10 w 24"/>
                <a:gd name="T11" fmla="*/ 2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9" y="24"/>
                    <a:pt x="3" y="21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9"/>
                    <a:pt x="4" y="3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" name="Freeform 999"/>
            <p:cNvSpPr/>
            <p:nvPr/>
          </p:nvSpPr>
          <p:spPr bwMode="auto">
            <a:xfrm>
              <a:off x="6013451" y="5802313"/>
              <a:ext cx="173037" cy="166688"/>
            </a:xfrm>
            <a:custGeom>
              <a:avLst/>
              <a:gdLst>
                <a:gd name="T0" fmla="*/ 14 w 24"/>
                <a:gd name="T1" fmla="*/ 22 h 23"/>
                <a:gd name="T2" fmla="*/ 14 w 24"/>
                <a:gd name="T3" fmla="*/ 22 h 23"/>
                <a:gd name="T4" fmla="*/ 1 w 24"/>
                <a:gd name="T5" fmla="*/ 14 h 23"/>
                <a:gd name="T6" fmla="*/ 1 w 24"/>
                <a:gd name="T7" fmla="*/ 14 h 23"/>
                <a:gd name="T8" fmla="*/ 10 w 24"/>
                <a:gd name="T9" fmla="*/ 1 h 23"/>
                <a:gd name="T10" fmla="*/ 10 w 24"/>
                <a:gd name="T11" fmla="*/ 1 h 23"/>
                <a:gd name="T12" fmla="*/ 23 w 24"/>
                <a:gd name="T13" fmla="*/ 9 h 23"/>
                <a:gd name="T14" fmla="*/ 23 w 24"/>
                <a:gd name="T15" fmla="*/ 9 h 23"/>
                <a:gd name="T16" fmla="*/ 14 w 24"/>
                <a:gd name="T1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3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9" y="23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3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" name="Freeform 1000"/>
            <p:cNvSpPr/>
            <p:nvPr/>
          </p:nvSpPr>
          <p:spPr bwMode="auto">
            <a:xfrm>
              <a:off x="6013451" y="5780088"/>
              <a:ext cx="173037" cy="174625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9 w 24"/>
                <a:gd name="T9" fmla="*/ 1 h 24"/>
                <a:gd name="T10" fmla="*/ 9 w 24"/>
                <a:gd name="T11" fmla="*/ 1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3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0" name="Freeform 1001"/>
            <p:cNvSpPr/>
            <p:nvPr/>
          </p:nvSpPr>
          <p:spPr bwMode="auto">
            <a:xfrm>
              <a:off x="5559426" y="6156325"/>
              <a:ext cx="165100" cy="173038"/>
            </a:xfrm>
            <a:custGeom>
              <a:avLst/>
              <a:gdLst>
                <a:gd name="T0" fmla="*/ 14 w 23"/>
                <a:gd name="T1" fmla="*/ 23 h 24"/>
                <a:gd name="T2" fmla="*/ 14 w 23"/>
                <a:gd name="T3" fmla="*/ 23 h 24"/>
                <a:gd name="T4" fmla="*/ 1 w 23"/>
                <a:gd name="T5" fmla="*/ 15 h 24"/>
                <a:gd name="T6" fmla="*/ 1 w 23"/>
                <a:gd name="T7" fmla="*/ 15 h 24"/>
                <a:gd name="T8" fmla="*/ 9 w 23"/>
                <a:gd name="T9" fmla="*/ 2 h 24"/>
                <a:gd name="T10" fmla="*/ 9 w 23"/>
                <a:gd name="T11" fmla="*/ 2 h 24"/>
                <a:gd name="T12" fmla="*/ 22 w 23"/>
                <a:gd name="T13" fmla="*/ 10 h 24"/>
                <a:gd name="T14" fmla="*/ 22 w 23"/>
                <a:gd name="T15" fmla="*/ 10 h 24"/>
                <a:gd name="T16" fmla="*/ 14 w 23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9"/>
                    <a:pt x="3" y="3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3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" name="Freeform 1002"/>
            <p:cNvSpPr/>
            <p:nvPr/>
          </p:nvSpPr>
          <p:spPr bwMode="auto">
            <a:xfrm>
              <a:off x="5551488" y="6142038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1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2" name="Freeform 1003"/>
            <p:cNvSpPr/>
            <p:nvPr/>
          </p:nvSpPr>
          <p:spPr bwMode="auto">
            <a:xfrm>
              <a:off x="5811838" y="6105525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1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" name="Freeform 1004"/>
            <p:cNvSpPr/>
            <p:nvPr/>
          </p:nvSpPr>
          <p:spPr bwMode="auto">
            <a:xfrm>
              <a:off x="5811838" y="6091238"/>
              <a:ext cx="165100" cy="166688"/>
            </a:xfrm>
            <a:custGeom>
              <a:avLst/>
              <a:gdLst>
                <a:gd name="T0" fmla="*/ 14 w 23"/>
                <a:gd name="T1" fmla="*/ 22 h 23"/>
                <a:gd name="T2" fmla="*/ 14 w 23"/>
                <a:gd name="T3" fmla="*/ 22 h 23"/>
                <a:gd name="T4" fmla="*/ 1 w 23"/>
                <a:gd name="T5" fmla="*/ 14 h 23"/>
                <a:gd name="T6" fmla="*/ 1 w 23"/>
                <a:gd name="T7" fmla="*/ 14 h 23"/>
                <a:gd name="T8" fmla="*/ 9 w 23"/>
                <a:gd name="T9" fmla="*/ 1 h 23"/>
                <a:gd name="T10" fmla="*/ 9 w 23"/>
                <a:gd name="T11" fmla="*/ 1 h 23"/>
                <a:gd name="T12" fmla="*/ 22 w 23"/>
                <a:gd name="T13" fmla="*/ 9 h 23"/>
                <a:gd name="T14" fmla="*/ 22 w 23"/>
                <a:gd name="T15" fmla="*/ 9 h 23"/>
                <a:gd name="T16" fmla="*/ 14 w 23"/>
                <a:gd name="T1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3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3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3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3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" name="Freeform 1005"/>
            <p:cNvSpPr/>
            <p:nvPr/>
          </p:nvSpPr>
          <p:spPr bwMode="auto">
            <a:xfrm>
              <a:off x="6072188" y="6054725"/>
              <a:ext cx="165100" cy="174625"/>
            </a:xfrm>
            <a:custGeom>
              <a:avLst/>
              <a:gdLst>
                <a:gd name="T0" fmla="*/ 14 w 23"/>
                <a:gd name="T1" fmla="*/ 22 h 24"/>
                <a:gd name="T2" fmla="*/ 14 w 23"/>
                <a:gd name="T3" fmla="*/ 22 h 24"/>
                <a:gd name="T4" fmla="*/ 1 w 23"/>
                <a:gd name="T5" fmla="*/ 14 h 24"/>
                <a:gd name="T6" fmla="*/ 1 w 23"/>
                <a:gd name="T7" fmla="*/ 14 h 24"/>
                <a:gd name="T8" fmla="*/ 9 w 23"/>
                <a:gd name="T9" fmla="*/ 1 h 24"/>
                <a:gd name="T10" fmla="*/ 9 w 23"/>
                <a:gd name="T11" fmla="*/ 1 h 24"/>
                <a:gd name="T12" fmla="*/ 22 w 23"/>
                <a:gd name="T13" fmla="*/ 9 h 24"/>
                <a:gd name="T14" fmla="*/ 22 w 23"/>
                <a:gd name="T15" fmla="*/ 9 h 24"/>
                <a:gd name="T16" fmla="*/ 14 w 23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3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3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" name="Freeform 1006"/>
            <p:cNvSpPr/>
            <p:nvPr/>
          </p:nvSpPr>
          <p:spPr bwMode="auto">
            <a:xfrm>
              <a:off x="6064250" y="6034088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9"/>
                    <a:pt x="4" y="3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1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" name="Freeform 1007"/>
            <p:cNvSpPr/>
            <p:nvPr/>
          </p:nvSpPr>
          <p:spPr bwMode="auto">
            <a:xfrm>
              <a:off x="5602288" y="6380163"/>
              <a:ext cx="173037" cy="166688"/>
            </a:xfrm>
            <a:custGeom>
              <a:avLst/>
              <a:gdLst>
                <a:gd name="T0" fmla="*/ 14 w 24"/>
                <a:gd name="T1" fmla="*/ 22 h 23"/>
                <a:gd name="T2" fmla="*/ 14 w 24"/>
                <a:gd name="T3" fmla="*/ 22 h 23"/>
                <a:gd name="T4" fmla="*/ 1 w 24"/>
                <a:gd name="T5" fmla="*/ 14 h 23"/>
                <a:gd name="T6" fmla="*/ 1 w 24"/>
                <a:gd name="T7" fmla="*/ 14 h 23"/>
                <a:gd name="T8" fmla="*/ 10 w 24"/>
                <a:gd name="T9" fmla="*/ 1 h 23"/>
                <a:gd name="T10" fmla="*/ 10 w 24"/>
                <a:gd name="T11" fmla="*/ 1 h 23"/>
                <a:gd name="T12" fmla="*/ 22 w 24"/>
                <a:gd name="T13" fmla="*/ 9 h 23"/>
                <a:gd name="T14" fmla="*/ 22 w 24"/>
                <a:gd name="T15" fmla="*/ 9 h 23"/>
                <a:gd name="T16" fmla="*/ 14 w 24"/>
                <a:gd name="T1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3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3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5" y="0"/>
                    <a:pt x="21" y="3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" name="Freeform 1008"/>
            <p:cNvSpPr/>
            <p:nvPr/>
          </p:nvSpPr>
          <p:spPr bwMode="auto">
            <a:xfrm>
              <a:off x="5594351" y="6359525"/>
              <a:ext cx="174625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9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3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" name="Freeform 1009"/>
            <p:cNvSpPr/>
            <p:nvPr/>
          </p:nvSpPr>
          <p:spPr bwMode="auto">
            <a:xfrm>
              <a:off x="5854701" y="6323013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9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3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" name="Freeform 1010"/>
            <p:cNvSpPr/>
            <p:nvPr/>
          </p:nvSpPr>
          <p:spPr bwMode="auto">
            <a:xfrm>
              <a:off x="5854701" y="6308725"/>
              <a:ext cx="173037" cy="173038"/>
            </a:xfrm>
            <a:custGeom>
              <a:avLst/>
              <a:gdLst>
                <a:gd name="T0" fmla="*/ 14 w 24"/>
                <a:gd name="T1" fmla="*/ 22 h 24"/>
                <a:gd name="T2" fmla="*/ 14 w 24"/>
                <a:gd name="T3" fmla="*/ 22 h 24"/>
                <a:gd name="T4" fmla="*/ 1 w 24"/>
                <a:gd name="T5" fmla="*/ 14 h 24"/>
                <a:gd name="T6" fmla="*/ 1 w 24"/>
                <a:gd name="T7" fmla="*/ 14 h 24"/>
                <a:gd name="T8" fmla="*/ 9 w 24"/>
                <a:gd name="T9" fmla="*/ 1 h 24"/>
                <a:gd name="T10" fmla="*/ 9 w 24"/>
                <a:gd name="T11" fmla="*/ 1 h 24"/>
                <a:gd name="T12" fmla="*/ 22 w 24"/>
                <a:gd name="T13" fmla="*/ 9 h 24"/>
                <a:gd name="T14" fmla="*/ 22 w 24"/>
                <a:gd name="T15" fmla="*/ 9 h 24"/>
                <a:gd name="T16" fmla="*/ 14 w 24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" name="Freeform 1011"/>
            <p:cNvSpPr/>
            <p:nvPr/>
          </p:nvSpPr>
          <p:spPr bwMode="auto">
            <a:xfrm>
              <a:off x="6115050" y="6272213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9 w 24"/>
                <a:gd name="T9" fmla="*/ 1 h 24"/>
                <a:gd name="T10" fmla="*/ 9 w 24"/>
                <a:gd name="T11" fmla="*/ 1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6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1" name="Freeform 1012"/>
            <p:cNvSpPr/>
            <p:nvPr/>
          </p:nvSpPr>
          <p:spPr bwMode="auto">
            <a:xfrm>
              <a:off x="6107113" y="6249988"/>
              <a:ext cx="173037" cy="174625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5 h 24"/>
                <a:gd name="T6" fmla="*/ 1 w 24"/>
                <a:gd name="T7" fmla="*/ 15 h 24"/>
                <a:gd name="T8" fmla="*/ 10 w 24"/>
                <a:gd name="T9" fmla="*/ 2 h 24"/>
                <a:gd name="T10" fmla="*/ 10 w 24"/>
                <a:gd name="T11" fmla="*/ 2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3" y="20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9"/>
                    <a:pt x="4" y="3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2" name="Freeform 1013"/>
            <p:cNvSpPr/>
            <p:nvPr/>
          </p:nvSpPr>
          <p:spPr bwMode="auto">
            <a:xfrm>
              <a:off x="6273800" y="5745163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9 w 24"/>
                <a:gd name="T9" fmla="*/ 2 h 24"/>
                <a:gd name="T10" fmla="*/ 9 w 24"/>
                <a:gd name="T11" fmla="*/ 2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9"/>
                    <a:pt x="4" y="3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Freeform 1014"/>
            <p:cNvSpPr/>
            <p:nvPr/>
          </p:nvSpPr>
          <p:spPr bwMode="auto">
            <a:xfrm>
              <a:off x="6265863" y="5730875"/>
              <a:ext cx="173037" cy="173038"/>
            </a:xfrm>
            <a:custGeom>
              <a:avLst/>
              <a:gdLst>
                <a:gd name="T0" fmla="*/ 14 w 24"/>
                <a:gd name="T1" fmla="*/ 22 h 24"/>
                <a:gd name="T2" fmla="*/ 14 w 24"/>
                <a:gd name="T3" fmla="*/ 22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4" name="Freeform 1015"/>
            <p:cNvSpPr/>
            <p:nvPr/>
          </p:nvSpPr>
          <p:spPr bwMode="auto">
            <a:xfrm>
              <a:off x="6310313" y="6019800"/>
              <a:ext cx="244475" cy="382588"/>
            </a:xfrm>
            <a:custGeom>
              <a:avLst/>
              <a:gdLst>
                <a:gd name="T0" fmla="*/ 29 w 34"/>
                <a:gd name="T1" fmla="*/ 50 h 53"/>
                <a:gd name="T2" fmla="*/ 14 w 34"/>
                <a:gd name="T3" fmla="*/ 53 h 53"/>
                <a:gd name="T4" fmla="*/ 9 w 34"/>
                <a:gd name="T5" fmla="*/ 49 h 53"/>
                <a:gd name="T6" fmla="*/ 0 w 34"/>
                <a:gd name="T7" fmla="*/ 9 h 53"/>
                <a:gd name="T8" fmla="*/ 4 w 34"/>
                <a:gd name="T9" fmla="*/ 3 h 53"/>
                <a:gd name="T10" fmla="*/ 19 w 34"/>
                <a:gd name="T11" fmla="*/ 0 h 53"/>
                <a:gd name="T12" fmla="*/ 25 w 34"/>
                <a:gd name="T13" fmla="*/ 4 h 53"/>
                <a:gd name="T14" fmla="*/ 33 w 34"/>
                <a:gd name="T15" fmla="*/ 44 h 53"/>
                <a:gd name="T16" fmla="*/ 29 w 34"/>
                <a:gd name="T17" fmla="*/ 5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53">
                  <a:moveTo>
                    <a:pt x="29" y="50"/>
                  </a:moveTo>
                  <a:cubicBezTo>
                    <a:pt x="14" y="53"/>
                    <a:pt x="14" y="53"/>
                    <a:pt x="14" y="53"/>
                  </a:cubicBezTo>
                  <a:cubicBezTo>
                    <a:pt x="12" y="53"/>
                    <a:pt x="9" y="52"/>
                    <a:pt x="9" y="4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2" y="4"/>
                    <a:pt x="4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2" y="0"/>
                    <a:pt x="24" y="1"/>
                    <a:pt x="25" y="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4" y="47"/>
                    <a:pt x="32" y="49"/>
                    <a:pt x="29" y="50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5" name="Freeform 1016"/>
            <p:cNvSpPr/>
            <p:nvPr/>
          </p:nvSpPr>
          <p:spPr bwMode="auto">
            <a:xfrm>
              <a:off x="6302375" y="5997575"/>
              <a:ext cx="246062" cy="382588"/>
            </a:xfrm>
            <a:custGeom>
              <a:avLst/>
              <a:gdLst>
                <a:gd name="T0" fmla="*/ 30 w 34"/>
                <a:gd name="T1" fmla="*/ 50 h 53"/>
                <a:gd name="T2" fmla="*/ 15 w 34"/>
                <a:gd name="T3" fmla="*/ 53 h 53"/>
                <a:gd name="T4" fmla="*/ 9 w 34"/>
                <a:gd name="T5" fmla="*/ 49 h 53"/>
                <a:gd name="T6" fmla="*/ 1 w 34"/>
                <a:gd name="T7" fmla="*/ 9 h 53"/>
                <a:gd name="T8" fmla="*/ 4 w 34"/>
                <a:gd name="T9" fmla="*/ 4 h 53"/>
                <a:gd name="T10" fmla="*/ 20 w 34"/>
                <a:gd name="T11" fmla="*/ 0 h 53"/>
                <a:gd name="T12" fmla="*/ 25 w 34"/>
                <a:gd name="T13" fmla="*/ 4 h 53"/>
                <a:gd name="T14" fmla="*/ 33 w 34"/>
                <a:gd name="T15" fmla="*/ 44 h 53"/>
                <a:gd name="T16" fmla="*/ 30 w 34"/>
                <a:gd name="T17" fmla="*/ 5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53">
                  <a:moveTo>
                    <a:pt x="30" y="50"/>
                  </a:moveTo>
                  <a:cubicBezTo>
                    <a:pt x="15" y="53"/>
                    <a:pt x="15" y="53"/>
                    <a:pt x="15" y="53"/>
                  </a:cubicBezTo>
                  <a:cubicBezTo>
                    <a:pt x="12" y="53"/>
                    <a:pt x="10" y="52"/>
                    <a:pt x="9" y="4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7"/>
                    <a:pt x="2" y="4"/>
                    <a:pt x="4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2" y="0"/>
                    <a:pt x="25" y="2"/>
                    <a:pt x="25" y="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4" y="47"/>
                    <a:pt x="32" y="49"/>
                    <a:pt x="30" y="50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6" name="组合 115"/>
          <p:cNvGrpSpPr/>
          <p:nvPr/>
        </p:nvGrpSpPr>
        <p:grpSpPr>
          <a:xfrm>
            <a:off x="1305243" y="5864438"/>
            <a:ext cx="1338262" cy="1448831"/>
            <a:chOff x="1265238" y="4329113"/>
            <a:chExt cx="2228850" cy="2413000"/>
          </a:xfrm>
        </p:grpSpPr>
        <p:sp>
          <p:nvSpPr>
            <p:cNvPr id="117" name="Freeform 921"/>
            <p:cNvSpPr/>
            <p:nvPr/>
          </p:nvSpPr>
          <p:spPr bwMode="auto">
            <a:xfrm>
              <a:off x="1373188" y="5903913"/>
              <a:ext cx="411162" cy="490538"/>
            </a:xfrm>
            <a:custGeom>
              <a:avLst/>
              <a:gdLst>
                <a:gd name="T0" fmla="*/ 123 w 259"/>
                <a:gd name="T1" fmla="*/ 309 h 309"/>
                <a:gd name="T2" fmla="*/ 82 w 259"/>
                <a:gd name="T3" fmla="*/ 232 h 309"/>
                <a:gd name="T4" fmla="*/ 0 w 259"/>
                <a:gd name="T5" fmla="*/ 236 h 309"/>
                <a:gd name="T6" fmla="*/ 136 w 259"/>
                <a:gd name="T7" fmla="*/ 0 h 309"/>
                <a:gd name="T8" fmla="*/ 259 w 259"/>
                <a:gd name="T9" fmla="*/ 73 h 309"/>
                <a:gd name="T10" fmla="*/ 123 w 259"/>
                <a:gd name="T11" fmla="*/ 30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9" h="309">
                  <a:moveTo>
                    <a:pt x="123" y="309"/>
                  </a:moveTo>
                  <a:lnTo>
                    <a:pt x="82" y="232"/>
                  </a:lnTo>
                  <a:lnTo>
                    <a:pt x="0" y="236"/>
                  </a:lnTo>
                  <a:lnTo>
                    <a:pt x="136" y="0"/>
                  </a:lnTo>
                  <a:lnTo>
                    <a:pt x="259" y="73"/>
                  </a:lnTo>
                  <a:lnTo>
                    <a:pt x="123" y="309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8" name="Freeform 922"/>
            <p:cNvSpPr/>
            <p:nvPr/>
          </p:nvSpPr>
          <p:spPr bwMode="auto">
            <a:xfrm>
              <a:off x="1265238" y="4329113"/>
              <a:ext cx="2228850" cy="2413000"/>
            </a:xfrm>
            <a:custGeom>
              <a:avLst/>
              <a:gdLst>
                <a:gd name="T0" fmla="*/ 786 w 1404"/>
                <a:gd name="T1" fmla="*/ 1520 h 1520"/>
                <a:gd name="T2" fmla="*/ 0 w 1404"/>
                <a:gd name="T3" fmla="*/ 1065 h 1520"/>
                <a:gd name="T4" fmla="*/ 613 w 1404"/>
                <a:gd name="T5" fmla="*/ 0 h 1520"/>
                <a:gd name="T6" fmla="*/ 1404 w 1404"/>
                <a:gd name="T7" fmla="*/ 459 h 1520"/>
                <a:gd name="T8" fmla="*/ 786 w 1404"/>
                <a:gd name="T9" fmla="*/ 1520 h 1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4" h="1520">
                  <a:moveTo>
                    <a:pt x="786" y="1520"/>
                  </a:moveTo>
                  <a:lnTo>
                    <a:pt x="0" y="1065"/>
                  </a:lnTo>
                  <a:lnTo>
                    <a:pt x="613" y="0"/>
                  </a:lnTo>
                  <a:lnTo>
                    <a:pt x="1404" y="459"/>
                  </a:lnTo>
                  <a:lnTo>
                    <a:pt x="786" y="1520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9" name="Freeform 923"/>
            <p:cNvSpPr/>
            <p:nvPr/>
          </p:nvSpPr>
          <p:spPr bwMode="auto">
            <a:xfrm>
              <a:off x="2124076" y="4986338"/>
              <a:ext cx="973137" cy="815975"/>
            </a:xfrm>
            <a:custGeom>
              <a:avLst/>
              <a:gdLst>
                <a:gd name="T0" fmla="*/ 472 w 613"/>
                <a:gd name="T1" fmla="*/ 514 h 514"/>
                <a:gd name="T2" fmla="*/ 0 w 613"/>
                <a:gd name="T3" fmla="*/ 236 h 514"/>
                <a:gd name="T4" fmla="*/ 136 w 613"/>
                <a:gd name="T5" fmla="*/ 0 h 514"/>
                <a:gd name="T6" fmla="*/ 613 w 613"/>
                <a:gd name="T7" fmla="*/ 273 h 514"/>
                <a:gd name="T8" fmla="*/ 472 w 613"/>
                <a:gd name="T9" fmla="*/ 514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3" h="514">
                  <a:moveTo>
                    <a:pt x="472" y="514"/>
                  </a:moveTo>
                  <a:lnTo>
                    <a:pt x="0" y="236"/>
                  </a:lnTo>
                  <a:lnTo>
                    <a:pt x="136" y="0"/>
                  </a:lnTo>
                  <a:lnTo>
                    <a:pt x="613" y="273"/>
                  </a:lnTo>
                  <a:lnTo>
                    <a:pt x="472" y="5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0" name="Freeform 924"/>
            <p:cNvSpPr/>
            <p:nvPr/>
          </p:nvSpPr>
          <p:spPr bwMode="auto">
            <a:xfrm>
              <a:off x="1265238" y="4329113"/>
              <a:ext cx="1176337" cy="1804988"/>
            </a:xfrm>
            <a:custGeom>
              <a:avLst/>
              <a:gdLst>
                <a:gd name="T0" fmla="*/ 122 w 741"/>
                <a:gd name="T1" fmla="*/ 1137 h 1137"/>
                <a:gd name="T2" fmla="*/ 0 w 741"/>
                <a:gd name="T3" fmla="*/ 1065 h 1137"/>
                <a:gd name="T4" fmla="*/ 613 w 741"/>
                <a:gd name="T5" fmla="*/ 0 h 1137"/>
                <a:gd name="T6" fmla="*/ 741 w 741"/>
                <a:gd name="T7" fmla="*/ 72 h 1137"/>
                <a:gd name="T8" fmla="*/ 122 w 741"/>
                <a:gd name="T9" fmla="*/ 1137 h 1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1" h="1137">
                  <a:moveTo>
                    <a:pt x="122" y="1137"/>
                  </a:moveTo>
                  <a:lnTo>
                    <a:pt x="0" y="1065"/>
                  </a:lnTo>
                  <a:lnTo>
                    <a:pt x="613" y="0"/>
                  </a:lnTo>
                  <a:lnTo>
                    <a:pt x="741" y="72"/>
                  </a:lnTo>
                  <a:lnTo>
                    <a:pt x="122" y="1137"/>
                  </a:lnTo>
                  <a:close/>
                </a:path>
              </a:pathLst>
            </a:custGeom>
            <a:solidFill>
              <a:srgbClr val="B83B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1" name="Freeform 925"/>
            <p:cNvSpPr/>
            <p:nvPr/>
          </p:nvSpPr>
          <p:spPr bwMode="auto">
            <a:xfrm>
              <a:off x="1985963" y="4632325"/>
              <a:ext cx="180975" cy="144463"/>
            </a:xfrm>
            <a:custGeom>
              <a:avLst/>
              <a:gdLst>
                <a:gd name="T0" fmla="*/ 15 w 25"/>
                <a:gd name="T1" fmla="*/ 19 h 20"/>
                <a:gd name="T2" fmla="*/ 3 w 25"/>
                <a:gd name="T3" fmla="*/ 12 h 20"/>
                <a:gd name="T4" fmla="*/ 1 w 25"/>
                <a:gd name="T5" fmla="*/ 4 h 20"/>
                <a:gd name="T6" fmla="*/ 1 w 25"/>
                <a:gd name="T7" fmla="*/ 4 h 20"/>
                <a:gd name="T8" fmla="*/ 9 w 25"/>
                <a:gd name="T9" fmla="*/ 2 h 20"/>
                <a:gd name="T10" fmla="*/ 21 w 25"/>
                <a:gd name="T11" fmla="*/ 9 h 20"/>
                <a:gd name="T12" fmla="*/ 23 w 25"/>
                <a:gd name="T13" fmla="*/ 17 h 20"/>
                <a:gd name="T14" fmla="*/ 23 w 25"/>
                <a:gd name="T15" fmla="*/ 17 h 20"/>
                <a:gd name="T16" fmla="*/ 15 w 25"/>
                <a:gd name="T17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0">
                  <a:moveTo>
                    <a:pt x="15" y="19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1" y="10"/>
                    <a:pt x="0" y="7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3" y="1"/>
                    <a:pt x="6" y="0"/>
                    <a:pt x="9" y="2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4" y="10"/>
                    <a:pt x="25" y="14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1" y="19"/>
                    <a:pt x="18" y="20"/>
                    <a:pt x="15" y="19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2" name="Freeform 926"/>
            <p:cNvSpPr/>
            <p:nvPr/>
          </p:nvSpPr>
          <p:spPr bwMode="auto">
            <a:xfrm>
              <a:off x="1792288" y="4972050"/>
              <a:ext cx="179387" cy="136525"/>
            </a:xfrm>
            <a:custGeom>
              <a:avLst/>
              <a:gdLst>
                <a:gd name="T0" fmla="*/ 15 w 25"/>
                <a:gd name="T1" fmla="*/ 18 h 19"/>
                <a:gd name="T2" fmla="*/ 4 w 25"/>
                <a:gd name="T3" fmla="*/ 11 h 19"/>
                <a:gd name="T4" fmla="*/ 2 w 25"/>
                <a:gd name="T5" fmla="*/ 3 h 19"/>
                <a:gd name="T6" fmla="*/ 2 w 25"/>
                <a:gd name="T7" fmla="*/ 3 h 19"/>
                <a:gd name="T8" fmla="*/ 9 w 25"/>
                <a:gd name="T9" fmla="*/ 1 h 19"/>
                <a:gd name="T10" fmla="*/ 21 w 25"/>
                <a:gd name="T11" fmla="*/ 8 h 19"/>
                <a:gd name="T12" fmla="*/ 23 w 25"/>
                <a:gd name="T13" fmla="*/ 16 h 19"/>
                <a:gd name="T14" fmla="*/ 23 w 25"/>
                <a:gd name="T15" fmla="*/ 16 h 19"/>
                <a:gd name="T16" fmla="*/ 15 w 25"/>
                <a:gd name="T17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9">
                  <a:moveTo>
                    <a:pt x="15" y="18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0"/>
                    <a:pt x="7" y="0"/>
                    <a:pt x="9" y="1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4" y="9"/>
                    <a:pt x="25" y="13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2" y="19"/>
                    <a:pt x="18" y="19"/>
                    <a:pt x="15" y="18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3" name="Freeform 927"/>
            <p:cNvSpPr/>
            <p:nvPr/>
          </p:nvSpPr>
          <p:spPr bwMode="auto">
            <a:xfrm>
              <a:off x="1597026" y="5303838"/>
              <a:ext cx="179387" cy="144463"/>
            </a:xfrm>
            <a:custGeom>
              <a:avLst/>
              <a:gdLst>
                <a:gd name="T0" fmla="*/ 16 w 25"/>
                <a:gd name="T1" fmla="*/ 18 h 20"/>
                <a:gd name="T2" fmla="*/ 4 w 25"/>
                <a:gd name="T3" fmla="*/ 11 h 20"/>
                <a:gd name="T4" fmla="*/ 2 w 25"/>
                <a:gd name="T5" fmla="*/ 3 h 20"/>
                <a:gd name="T6" fmla="*/ 2 w 25"/>
                <a:gd name="T7" fmla="*/ 3 h 20"/>
                <a:gd name="T8" fmla="*/ 10 w 25"/>
                <a:gd name="T9" fmla="*/ 1 h 20"/>
                <a:gd name="T10" fmla="*/ 21 w 25"/>
                <a:gd name="T11" fmla="*/ 8 h 20"/>
                <a:gd name="T12" fmla="*/ 23 w 25"/>
                <a:gd name="T13" fmla="*/ 16 h 20"/>
                <a:gd name="T14" fmla="*/ 23 w 25"/>
                <a:gd name="T15" fmla="*/ 16 h 20"/>
                <a:gd name="T16" fmla="*/ 16 w 25"/>
                <a:gd name="T17" fmla="*/ 1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0">
                  <a:moveTo>
                    <a:pt x="16" y="18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1" y="10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7" y="0"/>
                    <a:pt x="10" y="1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4" y="10"/>
                    <a:pt x="25" y="13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2" y="19"/>
                    <a:pt x="18" y="20"/>
                    <a:pt x="16" y="18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4" name="Freeform 928"/>
            <p:cNvSpPr/>
            <p:nvPr/>
          </p:nvSpPr>
          <p:spPr bwMode="auto">
            <a:xfrm>
              <a:off x="1401763" y="5635625"/>
              <a:ext cx="180975" cy="144463"/>
            </a:xfrm>
            <a:custGeom>
              <a:avLst/>
              <a:gdLst>
                <a:gd name="T0" fmla="*/ 16 w 25"/>
                <a:gd name="T1" fmla="*/ 18 h 20"/>
                <a:gd name="T2" fmla="*/ 4 w 25"/>
                <a:gd name="T3" fmla="*/ 11 h 20"/>
                <a:gd name="T4" fmla="*/ 2 w 25"/>
                <a:gd name="T5" fmla="*/ 3 h 20"/>
                <a:gd name="T6" fmla="*/ 2 w 25"/>
                <a:gd name="T7" fmla="*/ 3 h 20"/>
                <a:gd name="T8" fmla="*/ 10 w 25"/>
                <a:gd name="T9" fmla="*/ 1 h 20"/>
                <a:gd name="T10" fmla="*/ 22 w 25"/>
                <a:gd name="T11" fmla="*/ 8 h 20"/>
                <a:gd name="T12" fmla="*/ 24 w 25"/>
                <a:gd name="T13" fmla="*/ 16 h 20"/>
                <a:gd name="T14" fmla="*/ 24 w 25"/>
                <a:gd name="T15" fmla="*/ 16 h 20"/>
                <a:gd name="T16" fmla="*/ 16 w 25"/>
                <a:gd name="T17" fmla="*/ 1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0">
                  <a:moveTo>
                    <a:pt x="16" y="18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1" y="10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1"/>
                    <a:pt x="7" y="0"/>
                    <a:pt x="10" y="1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4" y="10"/>
                    <a:pt x="25" y="13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2" y="19"/>
                    <a:pt x="19" y="20"/>
                    <a:pt x="16" y="18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-49523" y="5581370"/>
            <a:ext cx="1361138" cy="1566072"/>
            <a:chOff x="-165099" y="3879850"/>
            <a:chExt cx="2266949" cy="2608263"/>
          </a:xfrm>
        </p:grpSpPr>
        <p:sp>
          <p:nvSpPr>
            <p:cNvPr id="126" name="Freeform 946"/>
            <p:cNvSpPr/>
            <p:nvPr/>
          </p:nvSpPr>
          <p:spPr bwMode="auto">
            <a:xfrm>
              <a:off x="-165099" y="3879850"/>
              <a:ext cx="1963737" cy="2355850"/>
            </a:xfrm>
            <a:custGeom>
              <a:avLst/>
              <a:gdLst>
                <a:gd name="T0" fmla="*/ 132 w 272"/>
                <a:gd name="T1" fmla="*/ 272 h 326"/>
                <a:gd name="T2" fmla="*/ 102 w 272"/>
                <a:gd name="T3" fmla="*/ 134 h 326"/>
                <a:gd name="T4" fmla="*/ 239 w 272"/>
                <a:gd name="T5" fmla="*/ 101 h 326"/>
                <a:gd name="T6" fmla="*/ 272 w 272"/>
                <a:gd name="T7" fmla="*/ 47 h 326"/>
                <a:gd name="T8" fmla="*/ 48 w 272"/>
                <a:gd name="T9" fmla="*/ 100 h 326"/>
                <a:gd name="T10" fmla="*/ 98 w 272"/>
                <a:gd name="T11" fmla="*/ 326 h 326"/>
                <a:gd name="T12" fmla="*/ 132 w 272"/>
                <a:gd name="T13" fmla="*/ 272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2" h="326">
                  <a:moveTo>
                    <a:pt x="132" y="272"/>
                  </a:moveTo>
                  <a:cubicBezTo>
                    <a:pt x="87" y="242"/>
                    <a:pt x="73" y="181"/>
                    <a:pt x="102" y="134"/>
                  </a:cubicBezTo>
                  <a:cubicBezTo>
                    <a:pt x="131" y="88"/>
                    <a:pt x="192" y="73"/>
                    <a:pt x="239" y="101"/>
                  </a:cubicBezTo>
                  <a:cubicBezTo>
                    <a:pt x="272" y="47"/>
                    <a:pt x="272" y="47"/>
                    <a:pt x="272" y="47"/>
                  </a:cubicBezTo>
                  <a:cubicBezTo>
                    <a:pt x="196" y="0"/>
                    <a:pt x="95" y="24"/>
                    <a:pt x="48" y="100"/>
                  </a:cubicBezTo>
                  <a:cubicBezTo>
                    <a:pt x="0" y="177"/>
                    <a:pt x="23" y="277"/>
                    <a:pt x="98" y="326"/>
                  </a:cubicBezTo>
                  <a:lnTo>
                    <a:pt x="132" y="272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7" name="Freeform 947"/>
            <p:cNvSpPr>
              <a:spLocks noEditPoints="1"/>
            </p:cNvSpPr>
            <p:nvPr/>
          </p:nvSpPr>
          <p:spPr bwMode="auto">
            <a:xfrm>
              <a:off x="341313" y="4017963"/>
              <a:ext cx="1760537" cy="2470150"/>
            </a:xfrm>
            <a:custGeom>
              <a:avLst/>
              <a:gdLst>
                <a:gd name="T0" fmla="*/ 50 w 244"/>
                <a:gd name="T1" fmla="*/ 342 h 342"/>
                <a:gd name="T2" fmla="*/ 244 w 244"/>
                <a:gd name="T3" fmla="*/ 31 h 342"/>
                <a:gd name="T4" fmla="*/ 194 w 244"/>
                <a:gd name="T5" fmla="*/ 0 h 342"/>
                <a:gd name="T6" fmla="*/ 0 w 244"/>
                <a:gd name="T7" fmla="*/ 311 h 342"/>
                <a:gd name="T8" fmla="*/ 50 w 244"/>
                <a:gd name="T9" fmla="*/ 342 h 342"/>
                <a:gd name="T10" fmla="*/ 215 w 244"/>
                <a:gd name="T11" fmla="*/ 24 h 342"/>
                <a:gd name="T12" fmla="*/ 217 w 244"/>
                <a:gd name="T13" fmla="*/ 31 h 342"/>
                <a:gd name="T14" fmla="*/ 210 w 244"/>
                <a:gd name="T15" fmla="*/ 32 h 342"/>
                <a:gd name="T16" fmla="*/ 209 w 244"/>
                <a:gd name="T17" fmla="*/ 26 h 342"/>
                <a:gd name="T18" fmla="*/ 215 w 244"/>
                <a:gd name="T19" fmla="*/ 24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4" h="342">
                  <a:moveTo>
                    <a:pt x="50" y="342"/>
                  </a:moveTo>
                  <a:cubicBezTo>
                    <a:pt x="244" y="31"/>
                    <a:pt x="244" y="31"/>
                    <a:pt x="244" y="31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0" y="311"/>
                    <a:pt x="0" y="311"/>
                    <a:pt x="0" y="311"/>
                  </a:cubicBezTo>
                  <a:lnTo>
                    <a:pt x="50" y="342"/>
                  </a:lnTo>
                  <a:close/>
                  <a:moveTo>
                    <a:pt x="215" y="24"/>
                  </a:moveTo>
                  <a:cubicBezTo>
                    <a:pt x="218" y="26"/>
                    <a:pt x="218" y="29"/>
                    <a:pt x="217" y="31"/>
                  </a:cubicBezTo>
                  <a:cubicBezTo>
                    <a:pt x="215" y="33"/>
                    <a:pt x="213" y="34"/>
                    <a:pt x="210" y="32"/>
                  </a:cubicBezTo>
                  <a:cubicBezTo>
                    <a:pt x="208" y="31"/>
                    <a:pt x="207" y="28"/>
                    <a:pt x="209" y="26"/>
                  </a:cubicBezTo>
                  <a:cubicBezTo>
                    <a:pt x="210" y="23"/>
                    <a:pt x="213" y="23"/>
                    <a:pt x="215" y="24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8" name="Freeform 948"/>
            <p:cNvSpPr/>
            <p:nvPr/>
          </p:nvSpPr>
          <p:spPr bwMode="auto">
            <a:xfrm>
              <a:off x="636588" y="6359525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7 h 36"/>
                <a:gd name="T4" fmla="*/ 41 w 46"/>
                <a:gd name="T5" fmla="*/ 36 h 36"/>
                <a:gd name="T6" fmla="*/ 0 w 46"/>
                <a:gd name="T7" fmla="*/ 13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7"/>
                  </a:lnTo>
                  <a:lnTo>
                    <a:pt x="41" y="36"/>
                  </a:lnTo>
                  <a:lnTo>
                    <a:pt x="0" y="1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9" name="Freeform 949"/>
            <p:cNvSpPr/>
            <p:nvPr/>
          </p:nvSpPr>
          <p:spPr bwMode="auto">
            <a:xfrm>
              <a:off x="673101" y="6300788"/>
              <a:ext cx="79375" cy="58738"/>
            </a:xfrm>
            <a:custGeom>
              <a:avLst/>
              <a:gdLst>
                <a:gd name="T0" fmla="*/ 9 w 50"/>
                <a:gd name="T1" fmla="*/ 0 h 37"/>
                <a:gd name="T2" fmla="*/ 50 w 50"/>
                <a:gd name="T3" fmla="*/ 27 h 37"/>
                <a:gd name="T4" fmla="*/ 41 w 50"/>
                <a:gd name="T5" fmla="*/ 37 h 37"/>
                <a:gd name="T6" fmla="*/ 0 w 50"/>
                <a:gd name="T7" fmla="*/ 14 h 37"/>
                <a:gd name="T8" fmla="*/ 9 w 50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7">
                  <a:moveTo>
                    <a:pt x="9" y="0"/>
                  </a:moveTo>
                  <a:lnTo>
                    <a:pt x="50" y="27"/>
                  </a:lnTo>
                  <a:lnTo>
                    <a:pt x="41" y="37"/>
                  </a:lnTo>
                  <a:lnTo>
                    <a:pt x="0" y="14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0" name="Freeform 950"/>
            <p:cNvSpPr/>
            <p:nvPr/>
          </p:nvSpPr>
          <p:spPr bwMode="auto">
            <a:xfrm>
              <a:off x="709613" y="6243638"/>
              <a:ext cx="79375" cy="57150"/>
            </a:xfrm>
            <a:custGeom>
              <a:avLst/>
              <a:gdLst>
                <a:gd name="T0" fmla="*/ 9 w 50"/>
                <a:gd name="T1" fmla="*/ 0 h 36"/>
                <a:gd name="T2" fmla="*/ 50 w 50"/>
                <a:gd name="T3" fmla="*/ 27 h 36"/>
                <a:gd name="T4" fmla="*/ 40 w 50"/>
                <a:gd name="T5" fmla="*/ 36 h 36"/>
                <a:gd name="T6" fmla="*/ 0 w 50"/>
                <a:gd name="T7" fmla="*/ 9 h 36"/>
                <a:gd name="T8" fmla="*/ 9 w 50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6">
                  <a:moveTo>
                    <a:pt x="9" y="0"/>
                  </a:moveTo>
                  <a:lnTo>
                    <a:pt x="50" y="27"/>
                  </a:lnTo>
                  <a:lnTo>
                    <a:pt x="40" y="36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1" name="Freeform 951"/>
            <p:cNvSpPr/>
            <p:nvPr/>
          </p:nvSpPr>
          <p:spPr bwMode="auto">
            <a:xfrm>
              <a:off x="744538" y="6184900"/>
              <a:ext cx="79375" cy="58738"/>
            </a:xfrm>
            <a:custGeom>
              <a:avLst/>
              <a:gdLst>
                <a:gd name="T0" fmla="*/ 9 w 50"/>
                <a:gd name="T1" fmla="*/ 0 h 37"/>
                <a:gd name="T2" fmla="*/ 50 w 50"/>
                <a:gd name="T3" fmla="*/ 28 h 37"/>
                <a:gd name="T4" fmla="*/ 41 w 50"/>
                <a:gd name="T5" fmla="*/ 37 h 37"/>
                <a:gd name="T6" fmla="*/ 0 w 50"/>
                <a:gd name="T7" fmla="*/ 9 h 37"/>
                <a:gd name="T8" fmla="*/ 9 w 50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7">
                  <a:moveTo>
                    <a:pt x="9" y="0"/>
                  </a:moveTo>
                  <a:lnTo>
                    <a:pt x="50" y="28"/>
                  </a:lnTo>
                  <a:lnTo>
                    <a:pt x="41" y="37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2" name="Freeform 952"/>
            <p:cNvSpPr/>
            <p:nvPr/>
          </p:nvSpPr>
          <p:spPr bwMode="auto">
            <a:xfrm>
              <a:off x="693738" y="6069013"/>
              <a:ext cx="166687" cy="115888"/>
            </a:xfrm>
            <a:custGeom>
              <a:avLst/>
              <a:gdLst>
                <a:gd name="T0" fmla="*/ 5 w 105"/>
                <a:gd name="T1" fmla="*/ 0 h 73"/>
                <a:gd name="T2" fmla="*/ 105 w 105"/>
                <a:gd name="T3" fmla="*/ 64 h 73"/>
                <a:gd name="T4" fmla="*/ 96 w 105"/>
                <a:gd name="T5" fmla="*/ 73 h 73"/>
                <a:gd name="T6" fmla="*/ 0 w 105"/>
                <a:gd name="T7" fmla="*/ 10 h 73"/>
                <a:gd name="T8" fmla="*/ 5 w 105"/>
                <a:gd name="T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73">
                  <a:moveTo>
                    <a:pt x="5" y="0"/>
                  </a:moveTo>
                  <a:lnTo>
                    <a:pt x="105" y="64"/>
                  </a:lnTo>
                  <a:lnTo>
                    <a:pt x="96" y="73"/>
                  </a:lnTo>
                  <a:lnTo>
                    <a:pt x="0" y="1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3" name="Freeform 953"/>
            <p:cNvSpPr/>
            <p:nvPr/>
          </p:nvSpPr>
          <p:spPr bwMode="auto">
            <a:xfrm>
              <a:off x="817563" y="6069013"/>
              <a:ext cx="79375" cy="58738"/>
            </a:xfrm>
            <a:custGeom>
              <a:avLst/>
              <a:gdLst>
                <a:gd name="T0" fmla="*/ 9 w 50"/>
                <a:gd name="T1" fmla="*/ 0 h 37"/>
                <a:gd name="T2" fmla="*/ 50 w 50"/>
                <a:gd name="T3" fmla="*/ 28 h 37"/>
                <a:gd name="T4" fmla="*/ 41 w 50"/>
                <a:gd name="T5" fmla="*/ 37 h 37"/>
                <a:gd name="T6" fmla="*/ 0 w 50"/>
                <a:gd name="T7" fmla="*/ 10 h 37"/>
                <a:gd name="T8" fmla="*/ 9 w 50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7">
                  <a:moveTo>
                    <a:pt x="9" y="0"/>
                  </a:moveTo>
                  <a:lnTo>
                    <a:pt x="50" y="28"/>
                  </a:lnTo>
                  <a:lnTo>
                    <a:pt x="41" y="37"/>
                  </a:lnTo>
                  <a:lnTo>
                    <a:pt x="0" y="1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4" name="Freeform 954"/>
            <p:cNvSpPr/>
            <p:nvPr/>
          </p:nvSpPr>
          <p:spPr bwMode="auto">
            <a:xfrm>
              <a:off x="852488" y="6011863"/>
              <a:ext cx="79375" cy="57150"/>
            </a:xfrm>
            <a:custGeom>
              <a:avLst/>
              <a:gdLst>
                <a:gd name="T0" fmla="*/ 10 w 50"/>
                <a:gd name="T1" fmla="*/ 0 h 36"/>
                <a:gd name="T2" fmla="*/ 50 w 50"/>
                <a:gd name="T3" fmla="*/ 27 h 36"/>
                <a:gd name="T4" fmla="*/ 41 w 50"/>
                <a:gd name="T5" fmla="*/ 36 h 36"/>
                <a:gd name="T6" fmla="*/ 0 w 50"/>
                <a:gd name="T7" fmla="*/ 9 h 36"/>
                <a:gd name="T8" fmla="*/ 10 w 50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6">
                  <a:moveTo>
                    <a:pt x="10" y="0"/>
                  </a:moveTo>
                  <a:lnTo>
                    <a:pt x="50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5" name="Freeform 955"/>
            <p:cNvSpPr/>
            <p:nvPr/>
          </p:nvSpPr>
          <p:spPr bwMode="auto">
            <a:xfrm>
              <a:off x="889001" y="5954713"/>
              <a:ext cx="79375" cy="57150"/>
            </a:xfrm>
            <a:custGeom>
              <a:avLst/>
              <a:gdLst>
                <a:gd name="T0" fmla="*/ 9 w 50"/>
                <a:gd name="T1" fmla="*/ 0 h 36"/>
                <a:gd name="T2" fmla="*/ 50 w 50"/>
                <a:gd name="T3" fmla="*/ 27 h 36"/>
                <a:gd name="T4" fmla="*/ 41 w 50"/>
                <a:gd name="T5" fmla="*/ 36 h 36"/>
                <a:gd name="T6" fmla="*/ 0 w 50"/>
                <a:gd name="T7" fmla="*/ 9 h 36"/>
                <a:gd name="T8" fmla="*/ 9 w 50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6">
                  <a:moveTo>
                    <a:pt x="9" y="0"/>
                  </a:moveTo>
                  <a:lnTo>
                    <a:pt x="50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6" name="Freeform 956"/>
            <p:cNvSpPr/>
            <p:nvPr/>
          </p:nvSpPr>
          <p:spPr bwMode="auto">
            <a:xfrm>
              <a:off x="925513" y="5895975"/>
              <a:ext cx="79375" cy="58738"/>
            </a:xfrm>
            <a:custGeom>
              <a:avLst/>
              <a:gdLst>
                <a:gd name="T0" fmla="*/ 9 w 50"/>
                <a:gd name="T1" fmla="*/ 0 h 37"/>
                <a:gd name="T2" fmla="*/ 50 w 50"/>
                <a:gd name="T3" fmla="*/ 23 h 37"/>
                <a:gd name="T4" fmla="*/ 41 w 50"/>
                <a:gd name="T5" fmla="*/ 37 h 37"/>
                <a:gd name="T6" fmla="*/ 0 w 50"/>
                <a:gd name="T7" fmla="*/ 9 h 37"/>
                <a:gd name="T8" fmla="*/ 9 w 50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7">
                  <a:moveTo>
                    <a:pt x="9" y="0"/>
                  </a:moveTo>
                  <a:lnTo>
                    <a:pt x="50" y="23"/>
                  </a:lnTo>
                  <a:lnTo>
                    <a:pt x="41" y="37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7" name="Freeform 957"/>
            <p:cNvSpPr/>
            <p:nvPr/>
          </p:nvSpPr>
          <p:spPr bwMode="auto">
            <a:xfrm>
              <a:off x="874713" y="5780088"/>
              <a:ext cx="166687" cy="109538"/>
            </a:xfrm>
            <a:custGeom>
              <a:avLst/>
              <a:gdLst>
                <a:gd name="T0" fmla="*/ 9 w 105"/>
                <a:gd name="T1" fmla="*/ 0 h 69"/>
                <a:gd name="T2" fmla="*/ 105 w 105"/>
                <a:gd name="T3" fmla="*/ 60 h 69"/>
                <a:gd name="T4" fmla="*/ 100 w 105"/>
                <a:gd name="T5" fmla="*/ 69 h 69"/>
                <a:gd name="T6" fmla="*/ 0 w 105"/>
                <a:gd name="T7" fmla="*/ 10 h 69"/>
                <a:gd name="T8" fmla="*/ 9 w 105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9">
                  <a:moveTo>
                    <a:pt x="9" y="0"/>
                  </a:moveTo>
                  <a:lnTo>
                    <a:pt x="105" y="60"/>
                  </a:lnTo>
                  <a:lnTo>
                    <a:pt x="100" y="69"/>
                  </a:lnTo>
                  <a:lnTo>
                    <a:pt x="0" y="1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8" name="Freeform 958"/>
            <p:cNvSpPr/>
            <p:nvPr/>
          </p:nvSpPr>
          <p:spPr bwMode="auto">
            <a:xfrm>
              <a:off x="996951" y="5780088"/>
              <a:ext cx="79375" cy="58738"/>
            </a:xfrm>
            <a:custGeom>
              <a:avLst/>
              <a:gdLst>
                <a:gd name="T0" fmla="*/ 9 w 50"/>
                <a:gd name="T1" fmla="*/ 0 h 37"/>
                <a:gd name="T2" fmla="*/ 50 w 50"/>
                <a:gd name="T3" fmla="*/ 23 h 37"/>
                <a:gd name="T4" fmla="*/ 41 w 50"/>
                <a:gd name="T5" fmla="*/ 37 h 37"/>
                <a:gd name="T6" fmla="*/ 0 w 50"/>
                <a:gd name="T7" fmla="*/ 10 h 37"/>
                <a:gd name="T8" fmla="*/ 9 w 50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7">
                  <a:moveTo>
                    <a:pt x="9" y="0"/>
                  </a:moveTo>
                  <a:lnTo>
                    <a:pt x="50" y="23"/>
                  </a:lnTo>
                  <a:lnTo>
                    <a:pt x="41" y="37"/>
                  </a:lnTo>
                  <a:lnTo>
                    <a:pt x="0" y="1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9" name="Freeform 959"/>
            <p:cNvSpPr/>
            <p:nvPr/>
          </p:nvSpPr>
          <p:spPr bwMode="auto">
            <a:xfrm>
              <a:off x="1033463" y="5722938"/>
              <a:ext cx="79375" cy="57150"/>
            </a:xfrm>
            <a:custGeom>
              <a:avLst/>
              <a:gdLst>
                <a:gd name="T0" fmla="*/ 9 w 50"/>
                <a:gd name="T1" fmla="*/ 0 h 36"/>
                <a:gd name="T2" fmla="*/ 50 w 50"/>
                <a:gd name="T3" fmla="*/ 23 h 36"/>
                <a:gd name="T4" fmla="*/ 41 w 50"/>
                <a:gd name="T5" fmla="*/ 36 h 36"/>
                <a:gd name="T6" fmla="*/ 0 w 50"/>
                <a:gd name="T7" fmla="*/ 9 h 36"/>
                <a:gd name="T8" fmla="*/ 9 w 50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6">
                  <a:moveTo>
                    <a:pt x="9" y="0"/>
                  </a:moveTo>
                  <a:lnTo>
                    <a:pt x="50" y="23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0" name="Freeform 960"/>
            <p:cNvSpPr/>
            <p:nvPr/>
          </p:nvSpPr>
          <p:spPr bwMode="auto">
            <a:xfrm>
              <a:off x="1076326" y="5665788"/>
              <a:ext cx="73025" cy="49213"/>
            </a:xfrm>
            <a:custGeom>
              <a:avLst/>
              <a:gdLst>
                <a:gd name="T0" fmla="*/ 5 w 46"/>
                <a:gd name="T1" fmla="*/ 0 h 31"/>
                <a:gd name="T2" fmla="*/ 46 w 46"/>
                <a:gd name="T3" fmla="*/ 22 h 31"/>
                <a:gd name="T4" fmla="*/ 41 w 46"/>
                <a:gd name="T5" fmla="*/ 31 h 31"/>
                <a:gd name="T6" fmla="*/ 0 w 46"/>
                <a:gd name="T7" fmla="*/ 9 h 31"/>
                <a:gd name="T8" fmla="*/ 5 w 46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1">
                  <a:moveTo>
                    <a:pt x="5" y="0"/>
                  </a:moveTo>
                  <a:lnTo>
                    <a:pt x="46" y="22"/>
                  </a:lnTo>
                  <a:lnTo>
                    <a:pt x="41" y="31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1" name="Freeform 961"/>
            <p:cNvSpPr/>
            <p:nvPr/>
          </p:nvSpPr>
          <p:spPr bwMode="auto">
            <a:xfrm>
              <a:off x="1112838" y="5600700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7 h 36"/>
                <a:gd name="T4" fmla="*/ 41 w 46"/>
                <a:gd name="T5" fmla="*/ 36 h 36"/>
                <a:gd name="T6" fmla="*/ 0 w 46"/>
                <a:gd name="T7" fmla="*/ 13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7"/>
                  </a:lnTo>
                  <a:lnTo>
                    <a:pt x="41" y="36"/>
                  </a:lnTo>
                  <a:lnTo>
                    <a:pt x="0" y="1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2" name="Freeform 962"/>
            <p:cNvSpPr/>
            <p:nvPr/>
          </p:nvSpPr>
          <p:spPr bwMode="auto">
            <a:xfrm>
              <a:off x="1055688" y="5491163"/>
              <a:ext cx="165100" cy="109538"/>
            </a:xfrm>
            <a:custGeom>
              <a:avLst/>
              <a:gdLst>
                <a:gd name="T0" fmla="*/ 9 w 104"/>
                <a:gd name="T1" fmla="*/ 0 h 69"/>
                <a:gd name="T2" fmla="*/ 104 w 104"/>
                <a:gd name="T3" fmla="*/ 60 h 69"/>
                <a:gd name="T4" fmla="*/ 100 w 104"/>
                <a:gd name="T5" fmla="*/ 69 h 69"/>
                <a:gd name="T6" fmla="*/ 0 w 104"/>
                <a:gd name="T7" fmla="*/ 9 h 69"/>
                <a:gd name="T8" fmla="*/ 9 w 104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69">
                  <a:moveTo>
                    <a:pt x="9" y="0"/>
                  </a:moveTo>
                  <a:lnTo>
                    <a:pt x="104" y="60"/>
                  </a:lnTo>
                  <a:lnTo>
                    <a:pt x="100" y="69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3" name="Freeform 963"/>
            <p:cNvSpPr/>
            <p:nvPr/>
          </p:nvSpPr>
          <p:spPr bwMode="auto">
            <a:xfrm>
              <a:off x="1185863" y="5491163"/>
              <a:ext cx="71437" cy="50800"/>
            </a:xfrm>
            <a:custGeom>
              <a:avLst/>
              <a:gdLst>
                <a:gd name="T0" fmla="*/ 4 w 45"/>
                <a:gd name="T1" fmla="*/ 0 h 32"/>
                <a:gd name="T2" fmla="*/ 45 w 45"/>
                <a:gd name="T3" fmla="*/ 23 h 32"/>
                <a:gd name="T4" fmla="*/ 41 w 45"/>
                <a:gd name="T5" fmla="*/ 32 h 32"/>
                <a:gd name="T6" fmla="*/ 0 w 45"/>
                <a:gd name="T7" fmla="*/ 9 h 32"/>
                <a:gd name="T8" fmla="*/ 4 w 45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2">
                  <a:moveTo>
                    <a:pt x="4" y="0"/>
                  </a:moveTo>
                  <a:lnTo>
                    <a:pt x="45" y="23"/>
                  </a:lnTo>
                  <a:lnTo>
                    <a:pt x="41" y="32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4" name="Freeform 964"/>
            <p:cNvSpPr/>
            <p:nvPr/>
          </p:nvSpPr>
          <p:spPr bwMode="auto">
            <a:xfrm>
              <a:off x="1220788" y="5426075"/>
              <a:ext cx="73025" cy="58738"/>
            </a:xfrm>
            <a:custGeom>
              <a:avLst/>
              <a:gdLst>
                <a:gd name="T0" fmla="*/ 5 w 46"/>
                <a:gd name="T1" fmla="*/ 0 h 37"/>
                <a:gd name="T2" fmla="*/ 46 w 46"/>
                <a:gd name="T3" fmla="*/ 28 h 37"/>
                <a:gd name="T4" fmla="*/ 41 w 46"/>
                <a:gd name="T5" fmla="*/ 37 h 37"/>
                <a:gd name="T6" fmla="*/ 0 w 46"/>
                <a:gd name="T7" fmla="*/ 14 h 37"/>
                <a:gd name="T8" fmla="*/ 5 w 46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7">
                  <a:moveTo>
                    <a:pt x="5" y="0"/>
                  </a:moveTo>
                  <a:lnTo>
                    <a:pt x="46" y="28"/>
                  </a:lnTo>
                  <a:lnTo>
                    <a:pt x="41" y="37"/>
                  </a:lnTo>
                  <a:lnTo>
                    <a:pt x="0" y="1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5" name="Freeform 965"/>
            <p:cNvSpPr/>
            <p:nvPr/>
          </p:nvSpPr>
          <p:spPr bwMode="auto">
            <a:xfrm>
              <a:off x="1257301" y="5368925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7 h 36"/>
                <a:gd name="T4" fmla="*/ 41 w 46"/>
                <a:gd name="T5" fmla="*/ 36 h 36"/>
                <a:gd name="T6" fmla="*/ 0 w 46"/>
                <a:gd name="T7" fmla="*/ 14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7"/>
                  </a:lnTo>
                  <a:lnTo>
                    <a:pt x="41" y="36"/>
                  </a:lnTo>
                  <a:lnTo>
                    <a:pt x="0" y="1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6" name="Freeform 966"/>
            <p:cNvSpPr/>
            <p:nvPr/>
          </p:nvSpPr>
          <p:spPr bwMode="auto">
            <a:xfrm>
              <a:off x="1293813" y="5311775"/>
              <a:ext cx="71437" cy="57150"/>
            </a:xfrm>
            <a:custGeom>
              <a:avLst/>
              <a:gdLst>
                <a:gd name="T0" fmla="*/ 4 w 45"/>
                <a:gd name="T1" fmla="*/ 0 h 36"/>
                <a:gd name="T2" fmla="*/ 45 w 45"/>
                <a:gd name="T3" fmla="*/ 27 h 36"/>
                <a:gd name="T4" fmla="*/ 41 w 45"/>
                <a:gd name="T5" fmla="*/ 36 h 36"/>
                <a:gd name="T6" fmla="*/ 0 w 45"/>
                <a:gd name="T7" fmla="*/ 9 h 36"/>
                <a:gd name="T8" fmla="*/ 4 w 45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4" y="0"/>
                  </a:moveTo>
                  <a:lnTo>
                    <a:pt x="45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7" name="Freeform 967"/>
            <p:cNvSpPr/>
            <p:nvPr/>
          </p:nvSpPr>
          <p:spPr bwMode="auto">
            <a:xfrm>
              <a:off x="1235076" y="5195888"/>
              <a:ext cx="166687" cy="115888"/>
            </a:xfrm>
            <a:custGeom>
              <a:avLst/>
              <a:gdLst>
                <a:gd name="T0" fmla="*/ 10 w 105"/>
                <a:gd name="T1" fmla="*/ 0 h 73"/>
                <a:gd name="T2" fmla="*/ 105 w 105"/>
                <a:gd name="T3" fmla="*/ 63 h 73"/>
                <a:gd name="T4" fmla="*/ 100 w 105"/>
                <a:gd name="T5" fmla="*/ 73 h 73"/>
                <a:gd name="T6" fmla="*/ 0 w 105"/>
                <a:gd name="T7" fmla="*/ 13 h 73"/>
                <a:gd name="T8" fmla="*/ 10 w 105"/>
                <a:gd name="T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73">
                  <a:moveTo>
                    <a:pt x="10" y="0"/>
                  </a:moveTo>
                  <a:lnTo>
                    <a:pt x="105" y="63"/>
                  </a:lnTo>
                  <a:lnTo>
                    <a:pt x="100" y="73"/>
                  </a:lnTo>
                  <a:lnTo>
                    <a:pt x="0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8" name="Freeform 968"/>
            <p:cNvSpPr/>
            <p:nvPr/>
          </p:nvSpPr>
          <p:spPr bwMode="auto">
            <a:xfrm>
              <a:off x="1365251" y="5195888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7 h 36"/>
                <a:gd name="T4" fmla="*/ 41 w 46"/>
                <a:gd name="T5" fmla="*/ 36 h 36"/>
                <a:gd name="T6" fmla="*/ 0 w 46"/>
                <a:gd name="T7" fmla="*/ 9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9" name="Freeform 969"/>
            <p:cNvSpPr/>
            <p:nvPr/>
          </p:nvSpPr>
          <p:spPr bwMode="auto">
            <a:xfrm>
              <a:off x="1401763" y="5137150"/>
              <a:ext cx="71437" cy="58738"/>
            </a:xfrm>
            <a:custGeom>
              <a:avLst/>
              <a:gdLst>
                <a:gd name="T0" fmla="*/ 5 w 45"/>
                <a:gd name="T1" fmla="*/ 0 h 37"/>
                <a:gd name="T2" fmla="*/ 45 w 45"/>
                <a:gd name="T3" fmla="*/ 28 h 37"/>
                <a:gd name="T4" fmla="*/ 41 w 45"/>
                <a:gd name="T5" fmla="*/ 37 h 37"/>
                <a:gd name="T6" fmla="*/ 0 w 45"/>
                <a:gd name="T7" fmla="*/ 9 h 37"/>
                <a:gd name="T8" fmla="*/ 5 w 45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7">
                  <a:moveTo>
                    <a:pt x="5" y="0"/>
                  </a:moveTo>
                  <a:lnTo>
                    <a:pt x="45" y="28"/>
                  </a:lnTo>
                  <a:lnTo>
                    <a:pt x="41" y="37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0" name="Freeform 970"/>
            <p:cNvSpPr/>
            <p:nvPr/>
          </p:nvSpPr>
          <p:spPr bwMode="auto">
            <a:xfrm>
              <a:off x="1438276" y="5080000"/>
              <a:ext cx="71437" cy="57150"/>
            </a:xfrm>
            <a:custGeom>
              <a:avLst/>
              <a:gdLst>
                <a:gd name="T0" fmla="*/ 4 w 45"/>
                <a:gd name="T1" fmla="*/ 0 h 36"/>
                <a:gd name="T2" fmla="*/ 45 w 45"/>
                <a:gd name="T3" fmla="*/ 27 h 36"/>
                <a:gd name="T4" fmla="*/ 41 w 45"/>
                <a:gd name="T5" fmla="*/ 36 h 36"/>
                <a:gd name="T6" fmla="*/ 0 w 45"/>
                <a:gd name="T7" fmla="*/ 9 h 36"/>
                <a:gd name="T8" fmla="*/ 4 w 45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4" y="0"/>
                  </a:moveTo>
                  <a:lnTo>
                    <a:pt x="45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1" name="Freeform 971"/>
            <p:cNvSpPr/>
            <p:nvPr/>
          </p:nvSpPr>
          <p:spPr bwMode="auto">
            <a:xfrm>
              <a:off x="1473201" y="5022850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7 h 36"/>
                <a:gd name="T4" fmla="*/ 41 w 46"/>
                <a:gd name="T5" fmla="*/ 36 h 36"/>
                <a:gd name="T6" fmla="*/ 0 w 46"/>
                <a:gd name="T7" fmla="*/ 9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2" name="Freeform 972"/>
            <p:cNvSpPr/>
            <p:nvPr/>
          </p:nvSpPr>
          <p:spPr bwMode="auto">
            <a:xfrm>
              <a:off x="1423988" y="4906963"/>
              <a:ext cx="158750" cy="115888"/>
            </a:xfrm>
            <a:custGeom>
              <a:avLst/>
              <a:gdLst>
                <a:gd name="T0" fmla="*/ 4 w 100"/>
                <a:gd name="T1" fmla="*/ 0 h 73"/>
                <a:gd name="T2" fmla="*/ 100 w 100"/>
                <a:gd name="T3" fmla="*/ 59 h 73"/>
                <a:gd name="T4" fmla="*/ 95 w 100"/>
                <a:gd name="T5" fmla="*/ 73 h 73"/>
                <a:gd name="T6" fmla="*/ 0 w 100"/>
                <a:gd name="T7" fmla="*/ 9 h 73"/>
                <a:gd name="T8" fmla="*/ 4 w 100"/>
                <a:gd name="T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3">
                  <a:moveTo>
                    <a:pt x="4" y="0"/>
                  </a:moveTo>
                  <a:lnTo>
                    <a:pt x="100" y="59"/>
                  </a:lnTo>
                  <a:lnTo>
                    <a:pt x="95" y="73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3" name="Freeform 973"/>
            <p:cNvSpPr/>
            <p:nvPr/>
          </p:nvSpPr>
          <p:spPr bwMode="auto">
            <a:xfrm>
              <a:off x="1546226" y="4906963"/>
              <a:ext cx="71437" cy="57150"/>
            </a:xfrm>
            <a:custGeom>
              <a:avLst/>
              <a:gdLst>
                <a:gd name="T0" fmla="*/ 4 w 45"/>
                <a:gd name="T1" fmla="*/ 0 h 36"/>
                <a:gd name="T2" fmla="*/ 45 w 45"/>
                <a:gd name="T3" fmla="*/ 27 h 36"/>
                <a:gd name="T4" fmla="*/ 41 w 45"/>
                <a:gd name="T5" fmla="*/ 36 h 36"/>
                <a:gd name="T6" fmla="*/ 0 w 45"/>
                <a:gd name="T7" fmla="*/ 9 h 36"/>
                <a:gd name="T8" fmla="*/ 4 w 45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4" y="0"/>
                  </a:moveTo>
                  <a:lnTo>
                    <a:pt x="45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4" name="Freeform 974"/>
            <p:cNvSpPr/>
            <p:nvPr/>
          </p:nvSpPr>
          <p:spPr bwMode="auto">
            <a:xfrm>
              <a:off x="1582738" y="4848225"/>
              <a:ext cx="71437" cy="58738"/>
            </a:xfrm>
            <a:custGeom>
              <a:avLst/>
              <a:gdLst>
                <a:gd name="T0" fmla="*/ 4 w 45"/>
                <a:gd name="T1" fmla="*/ 0 h 37"/>
                <a:gd name="T2" fmla="*/ 45 w 45"/>
                <a:gd name="T3" fmla="*/ 28 h 37"/>
                <a:gd name="T4" fmla="*/ 41 w 45"/>
                <a:gd name="T5" fmla="*/ 37 h 37"/>
                <a:gd name="T6" fmla="*/ 0 w 45"/>
                <a:gd name="T7" fmla="*/ 9 h 37"/>
                <a:gd name="T8" fmla="*/ 4 w 45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7">
                  <a:moveTo>
                    <a:pt x="4" y="0"/>
                  </a:moveTo>
                  <a:lnTo>
                    <a:pt x="45" y="28"/>
                  </a:lnTo>
                  <a:lnTo>
                    <a:pt x="41" y="37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5" name="Freeform 975"/>
            <p:cNvSpPr/>
            <p:nvPr/>
          </p:nvSpPr>
          <p:spPr bwMode="auto">
            <a:xfrm>
              <a:off x="1617663" y="4791075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3 h 36"/>
                <a:gd name="T4" fmla="*/ 41 w 46"/>
                <a:gd name="T5" fmla="*/ 36 h 36"/>
                <a:gd name="T6" fmla="*/ 0 w 46"/>
                <a:gd name="T7" fmla="*/ 9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3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6" name="Freeform 976"/>
            <p:cNvSpPr/>
            <p:nvPr/>
          </p:nvSpPr>
          <p:spPr bwMode="auto">
            <a:xfrm>
              <a:off x="1654176" y="4732338"/>
              <a:ext cx="73025" cy="50800"/>
            </a:xfrm>
            <a:custGeom>
              <a:avLst/>
              <a:gdLst>
                <a:gd name="T0" fmla="*/ 5 w 46"/>
                <a:gd name="T1" fmla="*/ 0 h 32"/>
                <a:gd name="T2" fmla="*/ 46 w 46"/>
                <a:gd name="T3" fmla="*/ 23 h 32"/>
                <a:gd name="T4" fmla="*/ 41 w 46"/>
                <a:gd name="T5" fmla="*/ 32 h 32"/>
                <a:gd name="T6" fmla="*/ 0 w 46"/>
                <a:gd name="T7" fmla="*/ 10 h 32"/>
                <a:gd name="T8" fmla="*/ 5 w 46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2">
                  <a:moveTo>
                    <a:pt x="5" y="0"/>
                  </a:moveTo>
                  <a:lnTo>
                    <a:pt x="46" y="23"/>
                  </a:lnTo>
                  <a:lnTo>
                    <a:pt x="41" y="32"/>
                  </a:lnTo>
                  <a:lnTo>
                    <a:pt x="0" y="1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7" name="Freeform 977"/>
            <p:cNvSpPr/>
            <p:nvPr/>
          </p:nvSpPr>
          <p:spPr bwMode="auto">
            <a:xfrm>
              <a:off x="1603376" y="4618038"/>
              <a:ext cx="158750" cy="107950"/>
            </a:xfrm>
            <a:custGeom>
              <a:avLst/>
              <a:gdLst>
                <a:gd name="T0" fmla="*/ 5 w 100"/>
                <a:gd name="T1" fmla="*/ 0 h 68"/>
                <a:gd name="T2" fmla="*/ 100 w 100"/>
                <a:gd name="T3" fmla="*/ 59 h 68"/>
                <a:gd name="T4" fmla="*/ 96 w 100"/>
                <a:gd name="T5" fmla="*/ 68 h 68"/>
                <a:gd name="T6" fmla="*/ 0 w 100"/>
                <a:gd name="T7" fmla="*/ 9 h 68"/>
                <a:gd name="T8" fmla="*/ 5 w 100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68">
                  <a:moveTo>
                    <a:pt x="5" y="0"/>
                  </a:moveTo>
                  <a:lnTo>
                    <a:pt x="100" y="59"/>
                  </a:lnTo>
                  <a:lnTo>
                    <a:pt x="96" y="68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8" name="Freeform 978"/>
            <p:cNvSpPr/>
            <p:nvPr/>
          </p:nvSpPr>
          <p:spPr bwMode="auto">
            <a:xfrm>
              <a:off x="1727201" y="4618038"/>
              <a:ext cx="71437" cy="57150"/>
            </a:xfrm>
            <a:custGeom>
              <a:avLst/>
              <a:gdLst>
                <a:gd name="T0" fmla="*/ 4 w 45"/>
                <a:gd name="T1" fmla="*/ 0 h 36"/>
                <a:gd name="T2" fmla="*/ 45 w 45"/>
                <a:gd name="T3" fmla="*/ 22 h 36"/>
                <a:gd name="T4" fmla="*/ 41 w 45"/>
                <a:gd name="T5" fmla="*/ 36 h 36"/>
                <a:gd name="T6" fmla="*/ 0 w 45"/>
                <a:gd name="T7" fmla="*/ 9 h 36"/>
                <a:gd name="T8" fmla="*/ 4 w 45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4" y="0"/>
                  </a:moveTo>
                  <a:lnTo>
                    <a:pt x="45" y="22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9" name="Freeform 979"/>
            <p:cNvSpPr/>
            <p:nvPr/>
          </p:nvSpPr>
          <p:spPr bwMode="auto">
            <a:xfrm>
              <a:off x="1762126" y="4559300"/>
              <a:ext cx="73025" cy="50800"/>
            </a:xfrm>
            <a:custGeom>
              <a:avLst/>
              <a:gdLst>
                <a:gd name="T0" fmla="*/ 5 w 46"/>
                <a:gd name="T1" fmla="*/ 0 h 32"/>
                <a:gd name="T2" fmla="*/ 46 w 46"/>
                <a:gd name="T3" fmla="*/ 23 h 32"/>
                <a:gd name="T4" fmla="*/ 41 w 46"/>
                <a:gd name="T5" fmla="*/ 32 h 32"/>
                <a:gd name="T6" fmla="*/ 0 w 46"/>
                <a:gd name="T7" fmla="*/ 9 h 32"/>
                <a:gd name="T8" fmla="*/ 5 w 46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2">
                  <a:moveTo>
                    <a:pt x="5" y="0"/>
                  </a:moveTo>
                  <a:lnTo>
                    <a:pt x="46" y="23"/>
                  </a:lnTo>
                  <a:lnTo>
                    <a:pt x="41" y="32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0" name="Freeform 980"/>
            <p:cNvSpPr/>
            <p:nvPr/>
          </p:nvSpPr>
          <p:spPr bwMode="auto">
            <a:xfrm>
              <a:off x="1798638" y="4494213"/>
              <a:ext cx="73025" cy="58738"/>
            </a:xfrm>
            <a:custGeom>
              <a:avLst/>
              <a:gdLst>
                <a:gd name="T0" fmla="*/ 5 w 46"/>
                <a:gd name="T1" fmla="*/ 0 h 37"/>
                <a:gd name="T2" fmla="*/ 46 w 46"/>
                <a:gd name="T3" fmla="*/ 28 h 37"/>
                <a:gd name="T4" fmla="*/ 41 w 46"/>
                <a:gd name="T5" fmla="*/ 37 h 37"/>
                <a:gd name="T6" fmla="*/ 0 w 46"/>
                <a:gd name="T7" fmla="*/ 14 h 37"/>
                <a:gd name="T8" fmla="*/ 5 w 46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7">
                  <a:moveTo>
                    <a:pt x="5" y="0"/>
                  </a:moveTo>
                  <a:lnTo>
                    <a:pt x="46" y="28"/>
                  </a:lnTo>
                  <a:lnTo>
                    <a:pt x="41" y="37"/>
                  </a:lnTo>
                  <a:lnTo>
                    <a:pt x="0" y="1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1" name="Freeform 981"/>
            <p:cNvSpPr/>
            <p:nvPr/>
          </p:nvSpPr>
          <p:spPr bwMode="auto">
            <a:xfrm>
              <a:off x="1835151" y="4437063"/>
              <a:ext cx="79375" cy="57150"/>
            </a:xfrm>
            <a:custGeom>
              <a:avLst/>
              <a:gdLst>
                <a:gd name="T0" fmla="*/ 9 w 50"/>
                <a:gd name="T1" fmla="*/ 0 h 36"/>
                <a:gd name="T2" fmla="*/ 50 w 50"/>
                <a:gd name="T3" fmla="*/ 27 h 36"/>
                <a:gd name="T4" fmla="*/ 41 w 50"/>
                <a:gd name="T5" fmla="*/ 36 h 36"/>
                <a:gd name="T6" fmla="*/ 0 w 50"/>
                <a:gd name="T7" fmla="*/ 14 h 36"/>
                <a:gd name="T8" fmla="*/ 9 w 50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6">
                  <a:moveTo>
                    <a:pt x="9" y="0"/>
                  </a:moveTo>
                  <a:lnTo>
                    <a:pt x="50" y="27"/>
                  </a:lnTo>
                  <a:lnTo>
                    <a:pt x="41" y="36"/>
                  </a:lnTo>
                  <a:lnTo>
                    <a:pt x="0" y="14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2" name="Freeform 982"/>
            <p:cNvSpPr/>
            <p:nvPr/>
          </p:nvSpPr>
          <p:spPr bwMode="auto">
            <a:xfrm>
              <a:off x="1784351" y="4329113"/>
              <a:ext cx="166687" cy="107950"/>
            </a:xfrm>
            <a:custGeom>
              <a:avLst/>
              <a:gdLst>
                <a:gd name="T0" fmla="*/ 5 w 105"/>
                <a:gd name="T1" fmla="*/ 0 h 68"/>
                <a:gd name="T2" fmla="*/ 105 w 105"/>
                <a:gd name="T3" fmla="*/ 59 h 68"/>
                <a:gd name="T4" fmla="*/ 95 w 105"/>
                <a:gd name="T5" fmla="*/ 68 h 68"/>
                <a:gd name="T6" fmla="*/ 0 w 105"/>
                <a:gd name="T7" fmla="*/ 9 h 68"/>
                <a:gd name="T8" fmla="*/ 5 w 105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8">
                  <a:moveTo>
                    <a:pt x="5" y="0"/>
                  </a:moveTo>
                  <a:lnTo>
                    <a:pt x="105" y="59"/>
                  </a:lnTo>
                  <a:lnTo>
                    <a:pt x="95" y="68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3" name="Freeform 983"/>
            <p:cNvSpPr/>
            <p:nvPr/>
          </p:nvSpPr>
          <p:spPr bwMode="auto">
            <a:xfrm>
              <a:off x="341313" y="4017963"/>
              <a:ext cx="1479550" cy="2290763"/>
            </a:xfrm>
            <a:custGeom>
              <a:avLst/>
              <a:gdLst>
                <a:gd name="T0" fmla="*/ 882 w 932"/>
                <a:gd name="T1" fmla="*/ 0 h 1443"/>
                <a:gd name="T2" fmla="*/ 932 w 932"/>
                <a:gd name="T3" fmla="*/ 32 h 1443"/>
                <a:gd name="T4" fmla="*/ 50 w 932"/>
                <a:gd name="T5" fmla="*/ 1443 h 1443"/>
                <a:gd name="T6" fmla="*/ 0 w 932"/>
                <a:gd name="T7" fmla="*/ 1415 h 1443"/>
                <a:gd name="T8" fmla="*/ 882 w 932"/>
                <a:gd name="T9" fmla="*/ 0 h 1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2" h="1443">
                  <a:moveTo>
                    <a:pt x="882" y="0"/>
                  </a:moveTo>
                  <a:lnTo>
                    <a:pt x="932" y="32"/>
                  </a:lnTo>
                  <a:lnTo>
                    <a:pt x="50" y="1443"/>
                  </a:lnTo>
                  <a:lnTo>
                    <a:pt x="0" y="1415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MH_Entry_1"/>
          <p:cNvSpPr/>
          <p:nvPr>
            <p:custDataLst>
              <p:tags r:id="rId13"/>
            </p:custDataLst>
          </p:nvPr>
        </p:nvSpPr>
        <p:spPr>
          <a:xfrm>
            <a:off x="7204075" y="3556000"/>
            <a:ext cx="2734310" cy="542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B2205930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MH_Entry_1"/>
          <p:cNvSpPr/>
          <p:nvPr>
            <p:custDataLst>
              <p:tags r:id="rId14"/>
            </p:custDataLst>
          </p:nvPr>
        </p:nvSpPr>
        <p:spPr>
          <a:xfrm>
            <a:off x="7253605" y="4551680"/>
            <a:ext cx="2734310" cy="542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B2204934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7" grpId="0" bldLvl="0" animBg="1"/>
      <p:bldP spid="8" grpId="0" bldLvl="0" animBg="1"/>
      <p:bldP spid="17" grpId="0" bldLvl="0" animBg="1"/>
      <p:bldP spid="19" grpId="0" bldLvl="0" animBg="1"/>
      <p:bldP spid="21" grpId="0" bldLvl="0" animBg="1"/>
      <p:bldP spid="23" grpId="0" bldLvl="0" animBg="1"/>
      <p:bldP spid="3" grpId="0" bldLvl="0" animBg="1"/>
      <p:bldP spid="53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423547" y="3605066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zh-CN" altLang="en-US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2"/>
            </p:custDataLst>
          </p:nvPr>
        </p:nvSpPr>
        <p:spPr>
          <a:xfrm>
            <a:off x="2261870" y="3472815"/>
            <a:ext cx="2469515" cy="498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Giới Thiệu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1423547" y="4619010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zh-CN" altLang="en-US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MH_Entry_1"/>
          <p:cNvSpPr/>
          <p:nvPr>
            <p:custDataLst>
              <p:tags r:id="rId4"/>
            </p:custDataLst>
          </p:nvPr>
        </p:nvSpPr>
        <p:spPr>
          <a:xfrm>
            <a:off x="1996264" y="4595344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Sở L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ý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Thuyết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6452747" y="3618513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zh-CN" altLang="en-US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MH_Entry_1"/>
          <p:cNvSpPr/>
          <p:nvPr>
            <p:custDataLst>
              <p:tags r:id="rId6"/>
            </p:custDataLst>
          </p:nvPr>
        </p:nvSpPr>
        <p:spPr>
          <a:xfrm>
            <a:off x="6953074" y="3472927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Khai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lỗi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6452747" y="4632457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zh-CN" altLang="en-US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MH_Entry_1"/>
          <p:cNvSpPr/>
          <p:nvPr>
            <p:custDataLst>
              <p:tags r:id="rId8"/>
            </p:custDataLst>
          </p:nvPr>
        </p:nvSpPr>
        <p:spPr>
          <a:xfrm>
            <a:off x="7145655" y="4595495"/>
            <a:ext cx="3735705" cy="498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Giải Ph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và Kết Luận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 flipH="1">
            <a:off x="1923874" y="4168462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5538514" y="4132463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11"/>
            </p:custDataLst>
          </p:nvPr>
        </p:nvCxnSpPr>
        <p:spPr>
          <a:xfrm flipH="1">
            <a:off x="1923874" y="5182208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5538514" y="5146209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 flipH="1">
            <a:off x="6953074" y="4184778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>
            <p:custDataLst>
              <p:tags r:id="rId14"/>
            </p:custDataLst>
          </p:nvPr>
        </p:nvSpPr>
        <p:spPr>
          <a:xfrm>
            <a:off x="10567714" y="4148779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15"/>
            </p:custDataLst>
          </p:nvPr>
        </p:nvCxnSpPr>
        <p:spPr>
          <a:xfrm flipH="1">
            <a:off x="6953074" y="5194514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>
            <p:custDataLst>
              <p:tags r:id="rId16"/>
            </p:custDataLst>
          </p:nvPr>
        </p:nvSpPr>
        <p:spPr>
          <a:xfrm>
            <a:off x="10567714" y="5158515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3449126" y="1923271"/>
            <a:ext cx="542687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047704" y="1301814"/>
            <a:ext cx="495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CN" altLang="en-US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522980" y="1301814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zh-CN" altLang="en-US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040129" y="1301814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endParaRPr lang="zh-CN" altLang="en-US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620465" y="1301814"/>
            <a:ext cx="449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CN" altLang="en-US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124020" y="1301814"/>
            <a:ext cx="449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zh-CN" altLang="en-US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595128" y="1301814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endParaRPr lang="zh-CN" altLang="en-US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146193" y="1301814"/>
            <a:ext cx="449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CN" altLang="en-US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696858" y="1301814"/>
            <a:ext cx="4619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8422206" y="1301814"/>
            <a:ext cx="2104752" cy="688784"/>
            <a:chOff x="9413875" y="2919413"/>
            <a:chExt cx="2784475" cy="911225"/>
          </a:xfrm>
        </p:grpSpPr>
        <p:sp>
          <p:nvSpPr>
            <p:cNvPr id="34" name="Freeform 904"/>
            <p:cNvSpPr/>
            <p:nvPr/>
          </p:nvSpPr>
          <p:spPr bwMode="auto">
            <a:xfrm>
              <a:off x="11282363" y="2919413"/>
              <a:ext cx="549275" cy="895350"/>
            </a:xfrm>
            <a:custGeom>
              <a:avLst/>
              <a:gdLst>
                <a:gd name="T0" fmla="*/ 23 w 346"/>
                <a:gd name="T1" fmla="*/ 0 h 564"/>
                <a:gd name="T2" fmla="*/ 0 w 346"/>
                <a:gd name="T3" fmla="*/ 0 h 564"/>
                <a:gd name="T4" fmla="*/ 0 w 346"/>
                <a:gd name="T5" fmla="*/ 564 h 564"/>
                <a:gd name="T6" fmla="*/ 27 w 346"/>
                <a:gd name="T7" fmla="*/ 564 h 564"/>
                <a:gd name="T8" fmla="*/ 346 w 346"/>
                <a:gd name="T9" fmla="*/ 410 h 564"/>
                <a:gd name="T10" fmla="*/ 346 w 346"/>
                <a:gd name="T11" fmla="*/ 155 h 564"/>
                <a:gd name="T12" fmla="*/ 23 w 346"/>
                <a:gd name="T13" fmla="*/ 0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564">
                  <a:moveTo>
                    <a:pt x="23" y="0"/>
                  </a:moveTo>
                  <a:lnTo>
                    <a:pt x="0" y="0"/>
                  </a:lnTo>
                  <a:lnTo>
                    <a:pt x="0" y="564"/>
                  </a:lnTo>
                  <a:lnTo>
                    <a:pt x="27" y="564"/>
                  </a:lnTo>
                  <a:lnTo>
                    <a:pt x="346" y="410"/>
                  </a:lnTo>
                  <a:lnTo>
                    <a:pt x="346" y="15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Freeform 905"/>
            <p:cNvSpPr/>
            <p:nvPr/>
          </p:nvSpPr>
          <p:spPr bwMode="auto">
            <a:xfrm>
              <a:off x="11831638" y="3165475"/>
              <a:ext cx="366712" cy="404813"/>
            </a:xfrm>
            <a:custGeom>
              <a:avLst/>
              <a:gdLst>
                <a:gd name="T0" fmla="*/ 46 w 51"/>
                <a:gd name="T1" fmla="*/ 22 h 56"/>
                <a:gd name="T2" fmla="*/ 0 w 51"/>
                <a:gd name="T3" fmla="*/ 0 h 56"/>
                <a:gd name="T4" fmla="*/ 0 w 51"/>
                <a:gd name="T5" fmla="*/ 56 h 56"/>
                <a:gd name="T6" fmla="*/ 46 w 51"/>
                <a:gd name="T7" fmla="*/ 34 h 56"/>
                <a:gd name="T8" fmla="*/ 46 w 51"/>
                <a:gd name="T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6">
                  <a:moveTo>
                    <a:pt x="46" y="2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51" y="31"/>
                    <a:pt x="51" y="24"/>
                    <a:pt x="46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Freeform 906"/>
            <p:cNvSpPr/>
            <p:nvPr/>
          </p:nvSpPr>
          <p:spPr bwMode="auto">
            <a:xfrm>
              <a:off x="11282363" y="3411538"/>
              <a:ext cx="549275" cy="403225"/>
            </a:xfrm>
            <a:custGeom>
              <a:avLst/>
              <a:gdLst>
                <a:gd name="T0" fmla="*/ 0 w 346"/>
                <a:gd name="T1" fmla="*/ 195 h 254"/>
                <a:gd name="T2" fmla="*/ 0 w 346"/>
                <a:gd name="T3" fmla="*/ 254 h 254"/>
                <a:gd name="T4" fmla="*/ 27 w 346"/>
                <a:gd name="T5" fmla="*/ 254 h 254"/>
                <a:gd name="T6" fmla="*/ 346 w 346"/>
                <a:gd name="T7" fmla="*/ 100 h 254"/>
                <a:gd name="T8" fmla="*/ 346 w 346"/>
                <a:gd name="T9" fmla="*/ 0 h 254"/>
                <a:gd name="T10" fmla="*/ 14 w 346"/>
                <a:gd name="T11" fmla="*/ 86 h 254"/>
                <a:gd name="T12" fmla="*/ 0 w 346"/>
                <a:gd name="T13" fmla="*/ 195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254">
                  <a:moveTo>
                    <a:pt x="0" y="195"/>
                  </a:moveTo>
                  <a:lnTo>
                    <a:pt x="0" y="254"/>
                  </a:lnTo>
                  <a:lnTo>
                    <a:pt x="27" y="254"/>
                  </a:lnTo>
                  <a:lnTo>
                    <a:pt x="346" y="100"/>
                  </a:lnTo>
                  <a:lnTo>
                    <a:pt x="346" y="0"/>
                  </a:lnTo>
                  <a:lnTo>
                    <a:pt x="14" y="86"/>
                  </a:lnTo>
                  <a:lnTo>
                    <a:pt x="0" y="195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Freeform 907"/>
            <p:cNvSpPr/>
            <p:nvPr/>
          </p:nvSpPr>
          <p:spPr bwMode="auto">
            <a:xfrm>
              <a:off x="10279063" y="3057525"/>
              <a:ext cx="1025525" cy="765175"/>
            </a:xfrm>
            <a:custGeom>
              <a:avLst/>
              <a:gdLst>
                <a:gd name="T0" fmla="*/ 5 w 646"/>
                <a:gd name="T1" fmla="*/ 482 h 482"/>
                <a:gd name="T2" fmla="*/ 646 w 646"/>
                <a:gd name="T3" fmla="*/ 477 h 482"/>
                <a:gd name="T4" fmla="*/ 646 w 646"/>
                <a:gd name="T5" fmla="*/ 0 h 482"/>
                <a:gd name="T6" fmla="*/ 0 w 646"/>
                <a:gd name="T7" fmla="*/ 9 h 482"/>
                <a:gd name="T8" fmla="*/ 5 w 646"/>
                <a:gd name="T9" fmla="*/ 482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482">
                  <a:moveTo>
                    <a:pt x="5" y="482"/>
                  </a:moveTo>
                  <a:lnTo>
                    <a:pt x="646" y="477"/>
                  </a:lnTo>
                  <a:lnTo>
                    <a:pt x="646" y="0"/>
                  </a:lnTo>
                  <a:lnTo>
                    <a:pt x="0" y="9"/>
                  </a:lnTo>
                  <a:lnTo>
                    <a:pt x="5" y="482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Freeform 908"/>
            <p:cNvSpPr/>
            <p:nvPr/>
          </p:nvSpPr>
          <p:spPr bwMode="auto">
            <a:xfrm>
              <a:off x="10279063" y="2919413"/>
              <a:ext cx="1025525" cy="203200"/>
            </a:xfrm>
            <a:custGeom>
              <a:avLst/>
              <a:gdLst>
                <a:gd name="T0" fmla="*/ 0 w 646"/>
                <a:gd name="T1" fmla="*/ 128 h 128"/>
                <a:gd name="T2" fmla="*/ 646 w 646"/>
                <a:gd name="T3" fmla="*/ 123 h 128"/>
                <a:gd name="T4" fmla="*/ 646 w 646"/>
                <a:gd name="T5" fmla="*/ 0 h 128"/>
                <a:gd name="T6" fmla="*/ 0 w 646"/>
                <a:gd name="T7" fmla="*/ 5 h 128"/>
                <a:gd name="T8" fmla="*/ 0 w 646"/>
                <a:gd name="T9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128">
                  <a:moveTo>
                    <a:pt x="0" y="128"/>
                  </a:moveTo>
                  <a:lnTo>
                    <a:pt x="646" y="123"/>
                  </a:lnTo>
                  <a:lnTo>
                    <a:pt x="646" y="0"/>
                  </a:lnTo>
                  <a:lnTo>
                    <a:pt x="0" y="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Freeform 909"/>
            <p:cNvSpPr/>
            <p:nvPr/>
          </p:nvSpPr>
          <p:spPr bwMode="auto">
            <a:xfrm>
              <a:off x="10279063" y="3548063"/>
              <a:ext cx="1025525" cy="274638"/>
            </a:xfrm>
            <a:custGeom>
              <a:avLst/>
              <a:gdLst>
                <a:gd name="T0" fmla="*/ 5 w 646"/>
                <a:gd name="T1" fmla="*/ 173 h 173"/>
                <a:gd name="T2" fmla="*/ 646 w 646"/>
                <a:gd name="T3" fmla="*/ 168 h 173"/>
                <a:gd name="T4" fmla="*/ 646 w 646"/>
                <a:gd name="T5" fmla="*/ 0 h 173"/>
                <a:gd name="T6" fmla="*/ 0 w 646"/>
                <a:gd name="T7" fmla="*/ 5 h 173"/>
                <a:gd name="T8" fmla="*/ 5 w 646"/>
                <a:gd name="T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173">
                  <a:moveTo>
                    <a:pt x="5" y="173"/>
                  </a:moveTo>
                  <a:lnTo>
                    <a:pt x="646" y="168"/>
                  </a:lnTo>
                  <a:lnTo>
                    <a:pt x="646" y="0"/>
                  </a:lnTo>
                  <a:lnTo>
                    <a:pt x="0" y="5"/>
                  </a:lnTo>
                  <a:lnTo>
                    <a:pt x="5" y="173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Freeform 910"/>
            <p:cNvSpPr/>
            <p:nvPr/>
          </p:nvSpPr>
          <p:spPr bwMode="auto">
            <a:xfrm>
              <a:off x="9413875" y="2927350"/>
              <a:ext cx="525462" cy="903288"/>
            </a:xfrm>
            <a:custGeom>
              <a:avLst/>
              <a:gdLst>
                <a:gd name="T0" fmla="*/ 64 w 73"/>
                <a:gd name="T1" fmla="*/ 125 h 125"/>
                <a:gd name="T2" fmla="*/ 9 w 73"/>
                <a:gd name="T3" fmla="*/ 124 h 125"/>
                <a:gd name="T4" fmla="*/ 1 w 73"/>
                <a:gd name="T5" fmla="*/ 115 h 125"/>
                <a:gd name="T6" fmla="*/ 0 w 73"/>
                <a:gd name="T7" fmla="*/ 9 h 125"/>
                <a:gd name="T8" fmla="*/ 9 w 73"/>
                <a:gd name="T9" fmla="*/ 0 h 125"/>
                <a:gd name="T10" fmla="*/ 64 w 73"/>
                <a:gd name="T11" fmla="*/ 0 h 125"/>
                <a:gd name="T12" fmla="*/ 73 w 73"/>
                <a:gd name="T13" fmla="*/ 9 h 125"/>
                <a:gd name="T14" fmla="*/ 73 w 73"/>
                <a:gd name="T15" fmla="*/ 116 h 125"/>
                <a:gd name="T16" fmla="*/ 64 w 73"/>
                <a:gd name="T1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125">
                  <a:moveTo>
                    <a:pt x="64" y="125"/>
                  </a:moveTo>
                  <a:cubicBezTo>
                    <a:pt x="9" y="124"/>
                    <a:pt x="9" y="124"/>
                    <a:pt x="9" y="124"/>
                  </a:cubicBezTo>
                  <a:cubicBezTo>
                    <a:pt x="4" y="124"/>
                    <a:pt x="1" y="120"/>
                    <a:pt x="1" y="11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5" y="0"/>
                    <a:pt x="9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9" y="0"/>
                    <a:pt x="73" y="4"/>
                    <a:pt x="73" y="9"/>
                  </a:cubicBezTo>
                  <a:cubicBezTo>
                    <a:pt x="73" y="116"/>
                    <a:pt x="73" y="116"/>
                    <a:pt x="73" y="116"/>
                  </a:cubicBezTo>
                  <a:cubicBezTo>
                    <a:pt x="73" y="121"/>
                    <a:pt x="69" y="125"/>
                    <a:pt x="64" y="125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Freeform 911"/>
            <p:cNvSpPr/>
            <p:nvPr/>
          </p:nvSpPr>
          <p:spPr bwMode="auto">
            <a:xfrm>
              <a:off x="9817100" y="2927350"/>
              <a:ext cx="498475" cy="903288"/>
            </a:xfrm>
            <a:custGeom>
              <a:avLst/>
              <a:gdLst>
                <a:gd name="T0" fmla="*/ 0 w 314"/>
                <a:gd name="T1" fmla="*/ 569 h 569"/>
                <a:gd name="T2" fmla="*/ 314 w 314"/>
                <a:gd name="T3" fmla="*/ 564 h 569"/>
                <a:gd name="T4" fmla="*/ 314 w 314"/>
                <a:gd name="T5" fmla="*/ 0 h 569"/>
                <a:gd name="T6" fmla="*/ 0 w 314"/>
                <a:gd name="T7" fmla="*/ 0 h 569"/>
                <a:gd name="T8" fmla="*/ 0 w 314"/>
                <a:gd name="T9" fmla="*/ 569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569">
                  <a:moveTo>
                    <a:pt x="0" y="569"/>
                  </a:moveTo>
                  <a:lnTo>
                    <a:pt x="314" y="564"/>
                  </a:lnTo>
                  <a:lnTo>
                    <a:pt x="314" y="0"/>
                  </a:lnTo>
                  <a:lnTo>
                    <a:pt x="0" y="0"/>
                  </a:lnTo>
                  <a:lnTo>
                    <a:pt x="0" y="569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912"/>
            <p:cNvSpPr>
              <a:spLocks noChangeArrowheads="1"/>
            </p:cNvSpPr>
            <p:nvPr/>
          </p:nvSpPr>
          <p:spPr bwMode="auto">
            <a:xfrm>
              <a:off x="9817100" y="3540125"/>
              <a:ext cx="498475" cy="290513"/>
            </a:xfrm>
            <a:prstGeom prst="rect">
              <a:avLst/>
            </a:pr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 flipH="1">
            <a:off x="1770149" y="1301814"/>
            <a:ext cx="2104752" cy="688784"/>
            <a:chOff x="9413875" y="2919413"/>
            <a:chExt cx="2784475" cy="911225"/>
          </a:xfrm>
        </p:grpSpPr>
        <p:sp>
          <p:nvSpPr>
            <p:cNvPr id="44" name="Freeform 904"/>
            <p:cNvSpPr/>
            <p:nvPr/>
          </p:nvSpPr>
          <p:spPr bwMode="auto">
            <a:xfrm>
              <a:off x="11282363" y="2919413"/>
              <a:ext cx="549275" cy="895350"/>
            </a:xfrm>
            <a:custGeom>
              <a:avLst/>
              <a:gdLst>
                <a:gd name="T0" fmla="*/ 23 w 346"/>
                <a:gd name="T1" fmla="*/ 0 h 564"/>
                <a:gd name="T2" fmla="*/ 0 w 346"/>
                <a:gd name="T3" fmla="*/ 0 h 564"/>
                <a:gd name="T4" fmla="*/ 0 w 346"/>
                <a:gd name="T5" fmla="*/ 564 h 564"/>
                <a:gd name="T6" fmla="*/ 27 w 346"/>
                <a:gd name="T7" fmla="*/ 564 h 564"/>
                <a:gd name="T8" fmla="*/ 346 w 346"/>
                <a:gd name="T9" fmla="*/ 410 h 564"/>
                <a:gd name="T10" fmla="*/ 346 w 346"/>
                <a:gd name="T11" fmla="*/ 155 h 564"/>
                <a:gd name="T12" fmla="*/ 23 w 346"/>
                <a:gd name="T13" fmla="*/ 0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564">
                  <a:moveTo>
                    <a:pt x="23" y="0"/>
                  </a:moveTo>
                  <a:lnTo>
                    <a:pt x="0" y="0"/>
                  </a:lnTo>
                  <a:lnTo>
                    <a:pt x="0" y="564"/>
                  </a:lnTo>
                  <a:lnTo>
                    <a:pt x="27" y="564"/>
                  </a:lnTo>
                  <a:lnTo>
                    <a:pt x="346" y="410"/>
                  </a:lnTo>
                  <a:lnTo>
                    <a:pt x="346" y="15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Freeform 905"/>
            <p:cNvSpPr/>
            <p:nvPr/>
          </p:nvSpPr>
          <p:spPr bwMode="auto">
            <a:xfrm>
              <a:off x="11831638" y="3165475"/>
              <a:ext cx="366712" cy="404813"/>
            </a:xfrm>
            <a:custGeom>
              <a:avLst/>
              <a:gdLst>
                <a:gd name="T0" fmla="*/ 46 w 51"/>
                <a:gd name="T1" fmla="*/ 22 h 56"/>
                <a:gd name="T2" fmla="*/ 0 w 51"/>
                <a:gd name="T3" fmla="*/ 0 h 56"/>
                <a:gd name="T4" fmla="*/ 0 w 51"/>
                <a:gd name="T5" fmla="*/ 56 h 56"/>
                <a:gd name="T6" fmla="*/ 46 w 51"/>
                <a:gd name="T7" fmla="*/ 34 h 56"/>
                <a:gd name="T8" fmla="*/ 46 w 51"/>
                <a:gd name="T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6">
                  <a:moveTo>
                    <a:pt x="46" y="2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51" y="31"/>
                    <a:pt x="51" y="24"/>
                    <a:pt x="46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Freeform 906"/>
            <p:cNvSpPr/>
            <p:nvPr/>
          </p:nvSpPr>
          <p:spPr bwMode="auto">
            <a:xfrm>
              <a:off x="11282363" y="3411538"/>
              <a:ext cx="549275" cy="403225"/>
            </a:xfrm>
            <a:custGeom>
              <a:avLst/>
              <a:gdLst>
                <a:gd name="T0" fmla="*/ 0 w 346"/>
                <a:gd name="T1" fmla="*/ 195 h 254"/>
                <a:gd name="T2" fmla="*/ 0 w 346"/>
                <a:gd name="T3" fmla="*/ 254 h 254"/>
                <a:gd name="T4" fmla="*/ 27 w 346"/>
                <a:gd name="T5" fmla="*/ 254 h 254"/>
                <a:gd name="T6" fmla="*/ 346 w 346"/>
                <a:gd name="T7" fmla="*/ 100 h 254"/>
                <a:gd name="T8" fmla="*/ 346 w 346"/>
                <a:gd name="T9" fmla="*/ 0 h 254"/>
                <a:gd name="T10" fmla="*/ 14 w 346"/>
                <a:gd name="T11" fmla="*/ 86 h 254"/>
                <a:gd name="T12" fmla="*/ 0 w 346"/>
                <a:gd name="T13" fmla="*/ 195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254">
                  <a:moveTo>
                    <a:pt x="0" y="195"/>
                  </a:moveTo>
                  <a:lnTo>
                    <a:pt x="0" y="254"/>
                  </a:lnTo>
                  <a:lnTo>
                    <a:pt x="27" y="254"/>
                  </a:lnTo>
                  <a:lnTo>
                    <a:pt x="346" y="100"/>
                  </a:lnTo>
                  <a:lnTo>
                    <a:pt x="346" y="0"/>
                  </a:lnTo>
                  <a:lnTo>
                    <a:pt x="14" y="86"/>
                  </a:lnTo>
                  <a:lnTo>
                    <a:pt x="0" y="195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Freeform 907"/>
            <p:cNvSpPr/>
            <p:nvPr/>
          </p:nvSpPr>
          <p:spPr bwMode="auto">
            <a:xfrm>
              <a:off x="10279063" y="3057525"/>
              <a:ext cx="1025525" cy="765175"/>
            </a:xfrm>
            <a:custGeom>
              <a:avLst/>
              <a:gdLst>
                <a:gd name="T0" fmla="*/ 5 w 646"/>
                <a:gd name="T1" fmla="*/ 482 h 482"/>
                <a:gd name="T2" fmla="*/ 646 w 646"/>
                <a:gd name="T3" fmla="*/ 477 h 482"/>
                <a:gd name="T4" fmla="*/ 646 w 646"/>
                <a:gd name="T5" fmla="*/ 0 h 482"/>
                <a:gd name="T6" fmla="*/ 0 w 646"/>
                <a:gd name="T7" fmla="*/ 9 h 482"/>
                <a:gd name="T8" fmla="*/ 5 w 646"/>
                <a:gd name="T9" fmla="*/ 482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482">
                  <a:moveTo>
                    <a:pt x="5" y="482"/>
                  </a:moveTo>
                  <a:lnTo>
                    <a:pt x="646" y="477"/>
                  </a:lnTo>
                  <a:lnTo>
                    <a:pt x="646" y="0"/>
                  </a:lnTo>
                  <a:lnTo>
                    <a:pt x="0" y="9"/>
                  </a:lnTo>
                  <a:lnTo>
                    <a:pt x="5" y="482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Freeform 908"/>
            <p:cNvSpPr/>
            <p:nvPr/>
          </p:nvSpPr>
          <p:spPr bwMode="auto">
            <a:xfrm>
              <a:off x="10279063" y="2919413"/>
              <a:ext cx="1025525" cy="203200"/>
            </a:xfrm>
            <a:custGeom>
              <a:avLst/>
              <a:gdLst>
                <a:gd name="T0" fmla="*/ 0 w 646"/>
                <a:gd name="T1" fmla="*/ 128 h 128"/>
                <a:gd name="T2" fmla="*/ 646 w 646"/>
                <a:gd name="T3" fmla="*/ 123 h 128"/>
                <a:gd name="T4" fmla="*/ 646 w 646"/>
                <a:gd name="T5" fmla="*/ 0 h 128"/>
                <a:gd name="T6" fmla="*/ 0 w 646"/>
                <a:gd name="T7" fmla="*/ 5 h 128"/>
                <a:gd name="T8" fmla="*/ 0 w 646"/>
                <a:gd name="T9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128">
                  <a:moveTo>
                    <a:pt x="0" y="128"/>
                  </a:moveTo>
                  <a:lnTo>
                    <a:pt x="646" y="123"/>
                  </a:lnTo>
                  <a:lnTo>
                    <a:pt x="646" y="0"/>
                  </a:lnTo>
                  <a:lnTo>
                    <a:pt x="0" y="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Freeform 909"/>
            <p:cNvSpPr/>
            <p:nvPr/>
          </p:nvSpPr>
          <p:spPr bwMode="auto">
            <a:xfrm>
              <a:off x="10279063" y="3548063"/>
              <a:ext cx="1025525" cy="274638"/>
            </a:xfrm>
            <a:custGeom>
              <a:avLst/>
              <a:gdLst>
                <a:gd name="T0" fmla="*/ 5 w 646"/>
                <a:gd name="T1" fmla="*/ 173 h 173"/>
                <a:gd name="T2" fmla="*/ 646 w 646"/>
                <a:gd name="T3" fmla="*/ 168 h 173"/>
                <a:gd name="T4" fmla="*/ 646 w 646"/>
                <a:gd name="T5" fmla="*/ 0 h 173"/>
                <a:gd name="T6" fmla="*/ 0 w 646"/>
                <a:gd name="T7" fmla="*/ 5 h 173"/>
                <a:gd name="T8" fmla="*/ 5 w 646"/>
                <a:gd name="T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173">
                  <a:moveTo>
                    <a:pt x="5" y="173"/>
                  </a:moveTo>
                  <a:lnTo>
                    <a:pt x="646" y="168"/>
                  </a:lnTo>
                  <a:lnTo>
                    <a:pt x="646" y="0"/>
                  </a:lnTo>
                  <a:lnTo>
                    <a:pt x="0" y="5"/>
                  </a:lnTo>
                  <a:lnTo>
                    <a:pt x="5" y="173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Freeform 910"/>
            <p:cNvSpPr/>
            <p:nvPr/>
          </p:nvSpPr>
          <p:spPr bwMode="auto">
            <a:xfrm>
              <a:off x="9413875" y="2927350"/>
              <a:ext cx="525462" cy="903288"/>
            </a:xfrm>
            <a:custGeom>
              <a:avLst/>
              <a:gdLst>
                <a:gd name="T0" fmla="*/ 64 w 73"/>
                <a:gd name="T1" fmla="*/ 125 h 125"/>
                <a:gd name="T2" fmla="*/ 9 w 73"/>
                <a:gd name="T3" fmla="*/ 124 h 125"/>
                <a:gd name="T4" fmla="*/ 1 w 73"/>
                <a:gd name="T5" fmla="*/ 115 h 125"/>
                <a:gd name="T6" fmla="*/ 0 w 73"/>
                <a:gd name="T7" fmla="*/ 9 h 125"/>
                <a:gd name="T8" fmla="*/ 9 w 73"/>
                <a:gd name="T9" fmla="*/ 0 h 125"/>
                <a:gd name="T10" fmla="*/ 64 w 73"/>
                <a:gd name="T11" fmla="*/ 0 h 125"/>
                <a:gd name="T12" fmla="*/ 73 w 73"/>
                <a:gd name="T13" fmla="*/ 9 h 125"/>
                <a:gd name="T14" fmla="*/ 73 w 73"/>
                <a:gd name="T15" fmla="*/ 116 h 125"/>
                <a:gd name="T16" fmla="*/ 64 w 73"/>
                <a:gd name="T1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125">
                  <a:moveTo>
                    <a:pt x="64" y="125"/>
                  </a:moveTo>
                  <a:cubicBezTo>
                    <a:pt x="9" y="124"/>
                    <a:pt x="9" y="124"/>
                    <a:pt x="9" y="124"/>
                  </a:cubicBezTo>
                  <a:cubicBezTo>
                    <a:pt x="4" y="124"/>
                    <a:pt x="1" y="120"/>
                    <a:pt x="1" y="11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5" y="0"/>
                    <a:pt x="9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9" y="0"/>
                    <a:pt x="73" y="4"/>
                    <a:pt x="73" y="9"/>
                  </a:cubicBezTo>
                  <a:cubicBezTo>
                    <a:pt x="73" y="116"/>
                    <a:pt x="73" y="116"/>
                    <a:pt x="73" y="116"/>
                  </a:cubicBezTo>
                  <a:cubicBezTo>
                    <a:pt x="73" y="121"/>
                    <a:pt x="69" y="125"/>
                    <a:pt x="64" y="125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Freeform 911"/>
            <p:cNvSpPr/>
            <p:nvPr/>
          </p:nvSpPr>
          <p:spPr bwMode="auto">
            <a:xfrm>
              <a:off x="9817100" y="2927350"/>
              <a:ext cx="498475" cy="903288"/>
            </a:xfrm>
            <a:custGeom>
              <a:avLst/>
              <a:gdLst>
                <a:gd name="T0" fmla="*/ 0 w 314"/>
                <a:gd name="T1" fmla="*/ 569 h 569"/>
                <a:gd name="T2" fmla="*/ 314 w 314"/>
                <a:gd name="T3" fmla="*/ 564 h 569"/>
                <a:gd name="T4" fmla="*/ 314 w 314"/>
                <a:gd name="T5" fmla="*/ 0 h 569"/>
                <a:gd name="T6" fmla="*/ 0 w 314"/>
                <a:gd name="T7" fmla="*/ 0 h 569"/>
                <a:gd name="T8" fmla="*/ 0 w 314"/>
                <a:gd name="T9" fmla="*/ 569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569">
                  <a:moveTo>
                    <a:pt x="0" y="569"/>
                  </a:moveTo>
                  <a:lnTo>
                    <a:pt x="314" y="564"/>
                  </a:lnTo>
                  <a:lnTo>
                    <a:pt x="314" y="0"/>
                  </a:lnTo>
                  <a:lnTo>
                    <a:pt x="0" y="0"/>
                  </a:lnTo>
                  <a:lnTo>
                    <a:pt x="0" y="569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Rectangle 912"/>
            <p:cNvSpPr>
              <a:spLocks noChangeArrowheads="1"/>
            </p:cNvSpPr>
            <p:nvPr/>
          </p:nvSpPr>
          <p:spPr bwMode="auto">
            <a:xfrm>
              <a:off x="9817100" y="3540125"/>
              <a:ext cx="498475" cy="290513"/>
            </a:xfrm>
            <a:prstGeom prst="rect">
              <a:avLst/>
            </a:pr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2" name="Freeform 913"/>
          <p:cNvSpPr/>
          <p:nvPr/>
        </p:nvSpPr>
        <p:spPr bwMode="auto">
          <a:xfrm>
            <a:off x="529503" y="2277470"/>
            <a:ext cx="223837" cy="231775"/>
          </a:xfrm>
          <a:custGeom>
            <a:avLst/>
            <a:gdLst>
              <a:gd name="T0" fmla="*/ 12 w 31"/>
              <a:gd name="T1" fmla="*/ 10 h 32"/>
              <a:gd name="T2" fmla="*/ 14 w 31"/>
              <a:gd name="T3" fmla="*/ 3 h 32"/>
              <a:gd name="T4" fmla="*/ 18 w 31"/>
              <a:gd name="T5" fmla="*/ 3 h 32"/>
              <a:gd name="T6" fmla="*/ 20 w 31"/>
              <a:gd name="T7" fmla="*/ 10 h 32"/>
              <a:gd name="T8" fmla="*/ 22 w 31"/>
              <a:gd name="T9" fmla="*/ 12 h 32"/>
              <a:gd name="T10" fmla="*/ 29 w 31"/>
              <a:gd name="T11" fmla="*/ 14 h 32"/>
              <a:gd name="T12" fmla="*/ 29 w 31"/>
              <a:gd name="T13" fmla="*/ 18 h 32"/>
              <a:gd name="T14" fmla="*/ 22 w 31"/>
              <a:gd name="T15" fmla="*/ 20 h 32"/>
              <a:gd name="T16" fmla="*/ 20 w 31"/>
              <a:gd name="T17" fmla="*/ 22 h 32"/>
              <a:gd name="T18" fmla="*/ 18 w 31"/>
              <a:gd name="T19" fmla="*/ 29 h 32"/>
              <a:gd name="T20" fmla="*/ 14 w 31"/>
              <a:gd name="T21" fmla="*/ 29 h 32"/>
              <a:gd name="T22" fmla="*/ 12 w 31"/>
              <a:gd name="T23" fmla="*/ 22 h 32"/>
              <a:gd name="T24" fmla="*/ 10 w 31"/>
              <a:gd name="T25" fmla="*/ 20 h 32"/>
              <a:gd name="T26" fmla="*/ 2 w 31"/>
              <a:gd name="T27" fmla="*/ 18 h 32"/>
              <a:gd name="T28" fmla="*/ 2 w 31"/>
              <a:gd name="T29" fmla="*/ 14 h 32"/>
              <a:gd name="T30" fmla="*/ 10 w 31"/>
              <a:gd name="T31" fmla="*/ 12 h 32"/>
              <a:gd name="T32" fmla="*/ 12 w 31"/>
              <a:gd name="T33" fmla="*/ 1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1" h="32">
                <a:moveTo>
                  <a:pt x="12" y="10"/>
                </a:moveTo>
                <a:cubicBezTo>
                  <a:pt x="14" y="3"/>
                  <a:pt x="14" y="3"/>
                  <a:pt x="14" y="3"/>
                </a:cubicBezTo>
                <a:cubicBezTo>
                  <a:pt x="14" y="0"/>
                  <a:pt x="17" y="0"/>
                  <a:pt x="18" y="3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1"/>
                  <a:pt x="21" y="12"/>
                  <a:pt x="22" y="12"/>
                </a:cubicBezTo>
                <a:cubicBezTo>
                  <a:pt x="29" y="14"/>
                  <a:pt x="29" y="14"/>
                  <a:pt x="29" y="14"/>
                </a:cubicBezTo>
                <a:cubicBezTo>
                  <a:pt x="31" y="14"/>
                  <a:pt x="31" y="18"/>
                  <a:pt x="29" y="18"/>
                </a:cubicBezTo>
                <a:cubicBezTo>
                  <a:pt x="22" y="20"/>
                  <a:pt x="22" y="20"/>
                  <a:pt x="22" y="20"/>
                </a:cubicBezTo>
                <a:cubicBezTo>
                  <a:pt x="21" y="20"/>
                  <a:pt x="20" y="21"/>
                  <a:pt x="20" y="22"/>
                </a:cubicBezTo>
                <a:cubicBezTo>
                  <a:pt x="18" y="29"/>
                  <a:pt x="18" y="29"/>
                  <a:pt x="18" y="29"/>
                </a:cubicBezTo>
                <a:cubicBezTo>
                  <a:pt x="17" y="32"/>
                  <a:pt x="14" y="32"/>
                  <a:pt x="14" y="29"/>
                </a:cubicBezTo>
                <a:cubicBezTo>
                  <a:pt x="12" y="22"/>
                  <a:pt x="12" y="22"/>
                  <a:pt x="12" y="22"/>
                </a:cubicBezTo>
                <a:cubicBezTo>
                  <a:pt x="11" y="21"/>
                  <a:pt x="11" y="20"/>
                  <a:pt x="10" y="20"/>
                </a:cubicBezTo>
                <a:cubicBezTo>
                  <a:pt x="2" y="18"/>
                  <a:pt x="2" y="18"/>
                  <a:pt x="2" y="18"/>
                </a:cubicBezTo>
                <a:cubicBezTo>
                  <a:pt x="0" y="18"/>
                  <a:pt x="0" y="14"/>
                  <a:pt x="2" y="14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2" y="1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Freeform 914"/>
          <p:cNvSpPr/>
          <p:nvPr/>
        </p:nvSpPr>
        <p:spPr bwMode="auto">
          <a:xfrm>
            <a:off x="9714778" y="3003461"/>
            <a:ext cx="223837" cy="223838"/>
          </a:xfrm>
          <a:custGeom>
            <a:avLst/>
            <a:gdLst>
              <a:gd name="T0" fmla="*/ 11 w 31"/>
              <a:gd name="T1" fmla="*/ 9 h 31"/>
              <a:gd name="T2" fmla="*/ 13 w 31"/>
              <a:gd name="T3" fmla="*/ 2 h 31"/>
              <a:gd name="T4" fmla="*/ 17 w 31"/>
              <a:gd name="T5" fmla="*/ 2 h 31"/>
              <a:gd name="T6" fmla="*/ 19 w 31"/>
              <a:gd name="T7" fmla="*/ 9 h 31"/>
              <a:gd name="T8" fmla="*/ 21 w 31"/>
              <a:gd name="T9" fmla="*/ 11 h 31"/>
              <a:gd name="T10" fmla="*/ 29 w 31"/>
              <a:gd name="T11" fmla="*/ 13 h 31"/>
              <a:gd name="T12" fmla="*/ 29 w 31"/>
              <a:gd name="T13" fmla="*/ 17 h 31"/>
              <a:gd name="T14" fmla="*/ 21 w 31"/>
              <a:gd name="T15" fmla="*/ 19 h 31"/>
              <a:gd name="T16" fmla="*/ 19 w 31"/>
              <a:gd name="T17" fmla="*/ 21 h 31"/>
              <a:gd name="T18" fmla="*/ 17 w 31"/>
              <a:gd name="T19" fmla="*/ 29 h 31"/>
              <a:gd name="T20" fmla="*/ 13 w 31"/>
              <a:gd name="T21" fmla="*/ 29 h 31"/>
              <a:gd name="T22" fmla="*/ 11 w 31"/>
              <a:gd name="T23" fmla="*/ 21 h 31"/>
              <a:gd name="T24" fmla="*/ 9 w 31"/>
              <a:gd name="T25" fmla="*/ 19 h 31"/>
              <a:gd name="T26" fmla="*/ 2 w 31"/>
              <a:gd name="T27" fmla="*/ 17 h 31"/>
              <a:gd name="T28" fmla="*/ 2 w 31"/>
              <a:gd name="T29" fmla="*/ 13 h 31"/>
              <a:gd name="T30" fmla="*/ 9 w 31"/>
              <a:gd name="T31" fmla="*/ 11 h 31"/>
              <a:gd name="T32" fmla="*/ 11 w 31"/>
              <a:gd name="T33" fmla="*/ 9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1" h="31">
                <a:moveTo>
                  <a:pt x="11" y="9"/>
                </a:moveTo>
                <a:cubicBezTo>
                  <a:pt x="13" y="2"/>
                  <a:pt x="13" y="2"/>
                  <a:pt x="13" y="2"/>
                </a:cubicBezTo>
                <a:cubicBezTo>
                  <a:pt x="14" y="0"/>
                  <a:pt x="17" y="0"/>
                  <a:pt x="17" y="2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10"/>
                  <a:pt x="20" y="11"/>
                  <a:pt x="21" y="11"/>
                </a:cubicBezTo>
                <a:cubicBezTo>
                  <a:pt x="29" y="13"/>
                  <a:pt x="29" y="13"/>
                  <a:pt x="29" y="13"/>
                </a:cubicBezTo>
                <a:cubicBezTo>
                  <a:pt x="31" y="14"/>
                  <a:pt x="31" y="17"/>
                  <a:pt x="29" y="17"/>
                </a:cubicBezTo>
                <a:cubicBezTo>
                  <a:pt x="21" y="19"/>
                  <a:pt x="21" y="19"/>
                  <a:pt x="21" y="19"/>
                </a:cubicBezTo>
                <a:cubicBezTo>
                  <a:pt x="20" y="20"/>
                  <a:pt x="20" y="20"/>
                  <a:pt x="19" y="21"/>
                </a:cubicBezTo>
                <a:cubicBezTo>
                  <a:pt x="17" y="29"/>
                  <a:pt x="17" y="29"/>
                  <a:pt x="17" y="29"/>
                </a:cubicBezTo>
                <a:cubicBezTo>
                  <a:pt x="17" y="31"/>
                  <a:pt x="14" y="31"/>
                  <a:pt x="13" y="29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0"/>
                  <a:pt x="10" y="20"/>
                  <a:pt x="9" y="19"/>
                </a:cubicBezTo>
                <a:cubicBezTo>
                  <a:pt x="2" y="17"/>
                  <a:pt x="2" y="17"/>
                  <a:pt x="2" y="17"/>
                </a:cubicBezTo>
                <a:cubicBezTo>
                  <a:pt x="0" y="17"/>
                  <a:pt x="0" y="14"/>
                  <a:pt x="2" y="13"/>
                </a:cubicBezTo>
                <a:cubicBezTo>
                  <a:pt x="9" y="11"/>
                  <a:pt x="9" y="11"/>
                  <a:pt x="9" y="11"/>
                </a:cubicBezTo>
                <a:cubicBezTo>
                  <a:pt x="10" y="11"/>
                  <a:pt x="11" y="10"/>
                  <a:pt x="11" y="9"/>
                </a:cubicBezTo>
                <a:close/>
              </a:path>
            </a:pathLst>
          </a:custGeom>
          <a:solidFill>
            <a:srgbClr val="F488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Freeform 915"/>
          <p:cNvSpPr/>
          <p:nvPr/>
        </p:nvSpPr>
        <p:spPr bwMode="auto">
          <a:xfrm>
            <a:off x="699365" y="581333"/>
            <a:ext cx="107950" cy="115888"/>
          </a:xfrm>
          <a:custGeom>
            <a:avLst/>
            <a:gdLst>
              <a:gd name="T0" fmla="*/ 5 w 15"/>
              <a:gd name="T1" fmla="*/ 5 h 16"/>
              <a:gd name="T2" fmla="*/ 6 w 15"/>
              <a:gd name="T3" fmla="*/ 1 h 16"/>
              <a:gd name="T4" fmla="*/ 8 w 15"/>
              <a:gd name="T5" fmla="*/ 1 h 16"/>
              <a:gd name="T6" fmla="*/ 9 w 15"/>
              <a:gd name="T7" fmla="*/ 5 h 16"/>
              <a:gd name="T8" fmla="*/ 10 w 15"/>
              <a:gd name="T9" fmla="*/ 6 h 16"/>
              <a:gd name="T10" fmla="*/ 14 w 15"/>
              <a:gd name="T11" fmla="*/ 7 h 16"/>
              <a:gd name="T12" fmla="*/ 14 w 15"/>
              <a:gd name="T13" fmla="*/ 9 h 16"/>
              <a:gd name="T14" fmla="*/ 10 w 15"/>
              <a:gd name="T15" fmla="*/ 10 h 16"/>
              <a:gd name="T16" fmla="*/ 9 w 15"/>
              <a:gd name="T17" fmla="*/ 11 h 16"/>
              <a:gd name="T18" fmla="*/ 8 w 15"/>
              <a:gd name="T19" fmla="*/ 15 h 16"/>
              <a:gd name="T20" fmla="*/ 6 w 15"/>
              <a:gd name="T21" fmla="*/ 15 h 16"/>
              <a:gd name="T22" fmla="*/ 5 w 15"/>
              <a:gd name="T23" fmla="*/ 11 h 16"/>
              <a:gd name="T24" fmla="*/ 5 w 15"/>
              <a:gd name="T25" fmla="*/ 10 h 16"/>
              <a:gd name="T26" fmla="*/ 1 w 15"/>
              <a:gd name="T27" fmla="*/ 9 h 16"/>
              <a:gd name="T28" fmla="*/ 1 w 15"/>
              <a:gd name="T29" fmla="*/ 7 h 16"/>
              <a:gd name="T30" fmla="*/ 5 w 15"/>
              <a:gd name="T31" fmla="*/ 6 h 16"/>
              <a:gd name="T32" fmla="*/ 5 w 15"/>
              <a:gd name="T33" fmla="*/ 5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" h="16">
                <a:moveTo>
                  <a:pt x="5" y="5"/>
                </a:moveTo>
                <a:cubicBezTo>
                  <a:pt x="6" y="1"/>
                  <a:pt x="6" y="1"/>
                  <a:pt x="6" y="1"/>
                </a:cubicBezTo>
                <a:cubicBezTo>
                  <a:pt x="7" y="0"/>
                  <a:pt x="8" y="0"/>
                  <a:pt x="8" y="1"/>
                </a:cubicBezTo>
                <a:cubicBezTo>
                  <a:pt x="9" y="5"/>
                  <a:pt x="9" y="5"/>
                  <a:pt x="9" y="5"/>
                </a:cubicBezTo>
                <a:cubicBezTo>
                  <a:pt x="10" y="6"/>
                  <a:pt x="10" y="6"/>
                  <a:pt x="10" y="6"/>
                </a:cubicBezTo>
                <a:cubicBezTo>
                  <a:pt x="14" y="7"/>
                  <a:pt x="14" y="7"/>
                  <a:pt x="14" y="7"/>
                </a:cubicBezTo>
                <a:cubicBezTo>
                  <a:pt x="15" y="7"/>
                  <a:pt x="15" y="9"/>
                  <a:pt x="14" y="9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1"/>
                  <a:pt x="9" y="11"/>
                </a:cubicBezTo>
                <a:cubicBezTo>
                  <a:pt x="8" y="15"/>
                  <a:pt x="8" y="15"/>
                  <a:pt x="8" y="15"/>
                </a:cubicBezTo>
                <a:cubicBezTo>
                  <a:pt x="8" y="16"/>
                  <a:pt x="7" y="16"/>
                  <a:pt x="6" y="15"/>
                </a:cubicBezTo>
                <a:cubicBezTo>
                  <a:pt x="5" y="11"/>
                  <a:pt x="5" y="11"/>
                  <a:pt x="5" y="11"/>
                </a:cubicBezTo>
                <a:cubicBezTo>
                  <a:pt x="5" y="11"/>
                  <a:pt x="5" y="10"/>
                  <a:pt x="5" y="10"/>
                </a:cubicBezTo>
                <a:cubicBezTo>
                  <a:pt x="1" y="9"/>
                  <a:pt x="1" y="9"/>
                  <a:pt x="1" y="9"/>
                </a:cubicBezTo>
                <a:cubicBezTo>
                  <a:pt x="0" y="9"/>
                  <a:pt x="0" y="7"/>
                  <a:pt x="1" y="7"/>
                </a:cubicBezTo>
                <a:cubicBezTo>
                  <a:pt x="5" y="6"/>
                  <a:pt x="5" y="6"/>
                  <a:pt x="5" y="6"/>
                </a:cubicBezTo>
                <a:cubicBezTo>
                  <a:pt x="5" y="6"/>
                  <a:pt x="5" y="6"/>
                  <a:pt x="5" y="5"/>
                </a:cubicBezTo>
                <a:close/>
              </a:path>
            </a:pathLst>
          </a:custGeom>
          <a:solidFill>
            <a:srgbClr val="E1616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Freeform 916"/>
          <p:cNvSpPr/>
          <p:nvPr/>
        </p:nvSpPr>
        <p:spPr bwMode="auto">
          <a:xfrm>
            <a:off x="11316565" y="379323"/>
            <a:ext cx="188912" cy="195263"/>
          </a:xfrm>
          <a:custGeom>
            <a:avLst/>
            <a:gdLst>
              <a:gd name="T0" fmla="*/ 9 w 26"/>
              <a:gd name="T1" fmla="*/ 9 h 27"/>
              <a:gd name="T2" fmla="*/ 11 w 26"/>
              <a:gd name="T3" fmla="*/ 2 h 27"/>
              <a:gd name="T4" fmla="*/ 15 w 26"/>
              <a:gd name="T5" fmla="*/ 2 h 27"/>
              <a:gd name="T6" fmla="*/ 17 w 26"/>
              <a:gd name="T7" fmla="*/ 9 h 27"/>
              <a:gd name="T8" fmla="*/ 18 w 26"/>
              <a:gd name="T9" fmla="*/ 10 h 27"/>
              <a:gd name="T10" fmla="*/ 24 w 26"/>
              <a:gd name="T11" fmla="*/ 12 h 27"/>
              <a:gd name="T12" fmla="*/ 24 w 26"/>
              <a:gd name="T13" fmla="*/ 15 h 27"/>
              <a:gd name="T14" fmla="*/ 18 w 26"/>
              <a:gd name="T15" fmla="*/ 17 h 27"/>
              <a:gd name="T16" fmla="*/ 17 w 26"/>
              <a:gd name="T17" fmla="*/ 18 h 27"/>
              <a:gd name="T18" fmla="*/ 15 w 26"/>
              <a:gd name="T19" fmla="*/ 25 h 27"/>
              <a:gd name="T20" fmla="*/ 11 w 26"/>
              <a:gd name="T21" fmla="*/ 25 h 27"/>
              <a:gd name="T22" fmla="*/ 9 w 26"/>
              <a:gd name="T23" fmla="*/ 18 h 27"/>
              <a:gd name="T24" fmla="*/ 8 w 26"/>
              <a:gd name="T25" fmla="*/ 17 h 27"/>
              <a:gd name="T26" fmla="*/ 2 w 26"/>
              <a:gd name="T27" fmla="*/ 15 h 27"/>
              <a:gd name="T28" fmla="*/ 2 w 26"/>
              <a:gd name="T29" fmla="*/ 12 h 27"/>
              <a:gd name="T30" fmla="*/ 8 w 26"/>
              <a:gd name="T31" fmla="*/ 10 h 27"/>
              <a:gd name="T32" fmla="*/ 9 w 26"/>
              <a:gd name="T33" fmla="*/ 9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6" h="27">
                <a:moveTo>
                  <a:pt x="9" y="9"/>
                </a:moveTo>
                <a:cubicBezTo>
                  <a:pt x="11" y="2"/>
                  <a:pt x="11" y="2"/>
                  <a:pt x="11" y="2"/>
                </a:cubicBezTo>
                <a:cubicBezTo>
                  <a:pt x="12" y="0"/>
                  <a:pt x="14" y="0"/>
                  <a:pt x="15" y="2"/>
                </a:cubicBezTo>
                <a:cubicBezTo>
                  <a:pt x="17" y="9"/>
                  <a:pt x="17" y="9"/>
                  <a:pt x="17" y="9"/>
                </a:cubicBezTo>
                <a:cubicBezTo>
                  <a:pt x="17" y="9"/>
                  <a:pt x="17" y="10"/>
                  <a:pt x="18" y="10"/>
                </a:cubicBezTo>
                <a:cubicBezTo>
                  <a:pt x="24" y="12"/>
                  <a:pt x="24" y="12"/>
                  <a:pt x="24" y="12"/>
                </a:cubicBezTo>
                <a:cubicBezTo>
                  <a:pt x="26" y="12"/>
                  <a:pt x="26" y="15"/>
                  <a:pt x="24" y="15"/>
                </a:cubicBezTo>
                <a:cubicBezTo>
                  <a:pt x="18" y="17"/>
                  <a:pt x="18" y="17"/>
                  <a:pt x="18" y="17"/>
                </a:cubicBezTo>
                <a:cubicBezTo>
                  <a:pt x="17" y="17"/>
                  <a:pt x="17" y="18"/>
                  <a:pt x="17" y="18"/>
                </a:cubicBezTo>
                <a:cubicBezTo>
                  <a:pt x="15" y="25"/>
                  <a:pt x="15" y="25"/>
                  <a:pt x="15" y="25"/>
                </a:cubicBezTo>
                <a:cubicBezTo>
                  <a:pt x="14" y="27"/>
                  <a:pt x="12" y="27"/>
                  <a:pt x="11" y="25"/>
                </a:cubicBez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7"/>
                  <a:pt x="8" y="17"/>
                </a:cubicBezTo>
                <a:cubicBezTo>
                  <a:pt x="2" y="15"/>
                  <a:pt x="2" y="15"/>
                  <a:pt x="2" y="15"/>
                </a:cubicBezTo>
                <a:cubicBezTo>
                  <a:pt x="0" y="15"/>
                  <a:pt x="0" y="12"/>
                  <a:pt x="2" y="12"/>
                </a:cubicBezTo>
                <a:cubicBezTo>
                  <a:pt x="8" y="10"/>
                  <a:pt x="8" y="10"/>
                  <a:pt x="8" y="10"/>
                </a:cubicBezTo>
                <a:cubicBezTo>
                  <a:pt x="9" y="10"/>
                  <a:pt x="9" y="9"/>
                  <a:pt x="9" y="9"/>
                </a:cubicBezTo>
                <a:close/>
              </a:path>
            </a:pathLst>
          </a:custGeom>
          <a:solidFill>
            <a:srgbClr val="4B72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Freeform 917"/>
          <p:cNvSpPr/>
          <p:nvPr/>
        </p:nvSpPr>
        <p:spPr bwMode="auto">
          <a:xfrm>
            <a:off x="10422803" y="2901861"/>
            <a:ext cx="144462" cy="144463"/>
          </a:xfrm>
          <a:custGeom>
            <a:avLst/>
            <a:gdLst>
              <a:gd name="T0" fmla="*/ 7 w 20"/>
              <a:gd name="T1" fmla="*/ 6 h 20"/>
              <a:gd name="T2" fmla="*/ 9 w 20"/>
              <a:gd name="T3" fmla="*/ 1 h 20"/>
              <a:gd name="T4" fmla="*/ 11 w 20"/>
              <a:gd name="T5" fmla="*/ 1 h 20"/>
              <a:gd name="T6" fmla="*/ 13 w 20"/>
              <a:gd name="T7" fmla="*/ 6 h 20"/>
              <a:gd name="T8" fmla="*/ 14 w 20"/>
              <a:gd name="T9" fmla="*/ 7 h 20"/>
              <a:gd name="T10" fmla="*/ 19 w 20"/>
              <a:gd name="T11" fmla="*/ 9 h 20"/>
              <a:gd name="T12" fmla="*/ 19 w 20"/>
              <a:gd name="T13" fmla="*/ 11 h 20"/>
              <a:gd name="T14" fmla="*/ 14 w 20"/>
              <a:gd name="T15" fmla="*/ 13 h 20"/>
              <a:gd name="T16" fmla="*/ 13 w 20"/>
              <a:gd name="T17" fmla="*/ 14 h 20"/>
              <a:gd name="T18" fmla="*/ 11 w 20"/>
              <a:gd name="T19" fmla="*/ 18 h 20"/>
              <a:gd name="T20" fmla="*/ 9 w 20"/>
              <a:gd name="T21" fmla="*/ 18 h 20"/>
              <a:gd name="T22" fmla="*/ 7 w 20"/>
              <a:gd name="T23" fmla="*/ 14 h 20"/>
              <a:gd name="T24" fmla="*/ 6 w 20"/>
              <a:gd name="T25" fmla="*/ 13 h 20"/>
              <a:gd name="T26" fmla="*/ 2 w 20"/>
              <a:gd name="T27" fmla="*/ 11 h 20"/>
              <a:gd name="T28" fmla="*/ 2 w 20"/>
              <a:gd name="T29" fmla="*/ 9 h 20"/>
              <a:gd name="T30" fmla="*/ 6 w 20"/>
              <a:gd name="T31" fmla="*/ 7 h 20"/>
              <a:gd name="T32" fmla="*/ 7 w 20"/>
              <a:gd name="T33" fmla="*/ 6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0" h="20">
                <a:moveTo>
                  <a:pt x="7" y="6"/>
                </a:moveTo>
                <a:cubicBezTo>
                  <a:pt x="9" y="1"/>
                  <a:pt x="9" y="1"/>
                  <a:pt x="9" y="1"/>
                </a:cubicBezTo>
                <a:cubicBezTo>
                  <a:pt x="9" y="0"/>
                  <a:pt x="11" y="0"/>
                  <a:pt x="11" y="1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7"/>
                  <a:pt x="13" y="7"/>
                  <a:pt x="14" y="7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9"/>
                  <a:pt x="20" y="11"/>
                  <a:pt x="19" y="11"/>
                </a:cubicBezTo>
                <a:cubicBezTo>
                  <a:pt x="14" y="13"/>
                  <a:pt x="14" y="13"/>
                  <a:pt x="14" y="13"/>
                </a:cubicBezTo>
                <a:cubicBezTo>
                  <a:pt x="13" y="13"/>
                  <a:pt x="13" y="13"/>
                  <a:pt x="13" y="14"/>
                </a:cubicBezTo>
                <a:cubicBezTo>
                  <a:pt x="11" y="18"/>
                  <a:pt x="11" y="18"/>
                  <a:pt x="11" y="18"/>
                </a:cubicBezTo>
                <a:cubicBezTo>
                  <a:pt x="11" y="20"/>
                  <a:pt x="9" y="20"/>
                  <a:pt x="9" y="18"/>
                </a:cubicBezTo>
                <a:cubicBezTo>
                  <a:pt x="7" y="14"/>
                  <a:pt x="7" y="14"/>
                  <a:pt x="7" y="14"/>
                </a:cubicBezTo>
                <a:cubicBezTo>
                  <a:pt x="7" y="13"/>
                  <a:pt x="7" y="13"/>
                  <a:pt x="6" y="13"/>
                </a:cubicBezTo>
                <a:cubicBezTo>
                  <a:pt x="2" y="11"/>
                  <a:pt x="2" y="11"/>
                  <a:pt x="2" y="11"/>
                </a:cubicBezTo>
                <a:cubicBezTo>
                  <a:pt x="0" y="11"/>
                  <a:pt x="0" y="9"/>
                  <a:pt x="2" y="9"/>
                </a:cubicBezTo>
                <a:cubicBezTo>
                  <a:pt x="6" y="7"/>
                  <a:pt x="6" y="7"/>
                  <a:pt x="6" y="7"/>
                </a:cubicBezTo>
                <a:cubicBezTo>
                  <a:pt x="7" y="7"/>
                  <a:pt x="7" y="7"/>
                  <a:pt x="7" y="6"/>
                </a:cubicBezTo>
                <a:close/>
              </a:path>
            </a:pathLst>
          </a:custGeom>
          <a:solidFill>
            <a:srgbClr val="4BAB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918"/>
          <p:cNvSpPr/>
          <p:nvPr/>
        </p:nvSpPr>
        <p:spPr bwMode="auto">
          <a:xfrm>
            <a:off x="9355832" y="380538"/>
            <a:ext cx="215900" cy="209550"/>
          </a:xfrm>
          <a:custGeom>
            <a:avLst/>
            <a:gdLst>
              <a:gd name="T0" fmla="*/ 11 w 30"/>
              <a:gd name="T1" fmla="*/ 9 h 29"/>
              <a:gd name="T2" fmla="*/ 13 w 30"/>
              <a:gd name="T3" fmla="*/ 2 h 29"/>
              <a:gd name="T4" fmla="*/ 17 w 30"/>
              <a:gd name="T5" fmla="*/ 2 h 29"/>
              <a:gd name="T6" fmla="*/ 19 w 30"/>
              <a:gd name="T7" fmla="*/ 9 h 29"/>
              <a:gd name="T8" fmla="*/ 21 w 30"/>
              <a:gd name="T9" fmla="*/ 10 h 29"/>
              <a:gd name="T10" fmla="*/ 28 w 30"/>
              <a:gd name="T11" fmla="*/ 12 h 29"/>
              <a:gd name="T12" fmla="*/ 28 w 30"/>
              <a:gd name="T13" fmla="*/ 16 h 29"/>
              <a:gd name="T14" fmla="*/ 21 w 30"/>
              <a:gd name="T15" fmla="*/ 18 h 29"/>
              <a:gd name="T16" fmla="*/ 19 w 30"/>
              <a:gd name="T17" fmla="*/ 20 h 29"/>
              <a:gd name="T18" fmla="*/ 17 w 30"/>
              <a:gd name="T19" fmla="*/ 27 h 29"/>
              <a:gd name="T20" fmla="*/ 13 w 30"/>
              <a:gd name="T21" fmla="*/ 27 h 29"/>
              <a:gd name="T22" fmla="*/ 11 w 30"/>
              <a:gd name="T23" fmla="*/ 20 h 29"/>
              <a:gd name="T24" fmla="*/ 10 w 30"/>
              <a:gd name="T25" fmla="*/ 18 h 29"/>
              <a:gd name="T26" fmla="*/ 3 w 30"/>
              <a:gd name="T27" fmla="*/ 16 h 29"/>
              <a:gd name="T28" fmla="*/ 3 w 30"/>
              <a:gd name="T29" fmla="*/ 12 h 29"/>
              <a:gd name="T30" fmla="*/ 10 w 30"/>
              <a:gd name="T31" fmla="*/ 10 h 29"/>
              <a:gd name="T32" fmla="*/ 11 w 30"/>
              <a:gd name="T33" fmla="*/ 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0" h="29">
                <a:moveTo>
                  <a:pt x="11" y="9"/>
                </a:moveTo>
                <a:cubicBezTo>
                  <a:pt x="13" y="2"/>
                  <a:pt x="13" y="2"/>
                  <a:pt x="13" y="2"/>
                </a:cubicBezTo>
                <a:cubicBezTo>
                  <a:pt x="14" y="0"/>
                  <a:pt x="17" y="0"/>
                  <a:pt x="17" y="2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10"/>
                  <a:pt x="20" y="10"/>
                  <a:pt x="21" y="10"/>
                </a:cubicBezTo>
                <a:cubicBezTo>
                  <a:pt x="28" y="12"/>
                  <a:pt x="28" y="12"/>
                  <a:pt x="28" y="12"/>
                </a:cubicBezTo>
                <a:cubicBezTo>
                  <a:pt x="30" y="13"/>
                  <a:pt x="30" y="16"/>
                  <a:pt x="28" y="16"/>
                </a:cubicBezTo>
                <a:cubicBezTo>
                  <a:pt x="21" y="18"/>
                  <a:pt x="21" y="18"/>
                  <a:pt x="21" y="18"/>
                </a:cubicBezTo>
                <a:cubicBezTo>
                  <a:pt x="20" y="19"/>
                  <a:pt x="19" y="19"/>
                  <a:pt x="19" y="20"/>
                </a:cubicBezTo>
                <a:cubicBezTo>
                  <a:pt x="17" y="27"/>
                  <a:pt x="17" y="27"/>
                  <a:pt x="17" y="27"/>
                </a:cubicBezTo>
                <a:cubicBezTo>
                  <a:pt x="17" y="29"/>
                  <a:pt x="14" y="29"/>
                  <a:pt x="13" y="27"/>
                </a:cubicBezTo>
                <a:cubicBezTo>
                  <a:pt x="11" y="20"/>
                  <a:pt x="11" y="20"/>
                  <a:pt x="11" y="20"/>
                </a:cubicBezTo>
                <a:cubicBezTo>
                  <a:pt x="11" y="19"/>
                  <a:pt x="11" y="19"/>
                  <a:pt x="10" y="18"/>
                </a:cubicBezTo>
                <a:cubicBezTo>
                  <a:pt x="3" y="16"/>
                  <a:pt x="3" y="16"/>
                  <a:pt x="3" y="16"/>
                </a:cubicBezTo>
                <a:cubicBezTo>
                  <a:pt x="0" y="16"/>
                  <a:pt x="0" y="13"/>
                  <a:pt x="3" y="12"/>
                </a:cubicBezTo>
                <a:cubicBezTo>
                  <a:pt x="10" y="10"/>
                  <a:pt x="10" y="10"/>
                  <a:pt x="10" y="10"/>
                </a:cubicBezTo>
                <a:cubicBezTo>
                  <a:pt x="11" y="10"/>
                  <a:pt x="11" y="10"/>
                  <a:pt x="11" y="9"/>
                </a:cubicBezTo>
                <a:close/>
              </a:path>
            </a:pathLst>
          </a:custGeom>
          <a:solidFill>
            <a:srgbClr val="4BAB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Freeform 1081"/>
          <p:cNvSpPr/>
          <p:nvPr/>
        </p:nvSpPr>
        <p:spPr bwMode="auto">
          <a:xfrm>
            <a:off x="2759930" y="2393358"/>
            <a:ext cx="433387" cy="447675"/>
          </a:xfrm>
          <a:custGeom>
            <a:avLst/>
            <a:gdLst>
              <a:gd name="T0" fmla="*/ 42 w 60"/>
              <a:gd name="T1" fmla="*/ 5 h 62"/>
              <a:gd name="T2" fmla="*/ 43 w 60"/>
              <a:gd name="T3" fmla="*/ 19 h 62"/>
              <a:gd name="T4" fmla="*/ 45 w 60"/>
              <a:gd name="T5" fmla="*/ 22 h 62"/>
              <a:gd name="T6" fmla="*/ 57 w 60"/>
              <a:gd name="T7" fmla="*/ 29 h 62"/>
              <a:gd name="T8" fmla="*/ 56 w 60"/>
              <a:gd name="T9" fmla="*/ 36 h 62"/>
              <a:gd name="T10" fmla="*/ 44 w 60"/>
              <a:gd name="T11" fmla="*/ 41 h 62"/>
              <a:gd name="T12" fmla="*/ 41 w 60"/>
              <a:gd name="T13" fmla="*/ 44 h 62"/>
              <a:gd name="T14" fmla="*/ 38 w 60"/>
              <a:gd name="T15" fmla="*/ 57 h 62"/>
              <a:gd name="T16" fmla="*/ 32 w 60"/>
              <a:gd name="T17" fmla="*/ 59 h 62"/>
              <a:gd name="T18" fmla="*/ 23 w 60"/>
              <a:gd name="T19" fmla="*/ 49 h 62"/>
              <a:gd name="T20" fmla="*/ 19 w 60"/>
              <a:gd name="T21" fmla="*/ 47 h 62"/>
              <a:gd name="T22" fmla="*/ 5 w 60"/>
              <a:gd name="T23" fmla="*/ 49 h 62"/>
              <a:gd name="T24" fmla="*/ 2 w 60"/>
              <a:gd name="T25" fmla="*/ 43 h 62"/>
              <a:gd name="T26" fmla="*/ 9 w 60"/>
              <a:gd name="T27" fmla="*/ 31 h 62"/>
              <a:gd name="T28" fmla="*/ 9 w 60"/>
              <a:gd name="T29" fmla="*/ 27 h 62"/>
              <a:gd name="T30" fmla="*/ 3 w 60"/>
              <a:gd name="T31" fmla="*/ 14 h 62"/>
              <a:gd name="T32" fmla="*/ 8 w 60"/>
              <a:gd name="T33" fmla="*/ 9 h 62"/>
              <a:gd name="T34" fmla="*/ 21 w 60"/>
              <a:gd name="T35" fmla="*/ 12 h 62"/>
              <a:gd name="T36" fmla="*/ 25 w 60"/>
              <a:gd name="T37" fmla="*/ 11 h 62"/>
              <a:gd name="T38" fmla="*/ 35 w 60"/>
              <a:gd name="T39" fmla="*/ 2 h 62"/>
              <a:gd name="T40" fmla="*/ 42 w 60"/>
              <a:gd name="T41" fmla="*/ 5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0" h="62">
                <a:moveTo>
                  <a:pt x="42" y="5"/>
                </a:moveTo>
                <a:cubicBezTo>
                  <a:pt x="43" y="19"/>
                  <a:pt x="43" y="19"/>
                  <a:pt x="43" y="19"/>
                </a:cubicBezTo>
                <a:cubicBezTo>
                  <a:pt x="43" y="20"/>
                  <a:pt x="44" y="21"/>
                  <a:pt x="45" y="22"/>
                </a:cubicBezTo>
                <a:cubicBezTo>
                  <a:pt x="57" y="29"/>
                  <a:pt x="57" y="29"/>
                  <a:pt x="57" y="29"/>
                </a:cubicBezTo>
                <a:cubicBezTo>
                  <a:pt x="60" y="30"/>
                  <a:pt x="59" y="34"/>
                  <a:pt x="56" y="36"/>
                </a:cubicBezTo>
                <a:cubicBezTo>
                  <a:pt x="44" y="41"/>
                  <a:pt x="44" y="41"/>
                  <a:pt x="44" y="41"/>
                </a:cubicBezTo>
                <a:cubicBezTo>
                  <a:pt x="42" y="42"/>
                  <a:pt x="42" y="43"/>
                  <a:pt x="41" y="44"/>
                </a:cubicBezTo>
                <a:cubicBezTo>
                  <a:pt x="38" y="57"/>
                  <a:pt x="38" y="57"/>
                  <a:pt x="38" y="57"/>
                </a:cubicBezTo>
                <a:cubicBezTo>
                  <a:pt x="38" y="61"/>
                  <a:pt x="34" y="62"/>
                  <a:pt x="32" y="59"/>
                </a:cubicBezTo>
                <a:cubicBezTo>
                  <a:pt x="23" y="49"/>
                  <a:pt x="23" y="49"/>
                  <a:pt x="23" y="49"/>
                </a:cubicBezTo>
                <a:cubicBezTo>
                  <a:pt x="22" y="48"/>
                  <a:pt x="20" y="47"/>
                  <a:pt x="19" y="47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6"/>
                  <a:pt x="2" y="43"/>
                </a:cubicBezTo>
                <a:cubicBezTo>
                  <a:pt x="9" y="31"/>
                  <a:pt x="9" y="31"/>
                  <a:pt x="9" y="31"/>
                </a:cubicBezTo>
                <a:cubicBezTo>
                  <a:pt x="9" y="30"/>
                  <a:pt x="10" y="28"/>
                  <a:pt x="9" y="27"/>
                </a:cubicBezTo>
                <a:cubicBezTo>
                  <a:pt x="3" y="14"/>
                  <a:pt x="3" y="14"/>
                  <a:pt x="3" y="14"/>
                </a:cubicBezTo>
                <a:cubicBezTo>
                  <a:pt x="2" y="12"/>
                  <a:pt x="5" y="8"/>
                  <a:pt x="8" y="9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3"/>
                  <a:pt x="24" y="12"/>
                  <a:pt x="25" y="11"/>
                </a:cubicBezTo>
                <a:cubicBezTo>
                  <a:pt x="35" y="2"/>
                  <a:pt x="35" y="2"/>
                  <a:pt x="35" y="2"/>
                </a:cubicBezTo>
                <a:cubicBezTo>
                  <a:pt x="38" y="0"/>
                  <a:pt x="42" y="2"/>
                  <a:pt x="42" y="5"/>
                </a:cubicBezTo>
                <a:close/>
              </a:path>
            </a:pathLst>
          </a:custGeom>
          <a:solidFill>
            <a:srgbClr val="F2C8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Freeform 1083"/>
          <p:cNvSpPr/>
          <p:nvPr/>
        </p:nvSpPr>
        <p:spPr bwMode="auto">
          <a:xfrm>
            <a:off x="1215585" y="965111"/>
            <a:ext cx="207962" cy="209550"/>
          </a:xfrm>
          <a:custGeom>
            <a:avLst/>
            <a:gdLst>
              <a:gd name="T0" fmla="*/ 18 w 29"/>
              <a:gd name="T1" fmla="*/ 2 h 29"/>
              <a:gd name="T2" fmla="*/ 20 w 29"/>
              <a:gd name="T3" fmla="*/ 8 h 29"/>
              <a:gd name="T4" fmla="*/ 21 w 29"/>
              <a:gd name="T5" fmla="*/ 9 h 29"/>
              <a:gd name="T6" fmla="*/ 27 w 29"/>
              <a:gd name="T7" fmla="*/ 11 h 29"/>
              <a:gd name="T8" fmla="*/ 28 w 29"/>
              <a:gd name="T9" fmla="*/ 15 h 29"/>
              <a:gd name="T10" fmla="*/ 22 w 29"/>
              <a:gd name="T11" fmla="*/ 19 h 29"/>
              <a:gd name="T12" fmla="*/ 21 w 29"/>
              <a:gd name="T13" fmla="*/ 20 h 29"/>
              <a:gd name="T14" fmla="*/ 21 w 29"/>
              <a:gd name="T15" fmla="*/ 27 h 29"/>
              <a:gd name="T16" fmla="*/ 18 w 29"/>
              <a:gd name="T17" fmla="*/ 28 h 29"/>
              <a:gd name="T18" fmla="*/ 13 w 29"/>
              <a:gd name="T19" fmla="*/ 24 h 29"/>
              <a:gd name="T20" fmla="*/ 11 w 29"/>
              <a:gd name="T21" fmla="*/ 24 h 29"/>
              <a:gd name="T22" fmla="*/ 5 w 29"/>
              <a:gd name="T23" fmla="*/ 26 h 29"/>
              <a:gd name="T24" fmla="*/ 3 w 29"/>
              <a:gd name="T25" fmla="*/ 24 h 29"/>
              <a:gd name="T26" fmla="*/ 5 w 29"/>
              <a:gd name="T27" fmla="*/ 17 h 29"/>
              <a:gd name="T28" fmla="*/ 5 w 29"/>
              <a:gd name="T29" fmla="*/ 16 h 29"/>
              <a:gd name="T30" fmla="*/ 1 w 29"/>
              <a:gd name="T31" fmla="*/ 10 h 29"/>
              <a:gd name="T32" fmla="*/ 2 w 29"/>
              <a:gd name="T33" fmla="*/ 7 h 29"/>
              <a:gd name="T34" fmla="*/ 9 w 29"/>
              <a:gd name="T35" fmla="*/ 7 h 29"/>
              <a:gd name="T36" fmla="*/ 10 w 29"/>
              <a:gd name="T37" fmla="*/ 7 h 29"/>
              <a:gd name="T38" fmla="*/ 14 w 29"/>
              <a:gd name="T39" fmla="*/ 1 h 29"/>
              <a:gd name="T40" fmla="*/ 18 w 29"/>
              <a:gd name="T41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29">
                <a:moveTo>
                  <a:pt x="18" y="2"/>
                </a:moveTo>
                <a:cubicBezTo>
                  <a:pt x="20" y="8"/>
                  <a:pt x="20" y="8"/>
                  <a:pt x="20" y="8"/>
                </a:cubicBezTo>
                <a:cubicBezTo>
                  <a:pt x="20" y="9"/>
                  <a:pt x="20" y="9"/>
                  <a:pt x="21" y="9"/>
                </a:cubicBezTo>
                <a:cubicBezTo>
                  <a:pt x="27" y="11"/>
                  <a:pt x="27" y="11"/>
                  <a:pt x="27" y="11"/>
                </a:cubicBezTo>
                <a:cubicBezTo>
                  <a:pt x="29" y="12"/>
                  <a:pt x="29" y="14"/>
                  <a:pt x="28" y="15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1" y="19"/>
                  <a:pt x="21" y="20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8"/>
                  <a:pt x="20" y="29"/>
                  <a:pt x="18" y="28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2" y="24"/>
                  <a:pt x="11" y="24"/>
                </a:cubicBezTo>
                <a:cubicBezTo>
                  <a:pt x="5" y="26"/>
                  <a:pt x="5" y="26"/>
                  <a:pt x="5" y="26"/>
                </a:cubicBezTo>
                <a:cubicBezTo>
                  <a:pt x="4" y="26"/>
                  <a:pt x="2" y="25"/>
                  <a:pt x="3" y="24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6"/>
                  <a:pt x="5" y="16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9"/>
                  <a:pt x="1" y="7"/>
                  <a:pt x="2" y="7"/>
                </a:cubicBezTo>
                <a:cubicBezTo>
                  <a:pt x="9" y="7"/>
                  <a:pt x="9" y="7"/>
                  <a:pt x="9" y="7"/>
                </a:cubicBezTo>
                <a:cubicBezTo>
                  <a:pt x="10" y="7"/>
                  <a:pt x="10" y="7"/>
                  <a:pt x="10" y="7"/>
                </a:cubicBezTo>
                <a:cubicBezTo>
                  <a:pt x="14" y="1"/>
                  <a:pt x="14" y="1"/>
                  <a:pt x="14" y="1"/>
                </a:cubicBezTo>
                <a:cubicBezTo>
                  <a:pt x="15" y="0"/>
                  <a:pt x="17" y="0"/>
                  <a:pt x="18" y="2"/>
                </a:cubicBezTo>
                <a:close/>
              </a:path>
            </a:pathLst>
          </a:custGeom>
          <a:solidFill>
            <a:srgbClr val="F494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Freeform 1084"/>
          <p:cNvSpPr/>
          <p:nvPr/>
        </p:nvSpPr>
        <p:spPr bwMode="auto">
          <a:xfrm>
            <a:off x="11335828" y="1703960"/>
            <a:ext cx="266700" cy="274638"/>
          </a:xfrm>
          <a:custGeom>
            <a:avLst/>
            <a:gdLst>
              <a:gd name="T0" fmla="*/ 26 w 37"/>
              <a:gd name="T1" fmla="*/ 3 h 38"/>
              <a:gd name="T2" fmla="*/ 27 w 37"/>
              <a:gd name="T3" fmla="*/ 11 h 38"/>
              <a:gd name="T4" fmla="*/ 28 w 37"/>
              <a:gd name="T5" fmla="*/ 13 h 38"/>
              <a:gd name="T6" fmla="*/ 36 w 37"/>
              <a:gd name="T7" fmla="*/ 18 h 38"/>
              <a:gd name="T8" fmla="*/ 35 w 37"/>
              <a:gd name="T9" fmla="*/ 22 h 38"/>
              <a:gd name="T10" fmla="*/ 27 w 37"/>
              <a:gd name="T11" fmla="*/ 25 h 38"/>
              <a:gd name="T12" fmla="*/ 26 w 37"/>
              <a:gd name="T13" fmla="*/ 27 h 38"/>
              <a:gd name="T14" fmla="*/ 24 w 37"/>
              <a:gd name="T15" fmla="*/ 35 h 38"/>
              <a:gd name="T16" fmla="*/ 20 w 37"/>
              <a:gd name="T17" fmla="*/ 36 h 38"/>
              <a:gd name="T18" fmla="*/ 14 w 37"/>
              <a:gd name="T19" fmla="*/ 30 h 38"/>
              <a:gd name="T20" fmla="*/ 12 w 37"/>
              <a:gd name="T21" fmla="*/ 29 h 38"/>
              <a:gd name="T22" fmla="*/ 4 w 37"/>
              <a:gd name="T23" fmla="*/ 30 h 38"/>
              <a:gd name="T24" fmla="*/ 1 w 37"/>
              <a:gd name="T25" fmla="*/ 26 h 38"/>
              <a:gd name="T26" fmla="*/ 6 w 37"/>
              <a:gd name="T27" fmla="*/ 19 h 38"/>
              <a:gd name="T28" fmla="*/ 6 w 37"/>
              <a:gd name="T29" fmla="*/ 17 h 38"/>
              <a:gd name="T30" fmla="*/ 3 w 37"/>
              <a:gd name="T31" fmla="*/ 9 h 38"/>
              <a:gd name="T32" fmla="*/ 5 w 37"/>
              <a:gd name="T33" fmla="*/ 6 h 38"/>
              <a:gd name="T34" fmla="*/ 14 w 37"/>
              <a:gd name="T35" fmla="*/ 8 h 38"/>
              <a:gd name="T36" fmla="*/ 16 w 37"/>
              <a:gd name="T37" fmla="*/ 7 h 38"/>
              <a:gd name="T38" fmla="*/ 22 w 37"/>
              <a:gd name="T39" fmla="*/ 1 h 38"/>
              <a:gd name="T40" fmla="*/ 26 w 37"/>
              <a:gd name="T41" fmla="*/ 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7" h="38">
                <a:moveTo>
                  <a:pt x="26" y="3"/>
                </a:moveTo>
                <a:cubicBezTo>
                  <a:pt x="27" y="11"/>
                  <a:pt x="27" y="11"/>
                  <a:pt x="27" y="11"/>
                </a:cubicBezTo>
                <a:cubicBezTo>
                  <a:pt x="27" y="12"/>
                  <a:pt x="27" y="13"/>
                  <a:pt x="28" y="13"/>
                </a:cubicBezTo>
                <a:cubicBezTo>
                  <a:pt x="36" y="18"/>
                  <a:pt x="36" y="18"/>
                  <a:pt x="36" y="18"/>
                </a:cubicBezTo>
                <a:cubicBezTo>
                  <a:pt x="37" y="19"/>
                  <a:pt x="37" y="21"/>
                  <a:pt x="35" y="22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6"/>
                  <a:pt x="26" y="26"/>
                  <a:pt x="26" y="27"/>
                </a:cubicBezTo>
                <a:cubicBezTo>
                  <a:pt x="24" y="35"/>
                  <a:pt x="24" y="35"/>
                  <a:pt x="24" y="35"/>
                </a:cubicBezTo>
                <a:cubicBezTo>
                  <a:pt x="24" y="37"/>
                  <a:pt x="21" y="38"/>
                  <a:pt x="20" y="36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29"/>
                  <a:pt x="13" y="29"/>
                  <a:pt x="12" y="29"/>
                </a:cubicBezTo>
                <a:cubicBezTo>
                  <a:pt x="4" y="30"/>
                  <a:pt x="4" y="30"/>
                  <a:pt x="4" y="30"/>
                </a:cubicBezTo>
                <a:cubicBezTo>
                  <a:pt x="2" y="30"/>
                  <a:pt x="0" y="28"/>
                  <a:pt x="1" y="26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18"/>
                  <a:pt x="6" y="17"/>
                  <a:pt x="6" y="17"/>
                </a:cubicBezTo>
                <a:cubicBezTo>
                  <a:pt x="3" y="9"/>
                  <a:pt x="3" y="9"/>
                  <a:pt x="3" y="9"/>
                </a:cubicBezTo>
                <a:cubicBezTo>
                  <a:pt x="2" y="7"/>
                  <a:pt x="3" y="5"/>
                  <a:pt x="5" y="6"/>
                </a:cubicBez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5" y="8"/>
                  <a:pt x="16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4" y="0"/>
                  <a:pt x="26" y="1"/>
                  <a:pt x="26" y="3"/>
                </a:cubicBezTo>
                <a:close/>
              </a:path>
            </a:pathLst>
          </a:custGeom>
          <a:solidFill>
            <a:srgbClr val="00C5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Freeform 1089"/>
          <p:cNvSpPr/>
          <p:nvPr/>
        </p:nvSpPr>
        <p:spPr bwMode="auto">
          <a:xfrm>
            <a:off x="4328937" y="657623"/>
            <a:ext cx="258762" cy="274638"/>
          </a:xfrm>
          <a:custGeom>
            <a:avLst/>
            <a:gdLst>
              <a:gd name="T0" fmla="*/ 25 w 36"/>
              <a:gd name="T1" fmla="*/ 3 h 38"/>
              <a:gd name="T2" fmla="*/ 26 w 36"/>
              <a:gd name="T3" fmla="*/ 11 h 38"/>
              <a:gd name="T4" fmla="*/ 27 w 36"/>
              <a:gd name="T5" fmla="*/ 13 h 38"/>
              <a:gd name="T6" fmla="*/ 35 w 36"/>
              <a:gd name="T7" fmla="*/ 18 h 38"/>
              <a:gd name="T8" fmla="*/ 34 w 36"/>
              <a:gd name="T9" fmla="*/ 22 h 38"/>
              <a:gd name="T10" fmla="*/ 27 w 36"/>
              <a:gd name="T11" fmla="*/ 25 h 38"/>
              <a:gd name="T12" fmla="*/ 25 w 36"/>
              <a:gd name="T13" fmla="*/ 27 h 38"/>
              <a:gd name="T14" fmla="*/ 23 w 36"/>
              <a:gd name="T15" fmla="*/ 35 h 38"/>
              <a:gd name="T16" fmla="*/ 19 w 36"/>
              <a:gd name="T17" fmla="*/ 36 h 38"/>
              <a:gd name="T18" fmla="*/ 14 w 36"/>
              <a:gd name="T19" fmla="*/ 30 h 38"/>
              <a:gd name="T20" fmla="*/ 11 w 36"/>
              <a:gd name="T21" fmla="*/ 29 h 38"/>
              <a:gd name="T22" fmla="*/ 3 w 36"/>
              <a:gd name="T23" fmla="*/ 30 h 38"/>
              <a:gd name="T24" fmla="*/ 1 w 36"/>
              <a:gd name="T25" fmla="*/ 26 h 38"/>
              <a:gd name="T26" fmla="*/ 5 w 36"/>
              <a:gd name="T27" fmla="*/ 19 h 38"/>
              <a:gd name="T28" fmla="*/ 5 w 36"/>
              <a:gd name="T29" fmla="*/ 17 h 38"/>
              <a:gd name="T30" fmla="*/ 2 w 36"/>
              <a:gd name="T31" fmla="*/ 9 h 38"/>
              <a:gd name="T32" fmla="*/ 5 w 36"/>
              <a:gd name="T33" fmla="*/ 6 h 38"/>
              <a:gd name="T34" fmla="*/ 13 w 36"/>
              <a:gd name="T35" fmla="*/ 8 h 38"/>
              <a:gd name="T36" fmla="*/ 15 w 36"/>
              <a:gd name="T37" fmla="*/ 7 h 38"/>
              <a:gd name="T38" fmla="*/ 21 w 36"/>
              <a:gd name="T39" fmla="*/ 1 h 38"/>
              <a:gd name="T40" fmla="*/ 25 w 36"/>
              <a:gd name="T41" fmla="*/ 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6" h="38">
                <a:moveTo>
                  <a:pt x="25" y="3"/>
                </a:moveTo>
                <a:cubicBezTo>
                  <a:pt x="26" y="11"/>
                  <a:pt x="26" y="11"/>
                  <a:pt x="26" y="11"/>
                </a:cubicBezTo>
                <a:cubicBezTo>
                  <a:pt x="26" y="12"/>
                  <a:pt x="27" y="13"/>
                  <a:pt x="27" y="13"/>
                </a:cubicBezTo>
                <a:cubicBezTo>
                  <a:pt x="35" y="18"/>
                  <a:pt x="35" y="18"/>
                  <a:pt x="35" y="18"/>
                </a:cubicBezTo>
                <a:cubicBezTo>
                  <a:pt x="36" y="19"/>
                  <a:pt x="36" y="21"/>
                  <a:pt x="34" y="22"/>
                </a:cubicBezTo>
                <a:cubicBezTo>
                  <a:pt x="27" y="25"/>
                  <a:pt x="27" y="25"/>
                  <a:pt x="27" y="25"/>
                </a:cubicBezTo>
                <a:cubicBezTo>
                  <a:pt x="26" y="26"/>
                  <a:pt x="25" y="26"/>
                  <a:pt x="25" y="27"/>
                </a:cubicBezTo>
                <a:cubicBezTo>
                  <a:pt x="23" y="35"/>
                  <a:pt x="23" y="35"/>
                  <a:pt x="23" y="35"/>
                </a:cubicBezTo>
                <a:cubicBezTo>
                  <a:pt x="23" y="37"/>
                  <a:pt x="20" y="38"/>
                  <a:pt x="19" y="36"/>
                </a:cubicBezTo>
                <a:cubicBezTo>
                  <a:pt x="14" y="30"/>
                  <a:pt x="14" y="30"/>
                  <a:pt x="14" y="30"/>
                </a:cubicBezTo>
                <a:cubicBezTo>
                  <a:pt x="13" y="29"/>
                  <a:pt x="12" y="29"/>
                  <a:pt x="11" y="29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1" y="26"/>
                </a:cubicBezTo>
                <a:cubicBezTo>
                  <a:pt x="5" y="19"/>
                  <a:pt x="5" y="19"/>
                  <a:pt x="5" y="19"/>
                </a:cubicBezTo>
                <a:cubicBezTo>
                  <a:pt x="6" y="18"/>
                  <a:pt x="6" y="17"/>
                  <a:pt x="5" y="17"/>
                </a:cubicBezTo>
                <a:cubicBezTo>
                  <a:pt x="2" y="9"/>
                  <a:pt x="2" y="9"/>
                  <a:pt x="2" y="9"/>
                </a:cubicBezTo>
                <a:cubicBezTo>
                  <a:pt x="1" y="7"/>
                  <a:pt x="3" y="5"/>
                  <a:pt x="5" y="6"/>
                </a:cubicBezTo>
                <a:cubicBezTo>
                  <a:pt x="13" y="8"/>
                  <a:pt x="13" y="8"/>
                  <a:pt x="13" y="8"/>
                </a:cubicBezTo>
                <a:cubicBezTo>
                  <a:pt x="14" y="8"/>
                  <a:pt x="14" y="8"/>
                  <a:pt x="15" y="7"/>
                </a:cubicBezTo>
                <a:cubicBezTo>
                  <a:pt x="21" y="1"/>
                  <a:pt x="21" y="1"/>
                  <a:pt x="21" y="1"/>
                </a:cubicBezTo>
                <a:cubicBezTo>
                  <a:pt x="23" y="0"/>
                  <a:pt x="25" y="1"/>
                  <a:pt x="25" y="3"/>
                </a:cubicBezTo>
                <a:close/>
              </a:path>
            </a:pathLst>
          </a:custGeom>
          <a:solidFill>
            <a:srgbClr val="00C5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10134801" y="5556338"/>
            <a:ext cx="831950" cy="1846929"/>
            <a:chOff x="4051301" y="4313238"/>
            <a:chExt cx="1270000" cy="2819400"/>
          </a:xfrm>
        </p:grpSpPr>
        <p:sp>
          <p:nvSpPr>
            <p:cNvPr id="73" name="Freeform 937"/>
            <p:cNvSpPr/>
            <p:nvPr/>
          </p:nvSpPr>
          <p:spPr bwMode="auto">
            <a:xfrm>
              <a:off x="4432301" y="4632325"/>
              <a:ext cx="889000" cy="679450"/>
            </a:xfrm>
            <a:custGeom>
              <a:avLst/>
              <a:gdLst>
                <a:gd name="T0" fmla="*/ 5 w 560"/>
                <a:gd name="T1" fmla="*/ 282 h 428"/>
                <a:gd name="T2" fmla="*/ 0 w 560"/>
                <a:gd name="T3" fmla="*/ 309 h 428"/>
                <a:gd name="T4" fmla="*/ 555 w 560"/>
                <a:gd name="T5" fmla="*/ 428 h 428"/>
                <a:gd name="T6" fmla="*/ 560 w 560"/>
                <a:gd name="T7" fmla="*/ 405 h 428"/>
                <a:gd name="T8" fmla="*/ 478 w 560"/>
                <a:gd name="T9" fmla="*/ 54 h 428"/>
                <a:gd name="T10" fmla="*/ 228 w 560"/>
                <a:gd name="T11" fmla="*/ 0 h 428"/>
                <a:gd name="T12" fmla="*/ 5 w 560"/>
                <a:gd name="T13" fmla="*/ 282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0" h="428">
                  <a:moveTo>
                    <a:pt x="5" y="282"/>
                  </a:moveTo>
                  <a:lnTo>
                    <a:pt x="0" y="309"/>
                  </a:lnTo>
                  <a:lnTo>
                    <a:pt x="555" y="428"/>
                  </a:lnTo>
                  <a:lnTo>
                    <a:pt x="560" y="405"/>
                  </a:lnTo>
                  <a:lnTo>
                    <a:pt x="478" y="54"/>
                  </a:lnTo>
                  <a:lnTo>
                    <a:pt x="228" y="0"/>
                  </a:lnTo>
                  <a:lnTo>
                    <a:pt x="5" y="282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Freeform 938"/>
            <p:cNvSpPr/>
            <p:nvPr/>
          </p:nvSpPr>
          <p:spPr bwMode="auto">
            <a:xfrm>
              <a:off x="4794251" y="4313238"/>
              <a:ext cx="396875" cy="404813"/>
            </a:xfrm>
            <a:custGeom>
              <a:avLst/>
              <a:gdLst>
                <a:gd name="T0" fmla="*/ 31 w 55"/>
                <a:gd name="T1" fmla="*/ 5 h 56"/>
                <a:gd name="T2" fmla="*/ 0 w 55"/>
                <a:gd name="T3" fmla="*/ 44 h 56"/>
                <a:gd name="T4" fmla="*/ 55 w 55"/>
                <a:gd name="T5" fmla="*/ 56 h 56"/>
                <a:gd name="T6" fmla="*/ 43 w 55"/>
                <a:gd name="T7" fmla="*/ 7 h 56"/>
                <a:gd name="T8" fmla="*/ 31 w 55"/>
                <a:gd name="T9" fmla="*/ 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56">
                  <a:moveTo>
                    <a:pt x="31" y="5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2" y="2"/>
                    <a:pt x="35" y="0"/>
                    <a:pt x="31" y="5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Freeform 939"/>
            <p:cNvSpPr/>
            <p:nvPr/>
          </p:nvSpPr>
          <p:spPr bwMode="auto">
            <a:xfrm>
              <a:off x="5032376" y="4683125"/>
              <a:ext cx="288925" cy="628650"/>
            </a:xfrm>
            <a:custGeom>
              <a:avLst/>
              <a:gdLst>
                <a:gd name="T0" fmla="*/ 118 w 182"/>
                <a:gd name="T1" fmla="*/ 386 h 396"/>
                <a:gd name="T2" fmla="*/ 177 w 182"/>
                <a:gd name="T3" fmla="*/ 396 h 396"/>
                <a:gd name="T4" fmla="*/ 182 w 182"/>
                <a:gd name="T5" fmla="*/ 373 h 396"/>
                <a:gd name="T6" fmla="*/ 100 w 182"/>
                <a:gd name="T7" fmla="*/ 22 h 396"/>
                <a:gd name="T8" fmla="*/ 0 w 182"/>
                <a:gd name="T9" fmla="*/ 0 h 396"/>
                <a:gd name="T10" fmla="*/ 13 w 182"/>
                <a:gd name="T11" fmla="*/ 350 h 396"/>
                <a:gd name="T12" fmla="*/ 118 w 182"/>
                <a:gd name="T13" fmla="*/ 386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2" h="396">
                  <a:moveTo>
                    <a:pt x="118" y="386"/>
                  </a:moveTo>
                  <a:lnTo>
                    <a:pt x="177" y="396"/>
                  </a:lnTo>
                  <a:lnTo>
                    <a:pt x="182" y="373"/>
                  </a:lnTo>
                  <a:lnTo>
                    <a:pt x="100" y="22"/>
                  </a:lnTo>
                  <a:lnTo>
                    <a:pt x="0" y="0"/>
                  </a:lnTo>
                  <a:lnTo>
                    <a:pt x="13" y="350"/>
                  </a:lnTo>
                  <a:lnTo>
                    <a:pt x="118" y="386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" name="Freeform 940"/>
            <p:cNvSpPr/>
            <p:nvPr/>
          </p:nvSpPr>
          <p:spPr bwMode="auto">
            <a:xfrm>
              <a:off x="4368801" y="5130800"/>
              <a:ext cx="952500" cy="1163638"/>
            </a:xfrm>
            <a:custGeom>
              <a:avLst/>
              <a:gdLst>
                <a:gd name="T0" fmla="*/ 463 w 600"/>
                <a:gd name="T1" fmla="*/ 733 h 733"/>
                <a:gd name="T2" fmla="*/ 600 w 600"/>
                <a:gd name="T3" fmla="*/ 104 h 733"/>
                <a:gd name="T4" fmla="*/ 131 w 600"/>
                <a:gd name="T5" fmla="*/ 0 h 733"/>
                <a:gd name="T6" fmla="*/ 0 w 600"/>
                <a:gd name="T7" fmla="*/ 628 h 733"/>
                <a:gd name="T8" fmla="*/ 463 w 600"/>
                <a:gd name="T9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0" h="733">
                  <a:moveTo>
                    <a:pt x="463" y="733"/>
                  </a:moveTo>
                  <a:lnTo>
                    <a:pt x="600" y="104"/>
                  </a:lnTo>
                  <a:lnTo>
                    <a:pt x="131" y="0"/>
                  </a:lnTo>
                  <a:lnTo>
                    <a:pt x="0" y="628"/>
                  </a:lnTo>
                  <a:lnTo>
                    <a:pt x="463" y="733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Freeform 941"/>
            <p:cNvSpPr/>
            <p:nvPr/>
          </p:nvSpPr>
          <p:spPr bwMode="auto">
            <a:xfrm>
              <a:off x="4230688" y="5102225"/>
              <a:ext cx="404812" cy="1039813"/>
            </a:xfrm>
            <a:custGeom>
              <a:avLst/>
              <a:gdLst>
                <a:gd name="T0" fmla="*/ 118 w 255"/>
                <a:gd name="T1" fmla="*/ 655 h 655"/>
                <a:gd name="T2" fmla="*/ 255 w 255"/>
                <a:gd name="T3" fmla="*/ 27 h 655"/>
                <a:gd name="T4" fmla="*/ 132 w 255"/>
                <a:gd name="T5" fmla="*/ 0 h 655"/>
                <a:gd name="T6" fmla="*/ 0 w 255"/>
                <a:gd name="T7" fmla="*/ 628 h 655"/>
                <a:gd name="T8" fmla="*/ 118 w 255"/>
                <a:gd name="T9" fmla="*/ 655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655">
                  <a:moveTo>
                    <a:pt x="118" y="655"/>
                  </a:moveTo>
                  <a:lnTo>
                    <a:pt x="255" y="27"/>
                  </a:lnTo>
                  <a:lnTo>
                    <a:pt x="132" y="0"/>
                  </a:lnTo>
                  <a:lnTo>
                    <a:pt x="0" y="628"/>
                  </a:lnTo>
                  <a:lnTo>
                    <a:pt x="118" y="655"/>
                  </a:lnTo>
                  <a:close/>
                </a:path>
              </a:pathLst>
            </a:custGeom>
            <a:solidFill>
              <a:srgbClr val="E17A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Freeform 942"/>
            <p:cNvSpPr/>
            <p:nvPr/>
          </p:nvSpPr>
          <p:spPr bwMode="auto">
            <a:xfrm>
              <a:off x="4845051" y="5238750"/>
              <a:ext cx="476250" cy="1055688"/>
            </a:xfrm>
            <a:custGeom>
              <a:avLst/>
              <a:gdLst>
                <a:gd name="T0" fmla="*/ 163 w 300"/>
                <a:gd name="T1" fmla="*/ 665 h 665"/>
                <a:gd name="T2" fmla="*/ 300 w 300"/>
                <a:gd name="T3" fmla="*/ 36 h 665"/>
                <a:gd name="T4" fmla="*/ 131 w 300"/>
                <a:gd name="T5" fmla="*/ 0 h 665"/>
                <a:gd name="T6" fmla="*/ 0 w 300"/>
                <a:gd name="T7" fmla="*/ 628 h 665"/>
                <a:gd name="T8" fmla="*/ 163 w 300"/>
                <a:gd name="T9" fmla="*/ 665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665">
                  <a:moveTo>
                    <a:pt x="163" y="665"/>
                  </a:moveTo>
                  <a:lnTo>
                    <a:pt x="300" y="36"/>
                  </a:lnTo>
                  <a:lnTo>
                    <a:pt x="131" y="0"/>
                  </a:lnTo>
                  <a:lnTo>
                    <a:pt x="0" y="628"/>
                  </a:lnTo>
                  <a:lnTo>
                    <a:pt x="163" y="665"/>
                  </a:lnTo>
                  <a:close/>
                </a:path>
              </a:pathLst>
            </a:custGeom>
            <a:solidFill>
              <a:srgbClr val="B83B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" name="Freeform 943"/>
            <p:cNvSpPr/>
            <p:nvPr/>
          </p:nvSpPr>
          <p:spPr bwMode="auto">
            <a:xfrm>
              <a:off x="4051301" y="6438900"/>
              <a:ext cx="973137" cy="693738"/>
            </a:xfrm>
            <a:custGeom>
              <a:avLst/>
              <a:gdLst>
                <a:gd name="T0" fmla="*/ 134 w 135"/>
                <a:gd name="T1" fmla="*/ 35 h 96"/>
                <a:gd name="T2" fmla="*/ 122 w 135"/>
                <a:gd name="T3" fmla="*/ 88 h 96"/>
                <a:gd name="T4" fmla="*/ 112 w 135"/>
                <a:gd name="T5" fmla="*/ 95 h 96"/>
                <a:gd name="T6" fmla="*/ 8 w 135"/>
                <a:gd name="T7" fmla="*/ 72 h 96"/>
                <a:gd name="T8" fmla="*/ 1 w 135"/>
                <a:gd name="T9" fmla="*/ 61 h 96"/>
                <a:gd name="T10" fmla="*/ 13 w 135"/>
                <a:gd name="T11" fmla="*/ 8 h 96"/>
                <a:gd name="T12" fmla="*/ 23 w 135"/>
                <a:gd name="T13" fmla="*/ 1 h 96"/>
                <a:gd name="T14" fmla="*/ 128 w 135"/>
                <a:gd name="T15" fmla="*/ 24 h 96"/>
                <a:gd name="T16" fmla="*/ 134 w 135"/>
                <a:gd name="T17" fmla="*/ 3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96">
                  <a:moveTo>
                    <a:pt x="134" y="35"/>
                  </a:moveTo>
                  <a:cubicBezTo>
                    <a:pt x="122" y="88"/>
                    <a:pt x="122" y="88"/>
                    <a:pt x="122" y="88"/>
                  </a:cubicBezTo>
                  <a:cubicBezTo>
                    <a:pt x="121" y="93"/>
                    <a:pt x="117" y="96"/>
                    <a:pt x="112" y="95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3" y="71"/>
                    <a:pt x="0" y="66"/>
                    <a:pt x="1" y="61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3"/>
                    <a:pt x="19" y="0"/>
                    <a:pt x="23" y="1"/>
                  </a:cubicBezTo>
                  <a:cubicBezTo>
                    <a:pt x="128" y="24"/>
                    <a:pt x="128" y="24"/>
                    <a:pt x="128" y="24"/>
                  </a:cubicBezTo>
                  <a:cubicBezTo>
                    <a:pt x="132" y="25"/>
                    <a:pt x="135" y="30"/>
                    <a:pt x="134" y="35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" name="Freeform 944"/>
            <p:cNvSpPr/>
            <p:nvPr/>
          </p:nvSpPr>
          <p:spPr bwMode="auto">
            <a:xfrm>
              <a:off x="4130676" y="6062663"/>
              <a:ext cx="981075" cy="679450"/>
            </a:xfrm>
            <a:custGeom>
              <a:avLst/>
              <a:gdLst>
                <a:gd name="T0" fmla="*/ 554 w 618"/>
                <a:gd name="T1" fmla="*/ 428 h 428"/>
                <a:gd name="T2" fmla="*/ 618 w 618"/>
                <a:gd name="T3" fmla="*/ 123 h 428"/>
                <a:gd name="T4" fmla="*/ 68 w 618"/>
                <a:gd name="T5" fmla="*/ 0 h 428"/>
                <a:gd name="T6" fmla="*/ 0 w 618"/>
                <a:gd name="T7" fmla="*/ 309 h 428"/>
                <a:gd name="T8" fmla="*/ 554 w 618"/>
                <a:gd name="T9" fmla="*/ 428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8" h="428">
                  <a:moveTo>
                    <a:pt x="554" y="428"/>
                  </a:moveTo>
                  <a:lnTo>
                    <a:pt x="618" y="123"/>
                  </a:lnTo>
                  <a:lnTo>
                    <a:pt x="68" y="0"/>
                  </a:lnTo>
                  <a:lnTo>
                    <a:pt x="0" y="309"/>
                  </a:lnTo>
                  <a:lnTo>
                    <a:pt x="554" y="428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" name="Freeform 945"/>
            <p:cNvSpPr/>
            <p:nvPr/>
          </p:nvSpPr>
          <p:spPr bwMode="auto">
            <a:xfrm>
              <a:off x="4729163" y="6199188"/>
              <a:ext cx="382587" cy="542925"/>
            </a:xfrm>
            <a:custGeom>
              <a:avLst/>
              <a:gdLst>
                <a:gd name="T0" fmla="*/ 177 w 241"/>
                <a:gd name="T1" fmla="*/ 342 h 342"/>
                <a:gd name="T2" fmla="*/ 241 w 241"/>
                <a:gd name="T3" fmla="*/ 37 h 342"/>
                <a:gd name="T4" fmla="*/ 68 w 241"/>
                <a:gd name="T5" fmla="*/ 0 h 342"/>
                <a:gd name="T6" fmla="*/ 0 w 241"/>
                <a:gd name="T7" fmla="*/ 305 h 342"/>
                <a:gd name="T8" fmla="*/ 177 w 241"/>
                <a:gd name="T9" fmla="*/ 34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342">
                  <a:moveTo>
                    <a:pt x="177" y="342"/>
                  </a:moveTo>
                  <a:lnTo>
                    <a:pt x="241" y="37"/>
                  </a:lnTo>
                  <a:lnTo>
                    <a:pt x="68" y="0"/>
                  </a:lnTo>
                  <a:lnTo>
                    <a:pt x="0" y="305"/>
                  </a:lnTo>
                  <a:lnTo>
                    <a:pt x="177" y="342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11087383" y="5769526"/>
            <a:ext cx="1097133" cy="1401836"/>
            <a:chOff x="5103813" y="4718050"/>
            <a:chExt cx="1674812" cy="2139951"/>
          </a:xfrm>
        </p:grpSpPr>
        <p:sp>
          <p:nvSpPr>
            <p:cNvPr id="83" name="Freeform 984"/>
            <p:cNvSpPr/>
            <p:nvPr/>
          </p:nvSpPr>
          <p:spPr bwMode="auto">
            <a:xfrm>
              <a:off x="5126038" y="4827588"/>
              <a:ext cx="1652587" cy="2030413"/>
            </a:xfrm>
            <a:custGeom>
              <a:avLst/>
              <a:gdLst>
                <a:gd name="T0" fmla="*/ 219 w 229"/>
                <a:gd name="T1" fmla="*/ 247 h 281"/>
                <a:gd name="T2" fmla="*/ 60 w 229"/>
                <a:gd name="T3" fmla="*/ 280 h 281"/>
                <a:gd name="T4" fmla="*/ 47 w 229"/>
                <a:gd name="T5" fmla="*/ 271 h 281"/>
                <a:gd name="T6" fmla="*/ 1 w 229"/>
                <a:gd name="T7" fmla="*/ 47 h 281"/>
                <a:gd name="T8" fmla="*/ 9 w 229"/>
                <a:gd name="T9" fmla="*/ 34 h 281"/>
                <a:gd name="T10" fmla="*/ 169 w 229"/>
                <a:gd name="T11" fmla="*/ 1 h 281"/>
                <a:gd name="T12" fmla="*/ 181 w 229"/>
                <a:gd name="T13" fmla="*/ 10 h 281"/>
                <a:gd name="T14" fmla="*/ 228 w 229"/>
                <a:gd name="T15" fmla="*/ 234 h 281"/>
                <a:gd name="T16" fmla="*/ 219 w 229"/>
                <a:gd name="T17" fmla="*/ 247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281">
                  <a:moveTo>
                    <a:pt x="219" y="247"/>
                  </a:moveTo>
                  <a:cubicBezTo>
                    <a:pt x="60" y="280"/>
                    <a:pt x="60" y="280"/>
                    <a:pt x="60" y="280"/>
                  </a:cubicBezTo>
                  <a:cubicBezTo>
                    <a:pt x="54" y="281"/>
                    <a:pt x="48" y="277"/>
                    <a:pt x="47" y="271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0" y="41"/>
                    <a:pt x="4" y="35"/>
                    <a:pt x="9" y="34"/>
                  </a:cubicBezTo>
                  <a:cubicBezTo>
                    <a:pt x="169" y="1"/>
                    <a:pt x="169" y="1"/>
                    <a:pt x="169" y="1"/>
                  </a:cubicBezTo>
                  <a:cubicBezTo>
                    <a:pt x="174" y="0"/>
                    <a:pt x="180" y="4"/>
                    <a:pt x="181" y="10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9" y="240"/>
                    <a:pt x="225" y="246"/>
                    <a:pt x="219" y="247"/>
                  </a:cubicBezTo>
                  <a:close/>
                </a:path>
              </a:pathLst>
            </a:custGeom>
            <a:solidFill>
              <a:srgbClr val="4C4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4" name="Freeform 985"/>
            <p:cNvSpPr/>
            <p:nvPr/>
          </p:nvSpPr>
          <p:spPr bwMode="auto">
            <a:xfrm>
              <a:off x="5103813" y="4718050"/>
              <a:ext cx="1652587" cy="2030413"/>
            </a:xfrm>
            <a:custGeom>
              <a:avLst/>
              <a:gdLst>
                <a:gd name="T0" fmla="*/ 219 w 229"/>
                <a:gd name="T1" fmla="*/ 247 h 281"/>
                <a:gd name="T2" fmla="*/ 60 w 229"/>
                <a:gd name="T3" fmla="*/ 280 h 281"/>
                <a:gd name="T4" fmla="*/ 47 w 229"/>
                <a:gd name="T5" fmla="*/ 271 h 281"/>
                <a:gd name="T6" fmla="*/ 1 w 229"/>
                <a:gd name="T7" fmla="*/ 47 h 281"/>
                <a:gd name="T8" fmla="*/ 9 w 229"/>
                <a:gd name="T9" fmla="*/ 34 h 281"/>
                <a:gd name="T10" fmla="*/ 169 w 229"/>
                <a:gd name="T11" fmla="*/ 2 h 281"/>
                <a:gd name="T12" fmla="*/ 181 w 229"/>
                <a:gd name="T13" fmla="*/ 10 h 281"/>
                <a:gd name="T14" fmla="*/ 228 w 229"/>
                <a:gd name="T15" fmla="*/ 234 h 281"/>
                <a:gd name="T16" fmla="*/ 219 w 229"/>
                <a:gd name="T17" fmla="*/ 247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281">
                  <a:moveTo>
                    <a:pt x="219" y="247"/>
                  </a:moveTo>
                  <a:cubicBezTo>
                    <a:pt x="60" y="280"/>
                    <a:pt x="60" y="280"/>
                    <a:pt x="60" y="280"/>
                  </a:cubicBezTo>
                  <a:cubicBezTo>
                    <a:pt x="54" y="281"/>
                    <a:pt x="48" y="277"/>
                    <a:pt x="47" y="271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0" y="41"/>
                    <a:pt x="3" y="36"/>
                    <a:pt x="9" y="34"/>
                  </a:cubicBezTo>
                  <a:cubicBezTo>
                    <a:pt x="169" y="2"/>
                    <a:pt x="169" y="2"/>
                    <a:pt x="169" y="2"/>
                  </a:cubicBezTo>
                  <a:cubicBezTo>
                    <a:pt x="174" y="0"/>
                    <a:pt x="180" y="4"/>
                    <a:pt x="181" y="10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9" y="240"/>
                    <a:pt x="225" y="246"/>
                    <a:pt x="219" y="247"/>
                  </a:cubicBezTo>
                  <a:close/>
                </a:path>
              </a:pathLst>
            </a:custGeom>
            <a:solidFill>
              <a:srgbClr val="4B7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Freeform 986"/>
            <p:cNvSpPr/>
            <p:nvPr/>
          </p:nvSpPr>
          <p:spPr bwMode="auto">
            <a:xfrm>
              <a:off x="5307013" y="4978400"/>
              <a:ext cx="1046162" cy="571500"/>
            </a:xfrm>
            <a:custGeom>
              <a:avLst/>
              <a:gdLst>
                <a:gd name="T0" fmla="*/ 141 w 145"/>
                <a:gd name="T1" fmla="*/ 52 h 79"/>
                <a:gd name="T2" fmla="*/ 15 w 145"/>
                <a:gd name="T3" fmla="*/ 78 h 79"/>
                <a:gd name="T4" fmla="*/ 10 w 145"/>
                <a:gd name="T5" fmla="*/ 74 h 79"/>
                <a:gd name="T6" fmla="*/ 1 w 145"/>
                <a:gd name="T7" fmla="*/ 32 h 79"/>
                <a:gd name="T8" fmla="*/ 5 w 145"/>
                <a:gd name="T9" fmla="*/ 26 h 79"/>
                <a:gd name="T10" fmla="*/ 130 w 145"/>
                <a:gd name="T11" fmla="*/ 0 h 79"/>
                <a:gd name="T12" fmla="*/ 136 w 145"/>
                <a:gd name="T13" fmla="*/ 4 h 79"/>
                <a:gd name="T14" fmla="*/ 145 w 145"/>
                <a:gd name="T15" fmla="*/ 46 h 79"/>
                <a:gd name="T16" fmla="*/ 141 w 145"/>
                <a:gd name="T17" fmla="*/ 52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5" h="79">
                  <a:moveTo>
                    <a:pt x="141" y="52"/>
                  </a:moveTo>
                  <a:cubicBezTo>
                    <a:pt x="15" y="78"/>
                    <a:pt x="15" y="78"/>
                    <a:pt x="15" y="78"/>
                  </a:cubicBezTo>
                  <a:cubicBezTo>
                    <a:pt x="13" y="79"/>
                    <a:pt x="10" y="77"/>
                    <a:pt x="10" y="74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0" y="29"/>
                    <a:pt x="2" y="27"/>
                    <a:pt x="5" y="26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3" y="0"/>
                    <a:pt x="135" y="1"/>
                    <a:pt x="136" y="4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9"/>
                    <a:pt x="143" y="52"/>
                    <a:pt x="141" y="52"/>
                  </a:cubicBez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Freeform 987"/>
            <p:cNvSpPr/>
            <p:nvPr/>
          </p:nvSpPr>
          <p:spPr bwMode="auto">
            <a:xfrm>
              <a:off x="5451476" y="5657850"/>
              <a:ext cx="173037" cy="166688"/>
            </a:xfrm>
            <a:custGeom>
              <a:avLst/>
              <a:gdLst>
                <a:gd name="T0" fmla="*/ 14 w 24"/>
                <a:gd name="T1" fmla="*/ 22 h 23"/>
                <a:gd name="T2" fmla="*/ 14 w 24"/>
                <a:gd name="T3" fmla="*/ 22 h 23"/>
                <a:gd name="T4" fmla="*/ 1 w 24"/>
                <a:gd name="T5" fmla="*/ 14 h 23"/>
                <a:gd name="T6" fmla="*/ 1 w 24"/>
                <a:gd name="T7" fmla="*/ 14 h 23"/>
                <a:gd name="T8" fmla="*/ 10 w 24"/>
                <a:gd name="T9" fmla="*/ 1 h 23"/>
                <a:gd name="T10" fmla="*/ 10 w 24"/>
                <a:gd name="T11" fmla="*/ 1 h 23"/>
                <a:gd name="T12" fmla="*/ 23 w 24"/>
                <a:gd name="T13" fmla="*/ 9 h 23"/>
                <a:gd name="T14" fmla="*/ 23 w 24"/>
                <a:gd name="T15" fmla="*/ 9 h 23"/>
                <a:gd name="T16" fmla="*/ 14 w 24"/>
                <a:gd name="T1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3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3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3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Freeform 988"/>
            <p:cNvSpPr/>
            <p:nvPr/>
          </p:nvSpPr>
          <p:spPr bwMode="auto">
            <a:xfrm>
              <a:off x="5451476" y="5635625"/>
              <a:ext cx="173037" cy="174625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9 w 24"/>
                <a:gd name="T9" fmla="*/ 1 h 24"/>
                <a:gd name="T10" fmla="*/ 9 w 24"/>
                <a:gd name="T11" fmla="*/ 1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3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6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" name="Freeform 989"/>
            <p:cNvSpPr/>
            <p:nvPr/>
          </p:nvSpPr>
          <p:spPr bwMode="auto">
            <a:xfrm>
              <a:off x="5710238" y="5600700"/>
              <a:ext cx="166687" cy="173038"/>
            </a:xfrm>
            <a:custGeom>
              <a:avLst/>
              <a:gdLst>
                <a:gd name="T0" fmla="*/ 14 w 23"/>
                <a:gd name="T1" fmla="*/ 23 h 24"/>
                <a:gd name="T2" fmla="*/ 14 w 23"/>
                <a:gd name="T3" fmla="*/ 23 h 24"/>
                <a:gd name="T4" fmla="*/ 1 w 23"/>
                <a:gd name="T5" fmla="*/ 14 h 24"/>
                <a:gd name="T6" fmla="*/ 1 w 23"/>
                <a:gd name="T7" fmla="*/ 14 h 24"/>
                <a:gd name="T8" fmla="*/ 9 w 23"/>
                <a:gd name="T9" fmla="*/ 1 h 24"/>
                <a:gd name="T10" fmla="*/ 9 w 23"/>
                <a:gd name="T11" fmla="*/ 1 h 24"/>
                <a:gd name="T12" fmla="*/ 22 w 23"/>
                <a:gd name="T13" fmla="*/ 10 h 24"/>
                <a:gd name="T14" fmla="*/ 22 w 23"/>
                <a:gd name="T15" fmla="*/ 10 h 24"/>
                <a:gd name="T16" fmla="*/ 14 w 23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3" y="3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3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" name="Freeform 990"/>
            <p:cNvSpPr/>
            <p:nvPr/>
          </p:nvSpPr>
          <p:spPr bwMode="auto">
            <a:xfrm>
              <a:off x="5703888" y="5586413"/>
              <a:ext cx="173037" cy="173038"/>
            </a:xfrm>
            <a:custGeom>
              <a:avLst/>
              <a:gdLst>
                <a:gd name="T0" fmla="*/ 14 w 24"/>
                <a:gd name="T1" fmla="*/ 22 h 24"/>
                <a:gd name="T2" fmla="*/ 14 w 24"/>
                <a:gd name="T3" fmla="*/ 22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9 h 24"/>
                <a:gd name="T14" fmla="*/ 23 w 24"/>
                <a:gd name="T15" fmla="*/ 9 h 24"/>
                <a:gd name="T16" fmla="*/ 14 w 24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" name="Freeform 991"/>
            <p:cNvSpPr/>
            <p:nvPr/>
          </p:nvSpPr>
          <p:spPr bwMode="auto">
            <a:xfrm>
              <a:off x="5962651" y="5549900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5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" name="Freeform 992"/>
            <p:cNvSpPr/>
            <p:nvPr/>
          </p:nvSpPr>
          <p:spPr bwMode="auto">
            <a:xfrm>
              <a:off x="5962651" y="5527675"/>
              <a:ext cx="166687" cy="173038"/>
            </a:xfrm>
            <a:custGeom>
              <a:avLst/>
              <a:gdLst>
                <a:gd name="T0" fmla="*/ 14 w 23"/>
                <a:gd name="T1" fmla="*/ 23 h 24"/>
                <a:gd name="T2" fmla="*/ 14 w 23"/>
                <a:gd name="T3" fmla="*/ 23 h 24"/>
                <a:gd name="T4" fmla="*/ 1 w 23"/>
                <a:gd name="T5" fmla="*/ 15 h 24"/>
                <a:gd name="T6" fmla="*/ 1 w 23"/>
                <a:gd name="T7" fmla="*/ 15 h 24"/>
                <a:gd name="T8" fmla="*/ 9 w 23"/>
                <a:gd name="T9" fmla="*/ 2 h 24"/>
                <a:gd name="T10" fmla="*/ 9 w 23"/>
                <a:gd name="T11" fmla="*/ 2 h 24"/>
                <a:gd name="T12" fmla="*/ 22 w 23"/>
                <a:gd name="T13" fmla="*/ 10 h 24"/>
                <a:gd name="T14" fmla="*/ 22 w 23"/>
                <a:gd name="T15" fmla="*/ 10 h 24"/>
                <a:gd name="T16" fmla="*/ 14 w 23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9"/>
                    <a:pt x="3" y="3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3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2" name="Freeform 993"/>
            <p:cNvSpPr/>
            <p:nvPr/>
          </p:nvSpPr>
          <p:spPr bwMode="auto">
            <a:xfrm>
              <a:off x="6223000" y="5499100"/>
              <a:ext cx="166687" cy="166688"/>
            </a:xfrm>
            <a:custGeom>
              <a:avLst/>
              <a:gdLst>
                <a:gd name="T0" fmla="*/ 14 w 23"/>
                <a:gd name="T1" fmla="*/ 22 h 23"/>
                <a:gd name="T2" fmla="*/ 14 w 23"/>
                <a:gd name="T3" fmla="*/ 22 h 23"/>
                <a:gd name="T4" fmla="*/ 1 w 23"/>
                <a:gd name="T5" fmla="*/ 14 h 23"/>
                <a:gd name="T6" fmla="*/ 1 w 23"/>
                <a:gd name="T7" fmla="*/ 14 h 23"/>
                <a:gd name="T8" fmla="*/ 9 w 23"/>
                <a:gd name="T9" fmla="*/ 1 h 23"/>
                <a:gd name="T10" fmla="*/ 9 w 23"/>
                <a:gd name="T11" fmla="*/ 1 h 23"/>
                <a:gd name="T12" fmla="*/ 22 w 23"/>
                <a:gd name="T13" fmla="*/ 9 h 23"/>
                <a:gd name="T14" fmla="*/ 22 w 23"/>
                <a:gd name="T15" fmla="*/ 9 h 23"/>
                <a:gd name="T16" fmla="*/ 14 w 23"/>
                <a:gd name="T1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3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3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3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3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Freeform 994"/>
            <p:cNvSpPr/>
            <p:nvPr/>
          </p:nvSpPr>
          <p:spPr bwMode="auto">
            <a:xfrm>
              <a:off x="6215063" y="5476875"/>
              <a:ext cx="174625" cy="174625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3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" name="Freeform 995"/>
            <p:cNvSpPr/>
            <p:nvPr/>
          </p:nvSpPr>
          <p:spPr bwMode="auto">
            <a:xfrm>
              <a:off x="5500688" y="5903913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2 w 24"/>
                <a:gd name="T5" fmla="*/ 14 h 24"/>
                <a:gd name="T6" fmla="*/ 2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9" y="24"/>
                    <a:pt x="3" y="20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9"/>
                    <a:pt x="4" y="3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" name="Freeform 996"/>
            <p:cNvSpPr/>
            <p:nvPr/>
          </p:nvSpPr>
          <p:spPr bwMode="auto">
            <a:xfrm>
              <a:off x="5500688" y="5889625"/>
              <a:ext cx="173037" cy="173038"/>
            </a:xfrm>
            <a:custGeom>
              <a:avLst/>
              <a:gdLst>
                <a:gd name="T0" fmla="*/ 14 w 24"/>
                <a:gd name="T1" fmla="*/ 22 h 24"/>
                <a:gd name="T2" fmla="*/ 14 w 24"/>
                <a:gd name="T3" fmla="*/ 22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" name="Freeform 997"/>
            <p:cNvSpPr/>
            <p:nvPr/>
          </p:nvSpPr>
          <p:spPr bwMode="auto">
            <a:xfrm>
              <a:off x="5761038" y="5853113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6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" name="Freeform 998"/>
            <p:cNvSpPr/>
            <p:nvPr/>
          </p:nvSpPr>
          <p:spPr bwMode="auto">
            <a:xfrm>
              <a:off x="5753101" y="5830888"/>
              <a:ext cx="174625" cy="174625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5 h 24"/>
                <a:gd name="T6" fmla="*/ 1 w 24"/>
                <a:gd name="T7" fmla="*/ 15 h 24"/>
                <a:gd name="T8" fmla="*/ 10 w 24"/>
                <a:gd name="T9" fmla="*/ 2 h 24"/>
                <a:gd name="T10" fmla="*/ 10 w 24"/>
                <a:gd name="T11" fmla="*/ 2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9" y="24"/>
                    <a:pt x="3" y="21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9"/>
                    <a:pt x="4" y="3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" name="Freeform 999"/>
            <p:cNvSpPr/>
            <p:nvPr/>
          </p:nvSpPr>
          <p:spPr bwMode="auto">
            <a:xfrm>
              <a:off x="6013451" y="5802313"/>
              <a:ext cx="173037" cy="166688"/>
            </a:xfrm>
            <a:custGeom>
              <a:avLst/>
              <a:gdLst>
                <a:gd name="T0" fmla="*/ 14 w 24"/>
                <a:gd name="T1" fmla="*/ 22 h 23"/>
                <a:gd name="T2" fmla="*/ 14 w 24"/>
                <a:gd name="T3" fmla="*/ 22 h 23"/>
                <a:gd name="T4" fmla="*/ 1 w 24"/>
                <a:gd name="T5" fmla="*/ 14 h 23"/>
                <a:gd name="T6" fmla="*/ 1 w 24"/>
                <a:gd name="T7" fmla="*/ 14 h 23"/>
                <a:gd name="T8" fmla="*/ 10 w 24"/>
                <a:gd name="T9" fmla="*/ 1 h 23"/>
                <a:gd name="T10" fmla="*/ 10 w 24"/>
                <a:gd name="T11" fmla="*/ 1 h 23"/>
                <a:gd name="T12" fmla="*/ 23 w 24"/>
                <a:gd name="T13" fmla="*/ 9 h 23"/>
                <a:gd name="T14" fmla="*/ 23 w 24"/>
                <a:gd name="T15" fmla="*/ 9 h 23"/>
                <a:gd name="T16" fmla="*/ 14 w 24"/>
                <a:gd name="T1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3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9" y="23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3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" name="Freeform 1000"/>
            <p:cNvSpPr/>
            <p:nvPr/>
          </p:nvSpPr>
          <p:spPr bwMode="auto">
            <a:xfrm>
              <a:off x="6013451" y="5780088"/>
              <a:ext cx="173037" cy="174625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9 w 24"/>
                <a:gd name="T9" fmla="*/ 1 h 24"/>
                <a:gd name="T10" fmla="*/ 9 w 24"/>
                <a:gd name="T11" fmla="*/ 1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3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0" name="Freeform 1001"/>
            <p:cNvSpPr/>
            <p:nvPr/>
          </p:nvSpPr>
          <p:spPr bwMode="auto">
            <a:xfrm>
              <a:off x="5559426" y="6156325"/>
              <a:ext cx="165100" cy="173038"/>
            </a:xfrm>
            <a:custGeom>
              <a:avLst/>
              <a:gdLst>
                <a:gd name="T0" fmla="*/ 14 w 23"/>
                <a:gd name="T1" fmla="*/ 23 h 24"/>
                <a:gd name="T2" fmla="*/ 14 w 23"/>
                <a:gd name="T3" fmla="*/ 23 h 24"/>
                <a:gd name="T4" fmla="*/ 1 w 23"/>
                <a:gd name="T5" fmla="*/ 15 h 24"/>
                <a:gd name="T6" fmla="*/ 1 w 23"/>
                <a:gd name="T7" fmla="*/ 15 h 24"/>
                <a:gd name="T8" fmla="*/ 9 w 23"/>
                <a:gd name="T9" fmla="*/ 2 h 24"/>
                <a:gd name="T10" fmla="*/ 9 w 23"/>
                <a:gd name="T11" fmla="*/ 2 h 24"/>
                <a:gd name="T12" fmla="*/ 22 w 23"/>
                <a:gd name="T13" fmla="*/ 10 h 24"/>
                <a:gd name="T14" fmla="*/ 22 w 23"/>
                <a:gd name="T15" fmla="*/ 10 h 24"/>
                <a:gd name="T16" fmla="*/ 14 w 23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9"/>
                    <a:pt x="3" y="3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3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" name="Freeform 1002"/>
            <p:cNvSpPr/>
            <p:nvPr/>
          </p:nvSpPr>
          <p:spPr bwMode="auto">
            <a:xfrm>
              <a:off x="5551488" y="6142038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1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2" name="Freeform 1003"/>
            <p:cNvSpPr/>
            <p:nvPr/>
          </p:nvSpPr>
          <p:spPr bwMode="auto">
            <a:xfrm>
              <a:off x="5811838" y="6105525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1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" name="Freeform 1004"/>
            <p:cNvSpPr/>
            <p:nvPr/>
          </p:nvSpPr>
          <p:spPr bwMode="auto">
            <a:xfrm>
              <a:off x="5811838" y="6091238"/>
              <a:ext cx="165100" cy="166688"/>
            </a:xfrm>
            <a:custGeom>
              <a:avLst/>
              <a:gdLst>
                <a:gd name="T0" fmla="*/ 14 w 23"/>
                <a:gd name="T1" fmla="*/ 22 h 23"/>
                <a:gd name="T2" fmla="*/ 14 w 23"/>
                <a:gd name="T3" fmla="*/ 22 h 23"/>
                <a:gd name="T4" fmla="*/ 1 w 23"/>
                <a:gd name="T5" fmla="*/ 14 h 23"/>
                <a:gd name="T6" fmla="*/ 1 w 23"/>
                <a:gd name="T7" fmla="*/ 14 h 23"/>
                <a:gd name="T8" fmla="*/ 9 w 23"/>
                <a:gd name="T9" fmla="*/ 1 h 23"/>
                <a:gd name="T10" fmla="*/ 9 w 23"/>
                <a:gd name="T11" fmla="*/ 1 h 23"/>
                <a:gd name="T12" fmla="*/ 22 w 23"/>
                <a:gd name="T13" fmla="*/ 9 h 23"/>
                <a:gd name="T14" fmla="*/ 22 w 23"/>
                <a:gd name="T15" fmla="*/ 9 h 23"/>
                <a:gd name="T16" fmla="*/ 14 w 23"/>
                <a:gd name="T1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3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3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3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3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" name="Freeform 1005"/>
            <p:cNvSpPr/>
            <p:nvPr/>
          </p:nvSpPr>
          <p:spPr bwMode="auto">
            <a:xfrm>
              <a:off x="6072188" y="6054725"/>
              <a:ext cx="165100" cy="174625"/>
            </a:xfrm>
            <a:custGeom>
              <a:avLst/>
              <a:gdLst>
                <a:gd name="T0" fmla="*/ 14 w 23"/>
                <a:gd name="T1" fmla="*/ 22 h 24"/>
                <a:gd name="T2" fmla="*/ 14 w 23"/>
                <a:gd name="T3" fmla="*/ 22 h 24"/>
                <a:gd name="T4" fmla="*/ 1 w 23"/>
                <a:gd name="T5" fmla="*/ 14 h 24"/>
                <a:gd name="T6" fmla="*/ 1 w 23"/>
                <a:gd name="T7" fmla="*/ 14 h 24"/>
                <a:gd name="T8" fmla="*/ 9 w 23"/>
                <a:gd name="T9" fmla="*/ 1 h 24"/>
                <a:gd name="T10" fmla="*/ 9 w 23"/>
                <a:gd name="T11" fmla="*/ 1 h 24"/>
                <a:gd name="T12" fmla="*/ 22 w 23"/>
                <a:gd name="T13" fmla="*/ 9 h 24"/>
                <a:gd name="T14" fmla="*/ 22 w 23"/>
                <a:gd name="T15" fmla="*/ 9 h 24"/>
                <a:gd name="T16" fmla="*/ 14 w 23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3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3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" name="Freeform 1006"/>
            <p:cNvSpPr/>
            <p:nvPr/>
          </p:nvSpPr>
          <p:spPr bwMode="auto">
            <a:xfrm>
              <a:off x="6064250" y="6034088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9"/>
                    <a:pt x="4" y="3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1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" name="Freeform 1007"/>
            <p:cNvSpPr/>
            <p:nvPr/>
          </p:nvSpPr>
          <p:spPr bwMode="auto">
            <a:xfrm>
              <a:off x="5602288" y="6380163"/>
              <a:ext cx="173037" cy="166688"/>
            </a:xfrm>
            <a:custGeom>
              <a:avLst/>
              <a:gdLst>
                <a:gd name="T0" fmla="*/ 14 w 24"/>
                <a:gd name="T1" fmla="*/ 22 h 23"/>
                <a:gd name="T2" fmla="*/ 14 w 24"/>
                <a:gd name="T3" fmla="*/ 22 h 23"/>
                <a:gd name="T4" fmla="*/ 1 w 24"/>
                <a:gd name="T5" fmla="*/ 14 h 23"/>
                <a:gd name="T6" fmla="*/ 1 w 24"/>
                <a:gd name="T7" fmla="*/ 14 h 23"/>
                <a:gd name="T8" fmla="*/ 10 w 24"/>
                <a:gd name="T9" fmla="*/ 1 h 23"/>
                <a:gd name="T10" fmla="*/ 10 w 24"/>
                <a:gd name="T11" fmla="*/ 1 h 23"/>
                <a:gd name="T12" fmla="*/ 22 w 24"/>
                <a:gd name="T13" fmla="*/ 9 h 23"/>
                <a:gd name="T14" fmla="*/ 22 w 24"/>
                <a:gd name="T15" fmla="*/ 9 h 23"/>
                <a:gd name="T16" fmla="*/ 14 w 24"/>
                <a:gd name="T1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3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3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5" y="0"/>
                    <a:pt x="21" y="3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" name="Freeform 1008"/>
            <p:cNvSpPr/>
            <p:nvPr/>
          </p:nvSpPr>
          <p:spPr bwMode="auto">
            <a:xfrm>
              <a:off x="5594351" y="6359525"/>
              <a:ext cx="174625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9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3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" name="Freeform 1009"/>
            <p:cNvSpPr/>
            <p:nvPr/>
          </p:nvSpPr>
          <p:spPr bwMode="auto">
            <a:xfrm>
              <a:off x="5854701" y="6323013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9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3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" name="Freeform 1010"/>
            <p:cNvSpPr/>
            <p:nvPr/>
          </p:nvSpPr>
          <p:spPr bwMode="auto">
            <a:xfrm>
              <a:off x="5854701" y="6308725"/>
              <a:ext cx="173037" cy="173038"/>
            </a:xfrm>
            <a:custGeom>
              <a:avLst/>
              <a:gdLst>
                <a:gd name="T0" fmla="*/ 14 w 24"/>
                <a:gd name="T1" fmla="*/ 22 h 24"/>
                <a:gd name="T2" fmla="*/ 14 w 24"/>
                <a:gd name="T3" fmla="*/ 22 h 24"/>
                <a:gd name="T4" fmla="*/ 1 w 24"/>
                <a:gd name="T5" fmla="*/ 14 h 24"/>
                <a:gd name="T6" fmla="*/ 1 w 24"/>
                <a:gd name="T7" fmla="*/ 14 h 24"/>
                <a:gd name="T8" fmla="*/ 9 w 24"/>
                <a:gd name="T9" fmla="*/ 1 h 24"/>
                <a:gd name="T10" fmla="*/ 9 w 24"/>
                <a:gd name="T11" fmla="*/ 1 h 24"/>
                <a:gd name="T12" fmla="*/ 22 w 24"/>
                <a:gd name="T13" fmla="*/ 9 h 24"/>
                <a:gd name="T14" fmla="*/ 22 w 24"/>
                <a:gd name="T15" fmla="*/ 9 h 24"/>
                <a:gd name="T16" fmla="*/ 14 w 24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" name="Freeform 1011"/>
            <p:cNvSpPr/>
            <p:nvPr/>
          </p:nvSpPr>
          <p:spPr bwMode="auto">
            <a:xfrm>
              <a:off x="6115050" y="6272213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9 w 24"/>
                <a:gd name="T9" fmla="*/ 1 h 24"/>
                <a:gd name="T10" fmla="*/ 9 w 24"/>
                <a:gd name="T11" fmla="*/ 1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6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1" name="Freeform 1012"/>
            <p:cNvSpPr/>
            <p:nvPr/>
          </p:nvSpPr>
          <p:spPr bwMode="auto">
            <a:xfrm>
              <a:off x="6107113" y="6249988"/>
              <a:ext cx="173037" cy="174625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5 h 24"/>
                <a:gd name="T6" fmla="*/ 1 w 24"/>
                <a:gd name="T7" fmla="*/ 15 h 24"/>
                <a:gd name="T8" fmla="*/ 10 w 24"/>
                <a:gd name="T9" fmla="*/ 2 h 24"/>
                <a:gd name="T10" fmla="*/ 10 w 24"/>
                <a:gd name="T11" fmla="*/ 2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3" y="20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9"/>
                    <a:pt x="4" y="3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2" name="Freeform 1013"/>
            <p:cNvSpPr/>
            <p:nvPr/>
          </p:nvSpPr>
          <p:spPr bwMode="auto">
            <a:xfrm>
              <a:off x="6273800" y="5745163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9 w 24"/>
                <a:gd name="T9" fmla="*/ 2 h 24"/>
                <a:gd name="T10" fmla="*/ 9 w 24"/>
                <a:gd name="T11" fmla="*/ 2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9"/>
                    <a:pt x="4" y="3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Freeform 1014"/>
            <p:cNvSpPr/>
            <p:nvPr/>
          </p:nvSpPr>
          <p:spPr bwMode="auto">
            <a:xfrm>
              <a:off x="6265863" y="5730875"/>
              <a:ext cx="173037" cy="173038"/>
            </a:xfrm>
            <a:custGeom>
              <a:avLst/>
              <a:gdLst>
                <a:gd name="T0" fmla="*/ 14 w 24"/>
                <a:gd name="T1" fmla="*/ 22 h 24"/>
                <a:gd name="T2" fmla="*/ 14 w 24"/>
                <a:gd name="T3" fmla="*/ 22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4" name="Freeform 1015"/>
            <p:cNvSpPr/>
            <p:nvPr/>
          </p:nvSpPr>
          <p:spPr bwMode="auto">
            <a:xfrm>
              <a:off x="6310313" y="6019800"/>
              <a:ext cx="244475" cy="382588"/>
            </a:xfrm>
            <a:custGeom>
              <a:avLst/>
              <a:gdLst>
                <a:gd name="T0" fmla="*/ 29 w 34"/>
                <a:gd name="T1" fmla="*/ 50 h 53"/>
                <a:gd name="T2" fmla="*/ 14 w 34"/>
                <a:gd name="T3" fmla="*/ 53 h 53"/>
                <a:gd name="T4" fmla="*/ 9 w 34"/>
                <a:gd name="T5" fmla="*/ 49 h 53"/>
                <a:gd name="T6" fmla="*/ 0 w 34"/>
                <a:gd name="T7" fmla="*/ 9 h 53"/>
                <a:gd name="T8" fmla="*/ 4 w 34"/>
                <a:gd name="T9" fmla="*/ 3 h 53"/>
                <a:gd name="T10" fmla="*/ 19 w 34"/>
                <a:gd name="T11" fmla="*/ 0 h 53"/>
                <a:gd name="T12" fmla="*/ 25 w 34"/>
                <a:gd name="T13" fmla="*/ 4 h 53"/>
                <a:gd name="T14" fmla="*/ 33 w 34"/>
                <a:gd name="T15" fmla="*/ 44 h 53"/>
                <a:gd name="T16" fmla="*/ 29 w 34"/>
                <a:gd name="T17" fmla="*/ 5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53">
                  <a:moveTo>
                    <a:pt x="29" y="50"/>
                  </a:moveTo>
                  <a:cubicBezTo>
                    <a:pt x="14" y="53"/>
                    <a:pt x="14" y="53"/>
                    <a:pt x="14" y="53"/>
                  </a:cubicBezTo>
                  <a:cubicBezTo>
                    <a:pt x="12" y="53"/>
                    <a:pt x="9" y="52"/>
                    <a:pt x="9" y="4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2" y="4"/>
                    <a:pt x="4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2" y="0"/>
                    <a:pt x="24" y="1"/>
                    <a:pt x="25" y="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4" y="47"/>
                    <a:pt x="32" y="49"/>
                    <a:pt x="29" y="50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5" name="Freeform 1016"/>
            <p:cNvSpPr/>
            <p:nvPr/>
          </p:nvSpPr>
          <p:spPr bwMode="auto">
            <a:xfrm>
              <a:off x="6302375" y="5997575"/>
              <a:ext cx="246062" cy="382588"/>
            </a:xfrm>
            <a:custGeom>
              <a:avLst/>
              <a:gdLst>
                <a:gd name="T0" fmla="*/ 30 w 34"/>
                <a:gd name="T1" fmla="*/ 50 h 53"/>
                <a:gd name="T2" fmla="*/ 15 w 34"/>
                <a:gd name="T3" fmla="*/ 53 h 53"/>
                <a:gd name="T4" fmla="*/ 9 w 34"/>
                <a:gd name="T5" fmla="*/ 49 h 53"/>
                <a:gd name="T6" fmla="*/ 1 w 34"/>
                <a:gd name="T7" fmla="*/ 9 h 53"/>
                <a:gd name="T8" fmla="*/ 4 w 34"/>
                <a:gd name="T9" fmla="*/ 4 h 53"/>
                <a:gd name="T10" fmla="*/ 20 w 34"/>
                <a:gd name="T11" fmla="*/ 0 h 53"/>
                <a:gd name="T12" fmla="*/ 25 w 34"/>
                <a:gd name="T13" fmla="*/ 4 h 53"/>
                <a:gd name="T14" fmla="*/ 33 w 34"/>
                <a:gd name="T15" fmla="*/ 44 h 53"/>
                <a:gd name="T16" fmla="*/ 30 w 34"/>
                <a:gd name="T17" fmla="*/ 5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53">
                  <a:moveTo>
                    <a:pt x="30" y="50"/>
                  </a:moveTo>
                  <a:cubicBezTo>
                    <a:pt x="15" y="53"/>
                    <a:pt x="15" y="53"/>
                    <a:pt x="15" y="53"/>
                  </a:cubicBezTo>
                  <a:cubicBezTo>
                    <a:pt x="12" y="53"/>
                    <a:pt x="10" y="52"/>
                    <a:pt x="9" y="4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7"/>
                    <a:pt x="2" y="4"/>
                    <a:pt x="4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2" y="0"/>
                    <a:pt x="25" y="2"/>
                    <a:pt x="25" y="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4" y="47"/>
                    <a:pt x="32" y="49"/>
                    <a:pt x="30" y="50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6" name="组合 115"/>
          <p:cNvGrpSpPr/>
          <p:nvPr/>
        </p:nvGrpSpPr>
        <p:grpSpPr>
          <a:xfrm>
            <a:off x="1305243" y="5864438"/>
            <a:ext cx="1338262" cy="1448831"/>
            <a:chOff x="1265238" y="4329113"/>
            <a:chExt cx="2228850" cy="2413000"/>
          </a:xfrm>
        </p:grpSpPr>
        <p:sp>
          <p:nvSpPr>
            <p:cNvPr id="117" name="Freeform 921"/>
            <p:cNvSpPr/>
            <p:nvPr/>
          </p:nvSpPr>
          <p:spPr bwMode="auto">
            <a:xfrm>
              <a:off x="1373188" y="5903913"/>
              <a:ext cx="411162" cy="490538"/>
            </a:xfrm>
            <a:custGeom>
              <a:avLst/>
              <a:gdLst>
                <a:gd name="T0" fmla="*/ 123 w 259"/>
                <a:gd name="T1" fmla="*/ 309 h 309"/>
                <a:gd name="T2" fmla="*/ 82 w 259"/>
                <a:gd name="T3" fmla="*/ 232 h 309"/>
                <a:gd name="T4" fmla="*/ 0 w 259"/>
                <a:gd name="T5" fmla="*/ 236 h 309"/>
                <a:gd name="T6" fmla="*/ 136 w 259"/>
                <a:gd name="T7" fmla="*/ 0 h 309"/>
                <a:gd name="T8" fmla="*/ 259 w 259"/>
                <a:gd name="T9" fmla="*/ 73 h 309"/>
                <a:gd name="T10" fmla="*/ 123 w 259"/>
                <a:gd name="T11" fmla="*/ 30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9" h="309">
                  <a:moveTo>
                    <a:pt x="123" y="309"/>
                  </a:moveTo>
                  <a:lnTo>
                    <a:pt x="82" y="232"/>
                  </a:lnTo>
                  <a:lnTo>
                    <a:pt x="0" y="236"/>
                  </a:lnTo>
                  <a:lnTo>
                    <a:pt x="136" y="0"/>
                  </a:lnTo>
                  <a:lnTo>
                    <a:pt x="259" y="73"/>
                  </a:lnTo>
                  <a:lnTo>
                    <a:pt x="123" y="309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8" name="Freeform 922"/>
            <p:cNvSpPr/>
            <p:nvPr/>
          </p:nvSpPr>
          <p:spPr bwMode="auto">
            <a:xfrm>
              <a:off x="1265238" y="4329113"/>
              <a:ext cx="2228850" cy="2413000"/>
            </a:xfrm>
            <a:custGeom>
              <a:avLst/>
              <a:gdLst>
                <a:gd name="T0" fmla="*/ 786 w 1404"/>
                <a:gd name="T1" fmla="*/ 1520 h 1520"/>
                <a:gd name="T2" fmla="*/ 0 w 1404"/>
                <a:gd name="T3" fmla="*/ 1065 h 1520"/>
                <a:gd name="T4" fmla="*/ 613 w 1404"/>
                <a:gd name="T5" fmla="*/ 0 h 1520"/>
                <a:gd name="T6" fmla="*/ 1404 w 1404"/>
                <a:gd name="T7" fmla="*/ 459 h 1520"/>
                <a:gd name="T8" fmla="*/ 786 w 1404"/>
                <a:gd name="T9" fmla="*/ 1520 h 1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4" h="1520">
                  <a:moveTo>
                    <a:pt x="786" y="1520"/>
                  </a:moveTo>
                  <a:lnTo>
                    <a:pt x="0" y="1065"/>
                  </a:lnTo>
                  <a:lnTo>
                    <a:pt x="613" y="0"/>
                  </a:lnTo>
                  <a:lnTo>
                    <a:pt x="1404" y="459"/>
                  </a:lnTo>
                  <a:lnTo>
                    <a:pt x="786" y="1520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9" name="Freeform 923"/>
            <p:cNvSpPr/>
            <p:nvPr/>
          </p:nvSpPr>
          <p:spPr bwMode="auto">
            <a:xfrm>
              <a:off x="2124076" y="4986338"/>
              <a:ext cx="973137" cy="815975"/>
            </a:xfrm>
            <a:custGeom>
              <a:avLst/>
              <a:gdLst>
                <a:gd name="T0" fmla="*/ 472 w 613"/>
                <a:gd name="T1" fmla="*/ 514 h 514"/>
                <a:gd name="T2" fmla="*/ 0 w 613"/>
                <a:gd name="T3" fmla="*/ 236 h 514"/>
                <a:gd name="T4" fmla="*/ 136 w 613"/>
                <a:gd name="T5" fmla="*/ 0 h 514"/>
                <a:gd name="T6" fmla="*/ 613 w 613"/>
                <a:gd name="T7" fmla="*/ 273 h 514"/>
                <a:gd name="T8" fmla="*/ 472 w 613"/>
                <a:gd name="T9" fmla="*/ 514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3" h="514">
                  <a:moveTo>
                    <a:pt x="472" y="514"/>
                  </a:moveTo>
                  <a:lnTo>
                    <a:pt x="0" y="236"/>
                  </a:lnTo>
                  <a:lnTo>
                    <a:pt x="136" y="0"/>
                  </a:lnTo>
                  <a:lnTo>
                    <a:pt x="613" y="273"/>
                  </a:lnTo>
                  <a:lnTo>
                    <a:pt x="472" y="5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0" name="Freeform 924"/>
            <p:cNvSpPr/>
            <p:nvPr/>
          </p:nvSpPr>
          <p:spPr bwMode="auto">
            <a:xfrm>
              <a:off x="1265238" y="4329113"/>
              <a:ext cx="1176337" cy="1804988"/>
            </a:xfrm>
            <a:custGeom>
              <a:avLst/>
              <a:gdLst>
                <a:gd name="T0" fmla="*/ 122 w 741"/>
                <a:gd name="T1" fmla="*/ 1137 h 1137"/>
                <a:gd name="T2" fmla="*/ 0 w 741"/>
                <a:gd name="T3" fmla="*/ 1065 h 1137"/>
                <a:gd name="T4" fmla="*/ 613 w 741"/>
                <a:gd name="T5" fmla="*/ 0 h 1137"/>
                <a:gd name="T6" fmla="*/ 741 w 741"/>
                <a:gd name="T7" fmla="*/ 72 h 1137"/>
                <a:gd name="T8" fmla="*/ 122 w 741"/>
                <a:gd name="T9" fmla="*/ 1137 h 1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1" h="1137">
                  <a:moveTo>
                    <a:pt x="122" y="1137"/>
                  </a:moveTo>
                  <a:lnTo>
                    <a:pt x="0" y="1065"/>
                  </a:lnTo>
                  <a:lnTo>
                    <a:pt x="613" y="0"/>
                  </a:lnTo>
                  <a:lnTo>
                    <a:pt x="741" y="72"/>
                  </a:lnTo>
                  <a:lnTo>
                    <a:pt x="122" y="1137"/>
                  </a:lnTo>
                  <a:close/>
                </a:path>
              </a:pathLst>
            </a:custGeom>
            <a:solidFill>
              <a:srgbClr val="B83B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1" name="Freeform 925"/>
            <p:cNvSpPr/>
            <p:nvPr/>
          </p:nvSpPr>
          <p:spPr bwMode="auto">
            <a:xfrm>
              <a:off x="1985963" y="4632325"/>
              <a:ext cx="180975" cy="144463"/>
            </a:xfrm>
            <a:custGeom>
              <a:avLst/>
              <a:gdLst>
                <a:gd name="T0" fmla="*/ 15 w 25"/>
                <a:gd name="T1" fmla="*/ 19 h 20"/>
                <a:gd name="T2" fmla="*/ 3 w 25"/>
                <a:gd name="T3" fmla="*/ 12 h 20"/>
                <a:gd name="T4" fmla="*/ 1 w 25"/>
                <a:gd name="T5" fmla="*/ 4 h 20"/>
                <a:gd name="T6" fmla="*/ 1 w 25"/>
                <a:gd name="T7" fmla="*/ 4 h 20"/>
                <a:gd name="T8" fmla="*/ 9 w 25"/>
                <a:gd name="T9" fmla="*/ 2 h 20"/>
                <a:gd name="T10" fmla="*/ 21 w 25"/>
                <a:gd name="T11" fmla="*/ 9 h 20"/>
                <a:gd name="T12" fmla="*/ 23 w 25"/>
                <a:gd name="T13" fmla="*/ 17 h 20"/>
                <a:gd name="T14" fmla="*/ 23 w 25"/>
                <a:gd name="T15" fmla="*/ 17 h 20"/>
                <a:gd name="T16" fmla="*/ 15 w 25"/>
                <a:gd name="T17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0">
                  <a:moveTo>
                    <a:pt x="15" y="19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1" y="10"/>
                    <a:pt x="0" y="7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3" y="1"/>
                    <a:pt x="6" y="0"/>
                    <a:pt x="9" y="2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4" y="10"/>
                    <a:pt x="25" y="14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1" y="19"/>
                    <a:pt x="18" y="20"/>
                    <a:pt x="15" y="19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2" name="Freeform 926"/>
            <p:cNvSpPr/>
            <p:nvPr/>
          </p:nvSpPr>
          <p:spPr bwMode="auto">
            <a:xfrm>
              <a:off x="1792288" y="4972050"/>
              <a:ext cx="179387" cy="136525"/>
            </a:xfrm>
            <a:custGeom>
              <a:avLst/>
              <a:gdLst>
                <a:gd name="T0" fmla="*/ 15 w 25"/>
                <a:gd name="T1" fmla="*/ 18 h 19"/>
                <a:gd name="T2" fmla="*/ 4 w 25"/>
                <a:gd name="T3" fmla="*/ 11 h 19"/>
                <a:gd name="T4" fmla="*/ 2 w 25"/>
                <a:gd name="T5" fmla="*/ 3 h 19"/>
                <a:gd name="T6" fmla="*/ 2 w 25"/>
                <a:gd name="T7" fmla="*/ 3 h 19"/>
                <a:gd name="T8" fmla="*/ 9 w 25"/>
                <a:gd name="T9" fmla="*/ 1 h 19"/>
                <a:gd name="T10" fmla="*/ 21 w 25"/>
                <a:gd name="T11" fmla="*/ 8 h 19"/>
                <a:gd name="T12" fmla="*/ 23 w 25"/>
                <a:gd name="T13" fmla="*/ 16 h 19"/>
                <a:gd name="T14" fmla="*/ 23 w 25"/>
                <a:gd name="T15" fmla="*/ 16 h 19"/>
                <a:gd name="T16" fmla="*/ 15 w 25"/>
                <a:gd name="T17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9">
                  <a:moveTo>
                    <a:pt x="15" y="18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0"/>
                    <a:pt x="7" y="0"/>
                    <a:pt x="9" y="1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4" y="9"/>
                    <a:pt x="25" y="13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2" y="19"/>
                    <a:pt x="18" y="19"/>
                    <a:pt x="15" y="18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3" name="Freeform 927"/>
            <p:cNvSpPr/>
            <p:nvPr/>
          </p:nvSpPr>
          <p:spPr bwMode="auto">
            <a:xfrm>
              <a:off x="1597026" y="5303838"/>
              <a:ext cx="179387" cy="144463"/>
            </a:xfrm>
            <a:custGeom>
              <a:avLst/>
              <a:gdLst>
                <a:gd name="T0" fmla="*/ 16 w 25"/>
                <a:gd name="T1" fmla="*/ 18 h 20"/>
                <a:gd name="T2" fmla="*/ 4 w 25"/>
                <a:gd name="T3" fmla="*/ 11 h 20"/>
                <a:gd name="T4" fmla="*/ 2 w 25"/>
                <a:gd name="T5" fmla="*/ 3 h 20"/>
                <a:gd name="T6" fmla="*/ 2 w 25"/>
                <a:gd name="T7" fmla="*/ 3 h 20"/>
                <a:gd name="T8" fmla="*/ 10 w 25"/>
                <a:gd name="T9" fmla="*/ 1 h 20"/>
                <a:gd name="T10" fmla="*/ 21 w 25"/>
                <a:gd name="T11" fmla="*/ 8 h 20"/>
                <a:gd name="T12" fmla="*/ 23 w 25"/>
                <a:gd name="T13" fmla="*/ 16 h 20"/>
                <a:gd name="T14" fmla="*/ 23 w 25"/>
                <a:gd name="T15" fmla="*/ 16 h 20"/>
                <a:gd name="T16" fmla="*/ 16 w 25"/>
                <a:gd name="T17" fmla="*/ 1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0">
                  <a:moveTo>
                    <a:pt x="16" y="18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1" y="10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7" y="0"/>
                    <a:pt x="10" y="1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4" y="10"/>
                    <a:pt x="25" y="13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2" y="19"/>
                    <a:pt x="18" y="20"/>
                    <a:pt x="16" y="18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4" name="Freeform 928"/>
            <p:cNvSpPr/>
            <p:nvPr/>
          </p:nvSpPr>
          <p:spPr bwMode="auto">
            <a:xfrm>
              <a:off x="1401763" y="5635625"/>
              <a:ext cx="180975" cy="144463"/>
            </a:xfrm>
            <a:custGeom>
              <a:avLst/>
              <a:gdLst>
                <a:gd name="T0" fmla="*/ 16 w 25"/>
                <a:gd name="T1" fmla="*/ 18 h 20"/>
                <a:gd name="T2" fmla="*/ 4 w 25"/>
                <a:gd name="T3" fmla="*/ 11 h 20"/>
                <a:gd name="T4" fmla="*/ 2 w 25"/>
                <a:gd name="T5" fmla="*/ 3 h 20"/>
                <a:gd name="T6" fmla="*/ 2 w 25"/>
                <a:gd name="T7" fmla="*/ 3 h 20"/>
                <a:gd name="T8" fmla="*/ 10 w 25"/>
                <a:gd name="T9" fmla="*/ 1 h 20"/>
                <a:gd name="T10" fmla="*/ 22 w 25"/>
                <a:gd name="T11" fmla="*/ 8 h 20"/>
                <a:gd name="T12" fmla="*/ 24 w 25"/>
                <a:gd name="T13" fmla="*/ 16 h 20"/>
                <a:gd name="T14" fmla="*/ 24 w 25"/>
                <a:gd name="T15" fmla="*/ 16 h 20"/>
                <a:gd name="T16" fmla="*/ 16 w 25"/>
                <a:gd name="T17" fmla="*/ 1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0">
                  <a:moveTo>
                    <a:pt x="16" y="18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1" y="10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1"/>
                    <a:pt x="7" y="0"/>
                    <a:pt x="10" y="1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4" y="10"/>
                    <a:pt x="25" y="13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2" y="19"/>
                    <a:pt x="19" y="20"/>
                    <a:pt x="16" y="18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-49523" y="5581370"/>
            <a:ext cx="1361138" cy="1566072"/>
            <a:chOff x="-165099" y="3879850"/>
            <a:chExt cx="2266949" cy="2608263"/>
          </a:xfrm>
        </p:grpSpPr>
        <p:sp>
          <p:nvSpPr>
            <p:cNvPr id="126" name="Freeform 946"/>
            <p:cNvSpPr/>
            <p:nvPr/>
          </p:nvSpPr>
          <p:spPr bwMode="auto">
            <a:xfrm>
              <a:off x="-165099" y="3879850"/>
              <a:ext cx="1963737" cy="2355850"/>
            </a:xfrm>
            <a:custGeom>
              <a:avLst/>
              <a:gdLst>
                <a:gd name="T0" fmla="*/ 132 w 272"/>
                <a:gd name="T1" fmla="*/ 272 h 326"/>
                <a:gd name="T2" fmla="*/ 102 w 272"/>
                <a:gd name="T3" fmla="*/ 134 h 326"/>
                <a:gd name="T4" fmla="*/ 239 w 272"/>
                <a:gd name="T5" fmla="*/ 101 h 326"/>
                <a:gd name="T6" fmla="*/ 272 w 272"/>
                <a:gd name="T7" fmla="*/ 47 h 326"/>
                <a:gd name="T8" fmla="*/ 48 w 272"/>
                <a:gd name="T9" fmla="*/ 100 h 326"/>
                <a:gd name="T10" fmla="*/ 98 w 272"/>
                <a:gd name="T11" fmla="*/ 326 h 326"/>
                <a:gd name="T12" fmla="*/ 132 w 272"/>
                <a:gd name="T13" fmla="*/ 272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2" h="326">
                  <a:moveTo>
                    <a:pt x="132" y="272"/>
                  </a:moveTo>
                  <a:cubicBezTo>
                    <a:pt x="87" y="242"/>
                    <a:pt x="73" y="181"/>
                    <a:pt x="102" y="134"/>
                  </a:cubicBezTo>
                  <a:cubicBezTo>
                    <a:pt x="131" y="88"/>
                    <a:pt x="192" y="73"/>
                    <a:pt x="239" y="101"/>
                  </a:cubicBezTo>
                  <a:cubicBezTo>
                    <a:pt x="272" y="47"/>
                    <a:pt x="272" y="47"/>
                    <a:pt x="272" y="47"/>
                  </a:cubicBezTo>
                  <a:cubicBezTo>
                    <a:pt x="196" y="0"/>
                    <a:pt x="95" y="24"/>
                    <a:pt x="48" y="100"/>
                  </a:cubicBezTo>
                  <a:cubicBezTo>
                    <a:pt x="0" y="177"/>
                    <a:pt x="23" y="277"/>
                    <a:pt x="98" y="326"/>
                  </a:cubicBezTo>
                  <a:lnTo>
                    <a:pt x="132" y="272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7" name="Freeform 947"/>
            <p:cNvSpPr>
              <a:spLocks noEditPoints="1"/>
            </p:cNvSpPr>
            <p:nvPr/>
          </p:nvSpPr>
          <p:spPr bwMode="auto">
            <a:xfrm>
              <a:off x="341313" y="4017963"/>
              <a:ext cx="1760537" cy="2470150"/>
            </a:xfrm>
            <a:custGeom>
              <a:avLst/>
              <a:gdLst>
                <a:gd name="T0" fmla="*/ 50 w 244"/>
                <a:gd name="T1" fmla="*/ 342 h 342"/>
                <a:gd name="T2" fmla="*/ 244 w 244"/>
                <a:gd name="T3" fmla="*/ 31 h 342"/>
                <a:gd name="T4" fmla="*/ 194 w 244"/>
                <a:gd name="T5" fmla="*/ 0 h 342"/>
                <a:gd name="T6" fmla="*/ 0 w 244"/>
                <a:gd name="T7" fmla="*/ 311 h 342"/>
                <a:gd name="T8" fmla="*/ 50 w 244"/>
                <a:gd name="T9" fmla="*/ 342 h 342"/>
                <a:gd name="T10" fmla="*/ 215 w 244"/>
                <a:gd name="T11" fmla="*/ 24 h 342"/>
                <a:gd name="T12" fmla="*/ 217 w 244"/>
                <a:gd name="T13" fmla="*/ 31 h 342"/>
                <a:gd name="T14" fmla="*/ 210 w 244"/>
                <a:gd name="T15" fmla="*/ 32 h 342"/>
                <a:gd name="T16" fmla="*/ 209 w 244"/>
                <a:gd name="T17" fmla="*/ 26 h 342"/>
                <a:gd name="T18" fmla="*/ 215 w 244"/>
                <a:gd name="T19" fmla="*/ 24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4" h="342">
                  <a:moveTo>
                    <a:pt x="50" y="342"/>
                  </a:moveTo>
                  <a:cubicBezTo>
                    <a:pt x="244" y="31"/>
                    <a:pt x="244" y="31"/>
                    <a:pt x="244" y="31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0" y="311"/>
                    <a:pt x="0" y="311"/>
                    <a:pt x="0" y="311"/>
                  </a:cubicBezTo>
                  <a:lnTo>
                    <a:pt x="50" y="342"/>
                  </a:lnTo>
                  <a:close/>
                  <a:moveTo>
                    <a:pt x="215" y="24"/>
                  </a:moveTo>
                  <a:cubicBezTo>
                    <a:pt x="218" y="26"/>
                    <a:pt x="218" y="29"/>
                    <a:pt x="217" y="31"/>
                  </a:cubicBezTo>
                  <a:cubicBezTo>
                    <a:pt x="215" y="33"/>
                    <a:pt x="213" y="34"/>
                    <a:pt x="210" y="32"/>
                  </a:cubicBezTo>
                  <a:cubicBezTo>
                    <a:pt x="208" y="31"/>
                    <a:pt x="207" y="28"/>
                    <a:pt x="209" y="26"/>
                  </a:cubicBezTo>
                  <a:cubicBezTo>
                    <a:pt x="210" y="23"/>
                    <a:pt x="213" y="23"/>
                    <a:pt x="215" y="24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8" name="Freeform 948"/>
            <p:cNvSpPr/>
            <p:nvPr/>
          </p:nvSpPr>
          <p:spPr bwMode="auto">
            <a:xfrm>
              <a:off x="636588" y="6359525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7 h 36"/>
                <a:gd name="T4" fmla="*/ 41 w 46"/>
                <a:gd name="T5" fmla="*/ 36 h 36"/>
                <a:gd name="T6" fmla="*/ 0 w 46"/>
                <a:gd name="T7" fmla="*/ 13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7"/>
                  </a:lnTo>
                  <a:lnTo>
                    <a:pt x="41" y="36"/>
                  </a:lnTo>
                  <a:lnTo>
                    <a:pt x="0" y="1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9" name="Freeform 949"/>
            <p:cNvSpPr/>
            <p:nvPr/>
          </p:nvSpPr>
          <p:spPr bwMode="auto">
            <a:xfrm>
              <a:off x="673101" y="6300788"/>
              <a:ext cx="79375" cy="58738"/>
            </a:xfrm>
            <a:custGeom>
              <a:avLst/>
              <a:gdLst>
                <a:gd name="T0" fmla="*/ 9 w 50"/>
                <a:gd name="T1" fmla="*/ 0 h 37"/>
                <a:gd name="T2" fmla="*/ 50 w 50"/>
                <a:gd name="T3" fmla="*/ 27 h 37"/>
                <a:gd name="T4" fmla="*/ 41 w 50"/>
                <a:gd name="T5" fmla="*/ 37 h 37"/>
                <a:gd name="T6" fmla="*/ 0 w 50"/>
                <a:gd name="T7" fmla="*/ 14 h 37"/>
                <a:gd name="T8" fmla="*/ 9 w 50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7">
                  <a:moveTo>
                    <a:pt x="9" y="0"/>
                  </a:moveTo>
                  <a:lnTo>
                    <a:pt x="50" y="27"/>
                  </a:lnTo>
                  <a:lnTo>
                    <a:pt x="41" y="37"/>
                  </a:lnTo>
                  <a:lnTo>
                    <a:pt x="0" y="14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0" name="Freeform 950"/>
            <p:cNvSpPr/>
            <p:nvPr/>
          </p:nvSpPr>
          <p:spPr bwMode="auto">
            <a:xfrm>
              <a:off x="709613" y="6243638"/>
              <a:ext cx="79375" cy="57150"/>
            </a:xfrm>
            <a:custGeom>
              <a:avLst/>
              <a:gdLst>
                <a:gd name="T0" fmla="*/ 9 w 50"/>
                <a:gd name="T1" fmla="*/ 0 h 36"/>
                <a:gd name="T2" fmla="*/ 50 w 50"/>
                <a:gd name="T3" fmla="*/ 27 h 36"/>
                <a:gd name="T4" fmla="*/ 40 w 50"/>
                <a:gd name="T5" fmla="*/ 36 h 36"/>
                <a:gd name="T6" fmla="*/ 0 w 50"/>
                <a:gd name="T7" fmla="*/ 9 h 36"/>
                <a:gd name="T8" fmla="*/ 9 w 50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6">
                  <a:moveTo>
                    <a:pt x="9" y="0"/>
                  </a:moveTo>
                  <a:lnTo>
                    <a:pt x="50" y="27"/>
                  </a:lnTo>
                  <a:lnTo>
                    <a:pt x="40" y="36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1" name="Freeform 951"/>
            <p:cNvSpPr/>
            <p:nvPr/>
          </p:nvSpPr>
          <p:spPr bwMode="auto">
            <a:xfrm>
              <a:off x="744538" y="6184900"/>
              <a:ext cx="79375" cy="58738"/>
            </a:xfrm>
            <a:custGeom>
              <a:avLst/>
              <a:gdLst>
                <a:gd name="T0" fmla="*/ 9 w 50"/>
                <a:gd name="T1" fmla="*/ 0 h 37"/>
                <a:gd name="T2" fmla="*/ 50 w 50"/>
                <a:gd name="T3" fmla="*/ 28 h 37"/>
                <a:gd name="T4" fmla="*/ 41 w 50"/>
                <a:gd name="T5" fmla="*/ 37 h 37"/>
                <a:gd name="T6" fmla="*/ 0 w 50"/>
                <a:gd name="T7" fmla="*/ 9 h 37"/>
                <a:gd name="T8" fmla="*/ 9 w 50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7">
                  <a:moveTo>
                    <a:pt x="9" y="0"/>
                  </a:moveTo>
                  <a:lnTo>
                    <a:pt x="50" y="28"/>
                  </a:lnTo>
                  <a:lnTo>
                    <a:pt x="41" y="37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2" name="Freeform 952"/>
            <p:cNvSpPr/>
            <p:nvPr/>
          </p:nvSpPr>
          <p:spPr bwMode="auto">
            <a:xfrm>
              <a:off x="693738" y="6069013"/>
              <a:ext cx="166687" cy="115888"/>
            </a:xfrm>
            <a:custGeom>
              <a:avLst/>
              <a:gdLst>
                <a:gd name="T0" fmla="*/ 5 w 105"/>
                <a:gd name="T1" fmla="*/ 0 h 73"/>
                <a:gd name="T2" fmla="*/ 105 w 105"/>
                <a:gd name="T3" fmla="*/ 64 h 73"/>
                <a:gd name="T4" fmla="*/ 96 w 105"/>
                <a:gd name="T5" fmla="*/ 73 h 73"/>
                <a:gd name="T6" fmla="*/ 0 w 105"/>
                <a:gd name="T7" fmla="*/ 10 h 73"/>
                <a:gd name="T8" fmla="*/ 5 w 105"/>
                <a:gd name="T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73">
                  <a:moveTo>
                    <a:pt x="5" y="0"/>
                  </a:moveTo>
                  <a:lnTo>
                    <a:pt x="105" y="64"/>
                  </a:lnTo>
                  <a:lnTo>
                    <a:pt x="96" y="73"/>
                  </a:lnTo>
                  <a:lnTo>
                    <a:pt x="0" y="1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3" name="Freeform 953"/>
            <p:cNvSpPr/>
            <p:nvPr/>
          </p:nvSpPr>
          <p:spPr bwMode="auto">
            <a:xfrm>
              <a:off x="817563" y="6069013"/>
              <a:ext cx="79375" cy="58738"/>
            </a:xfrm>
            <a:custGeom>
              <a:avLst/>
              <a:gdLst>
                <a:gd name="T0" fmla="*/ 9 w 50"/>
                <a:gd name="T1" fmla="*/ 0 h 37"/>
                <a:gd name="T2" fmla="*/ 50 w 50"/>
                <a:gd name="T3" fmla="*/ 28 h 37"/>
                <a:gd name="T4" fmla="*/ 41 w 50"/>
                <a:gd name="T5" fmla="*/ 37 h 37"/>
                <a:gd name="T6" fmla="*/ 0 w 50"/>
                <a:gd name="T7" fmla="*/ 10 h 37"/>
                <a:gd name="T8" fmla="*/ 9 w 50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7">
                  <a:moveTo>
                    <a:pt x="9" y="0"/>
                  </a:moveTo>
                  <a:lnTo>
                    <a:pt x="50" y="28"/>
                  </a:lnTo>
                  <a:lnTo>
                    <a:pt x="41" y="37"/>
                  </a:lnTo>
                  <a:lnTo>
                    <a:pt x="0" y="1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4" name="Freeform 954"/>
            <p:cNvSpPr/>
            <p:nvPr/>
          </p:nvSpPr>
          <p:spPr bwMode="auto">
            <a:xfrm>
              <a:off x="852488" y="6011863"/>
              <a:ext cx="79375" cy="57150"/>
            </a:xfrm>
            <a:custGeom>
              <a:avLst/>
              <a:gdLst>
                <a:gd name="T0" fmla="*/ 10 w 50"/>
                <a:gd name="T1" fmla="*/ 0 h 36"/>
                <a:gd name="T2" fmla="*/ 50 w 50"/>
                <a:gd name="T3" fmla="*/ 27 h 36"/>
                <a:gd name="T4" fmla="*/ 41 w 50"/>
                <a:gd name="T5" fmla="*/ 36 h 36"/>
                <a:gd name="T6" fmla="*/ 0 w 50"/>
                <a:gd name="T7" fmla="*/ 9 h 36"/>
                <a:gd name="T8" fmla="*/ 10 w 50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6">
                  <a:moveTo>
                    <a:pt x="10" y="0"/>
                  </a:moveTo>
                  <a:lnTo>
                    <a:pt x="50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5" name="Freeform 955"/>
            <p:cNvSpPr/>
            <p:nvPr/>
          </p:nvSpPr>
          <p:spPr bwMode="auto">
            <a:xfrm>
              <a:off x="889001" y="5954713"/>
              <a:ext cx="79375" cy="57150"/>
            </a:xfrm>
            <a:custGeom>
              <a:avLst/>
              <a:gdLst>
                <a:gd name="T0" fmla="*/ 9 w 50"/>
                <a:gd name="T1" fmla="*/ 0 h 36"/>
                <a:gd name="T2" fmla="*/ 50 w 50"/>
                <a:gd name="T3" fmla="*/ 27 h 36"/>
                <a:gd name="T4" fmla="*/ 41 w 50"/>
                <a:gd name="T5" fmla="*/ 36 h 36"/>
                <a:gd name="T6" fmla="*/ 0 w 50"/>
                <a:gd name="T7" fmla="*/ 9 h 36"/>
                <a:gd name="T8" fmla="*/ 9 w 50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6">
                  <a:moveTo>
                    <a:pt x="9" y="0"/>
                  </a:moveTo>
                  <a:lnTo>
                    <a:pt x="50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6" name="Freeform 956"/>
            <p:cNvSpPr/>
            <p:nvPr/>
          </p:nvSpPr>
          <p:spPr bwMode="auto">
            <a:xfrm>
              <a:off x="925513" y="5895975"/>
              <a:ext cx="79375" cy="58738"/>
            </a:xfrm>
            <a:custGeom>
              <a:avLst/>
              <a:gdLst>
                <a:gd name="T0" fmla="*/ 9 w 50"/>
                <a:gd name="T1" fmla="*/ 0 h 37"/>
                <a:gd name="T2" fmla="*/ 50 w 50"/>
                <a:gd name="T3" fmla="*/ 23 h 37"/>
                <a:gd name="T4" fmla="*/ 41 w 50"/>
                <a:gd name="T5" fmla="*/ 37 h 37"/>
                <a:gd name="T6" fmla="*/ 0 w 50"/>
                <a:gd name="T7" fmla="*/ 9 h 37"/>
                <a:gd name="T8" fmla="*/ 9 w 50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7">
                  <a:moveTo>
                    <a:pt x="9" y="0"/>
                  </a:moveTo>
                  <a:lnTo>
                    <a:pt x="50" y="23"/>
                  </a:lnTo>
                  <a:lnTo>
                    <a:pt x="41" y="37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7" name="Freeform 957"/>
            <p:cNvSpPr/>
            <p:nvPr/>
          </p:nvSpPr>
          <p:spPr bwMode="auto">
            <a:xfrm>
              <a:off x="874713" y="5780088"/>
              <a:ext cx="166687" cy="109538"/>
            </a:xfrm>
            <a:custGeom>
              <a:avLst/>
              <a:gdLst>
                <a:gd name="T0" fmla="*/ 9 w 105"/>
                <a:gd name="T1" fmla="*/ 0 h 69"/>
                <a:gd name="T2" fmla="*/ 105 w 105"/>
                <a:gd name="T3" fmla="*/ 60 h 69"/>
                <a:gd name="T4" fmla="*/ 100 w 105"/>
                <a:gd name="T5" fmla="*/ 69 h 69"/>
                <a:gd name="T6" fmla="*/ 0 w 105"/>
                <a:gd name="T7" fmla="*/ 10 h 69"/>
                <a:gd name="T8" fmla="*/ 9 w 105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9">
                  <a:moveTo>
                    <a:pt x="9" y="0"/>
                  </a:moveTo>
                  <a:lnTo>
                    <a:pt x="105" y="60"/>
                  </a:lnTo>
                  <a:lnTo>
                    <a:pt x="100" y="69"/>
                  </a:lnTo>
                  <a:lnTo>
                    <a:pt x="0" y="1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8" name="Freeform 958"/>
            <p:cNvSpPr/>
            <p:nvPr/>
          </p:nvSpPr>
          <p:spPr bwMode="auto">
            <a:xfrm>
              <a:off x="996951" y="5780088"/>
              <a:ext cx="79375" cy="58738"/>
            </a:xfrm>
            <a:custGeom>
              <a:avLst/>
              <a:gdLst>
                <a:gd name="T0" fmla="*/ 9 w 50"/>
                <a:gd name="T1" fmla="*/ 0 h 37"/>
                <a:gd name="T2" fmla="*/ 50 w 50"/>
                <a:gd name="T3" fmla="*/ 23 h 37"/>
                <a:gd name="T4" fmla="*/ 41 w 50"/>
                <a:gd name="T5" fmla="*/ 37 h 37"/>
                <a:gd name="T6" fmla="*/ 0 w 50"/>
                <a:gd name="T7" fmla="*/ 10 h 37"/>
                <a:gd name="T8" fmla="*/ 9 w 50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7">
                  <a:moveTo>
                    <a:pt x="9" y="0"/>
                  </a:moveTo>
                  <a:lnTo>
                    <a:pt x="50" y="23"/>
                  </a:lnTo>
                  <a:lnTo>
                    <a:pt x="41" y="37"/>
                  </a:lnTo>
                  <a:lnTo>
                    <a:pt x="0" y="1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9" name="Freeform 959"/>
            <p:cNvSpPr/>
            <p:nvPr/>
          </p:nvSpPr>
          <p:spPr bwMode="auto">
            <a:xfrm>
              <a:off x="1033463" y="5722938"/>
              <a:ext cx="79375" cy="57150"/>
            </a:xfrm>
            <a:custGeom>
              <a:avLst/>
              <a:gdLst>
                <a:gd name="T0" fmla="*/ 9 w 50"/>
                <a:gd name="T1" fmla="*/ 0 h 36"/>
                <a:gd name="T2" fmla="*/ 50 w 50"/>
                <a:gd name="T3" fmla="*/ 23 h 36"/>
                <a:gd name="T4" fmla="*/ 41 w 50"/>
                <a:gd name="T5" fmla="*/ 36 h 36"/>
                <a:gd name="T6" fmla="*/ 0 w 50"/>
                <a:gd name="T7" fmla="*/ 9 h 36"/>
                <a:gd name="T8" fmla="*/ 9 w 50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6">
                  <a:moveTo>
                    <a:pt x="9" y="0"/>
                  </a:moveTo>
                  <a:lnTo>
                    <a:pt x="50" y="23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0" name="Freeform 960"/>
            <p:cNvSpPr/>
            <p:nvPr/>
          </p:nvSpPr>
          <p:spPr bwMode="auto">
            <a:xfrm>
              <a:off x="1076326" y="5665788"/>
              <a:ext cx="73025" cy="49213"/>
            </a:xfrm>
            <a:custGeom>
              <a:avLst/>
              <a:gdLst>
                <a:gd name="T0" fmla="*/ 5 w 46"/>
                <a:gd name="T1" fmla="*/ 0 h 31"/>
                <a:gd name="T2" fmla="*/ 46 w 46"/>
                <a:gd name="T3" fmla="*/ 22 h 31"/>
                <a:gd name="T4" fmla="*/ 41 w 46"/>
                <a:gd name="T5" fmla="*/ 31 h 31"/>
                <a:gd name="T6" fmla="*/ 0 w 46"/>
                <a:gd name="T7" fmla="*/ 9 h 31"/>
                <a:gd name="T8" fmla="*/ 5 w 46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1">
                  <a:moveTo>
                    <a:pt x="5" y="0"/>
                  </a:moveTo>
                  <a:lnTo>
                    <a:pt x="46" y="22"/>
                  </a:lnTo>
                  <a:lnTo>
                    <a:pt x="41" y="31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1" name="Freeform 961"/>
            <p:cNvSpPr/>
            <p:nvPr/>
          </p:nvSpPr>
          <p:spPr bwMode="auto">
            <a:xfrm>
              <a:off x="1112838" y="5600700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7 h 36"/>
                <a:gd name="T4" fmla="*/ 41 w 46"/>
                <a:gd name="T5" fmla="*/ 36 h 36"/>
                <a:gd name="T6" fmla="*/ 0 w 46"/>
                <a:gd name="T7" fmla="*/ 13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7"/>
                  </a:lnTo>
                  <a:lnTo>
                    <a:pt x="41" y="36"/>
                  </a:lnTo>
                  <a:lnTo>
                    <a:pt x="0" y="1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2" name="Freeform 962"/>
            <p:cNvSpPr/>
            <p:nvPr/>
          </p:nvSpPr>
          <p:spPr bwMode="auto">
            <a:xfrm>
              <a:off x="1055688" y="5491163"/>
              <a:ext cx="165100" cy="109538"/>
            </a:xfrm>
            <a:custGeom>
              <a:avLst/>
              <a:gdLst>
                <a:gd name="T0" fmla="*/ 9 w 104"/>
                <a:gd name="T1" fmla="*/ 0 h 69"/>
                <a:gd name="T2" fmla="*/ 104 w 104"/>
                <a:gd name="T3" fmla="*/ 60 h 69"/>
                <a:gd name="T4" fmla="*/ 100 w 104"/>
                <a:gd name="T5" fmla="*/ 69 h 69"/>
                <a:gd name="T6" fmla="*/ 0 w 104"/>
                <a:gd name="T7" fmla="*/ 9 h 69"/>
                <a:gd name="T8" fmla="*/ 9 w 104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69">
                  <a:moveTo>
                    <a:pt x="9" y="0"/>
                  </a:moveTo>
                  <a:lnTo>
                    <a:pt x="104" y="60"/>
                  </a:lnTo>
                  <a:lnTo>
                    <a:pt x="100" y="69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3" name="Freeform 963"/>
            <p:cNvSpPr/>
            <p:nvPr/>
          </p:nvSpPr>
          <p:spPr bwMode="auto">
            <a:xfrm>
              <a:off x="1185863" y="5491163"/>
              <a:ext cx="71437" cy="50800"/>
            </a:xfrm>
            <a:custGeom>
              <a:avLst/>
              <a:gdLst>
                <a:gd name="T0" fmla="*/ 4 w 45"/>
                <a:gd name="T1" fmla="*/ 0 h 32"/>
                <a:gd name="T2" fmla="*/ 45 w 45"/>
                <a:gd name="T3" fmla="*/ 23 h 32"/>
                <a:gd name="T4" fmla="*/ 41 w 45"/>
                <a:gd name="T5" fmla="*/ 32 h 32"/>
                <a:gd name="T6" fmla="*/ 0 w 45"/>
                <a:gd name="T7" fmla="*/ 9 h 32"/>
                <a:gd name="T8" fmla="*/ 4 w 45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2">
                  <a:moveTo>
                    <a:pt x="4" y="0"/>
                  </a:moveTo>
                  <a:lnTo>
                    <a:pt x="45" y="23"/>
                  </a:lnTo>
                  <a:lnTo>
                    <a:pt x="41" y="32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4" name="Freeform 964"/>
            <p:cNvSpPr/>
            <p:nvPr/>
          </p:nvSpPr>
          <p:spPr bwMode="auto">
            <a:xfrm>
              <a:off x="1220788" y="5426075"/>
              <a:ext cx="73025" cy="58738"/>
            </a:xfrm>
            <a:custGeom>
              <a:avLst/>
              <a:gdLst>
                <a:gd name="T0" fmla="*/ 5 w 46"/>
                <a:gd name="T1" fmla="*/ 0 h 37"/>
                <a:gd name="T2" fmla="*/ 46 w 46"/>
                <a:gd name="T3" fmla="*/ 28 h 37"/>
                <a:gd name="T4" fmla="*/ 41 w 46"/>
                <a:gd name="T5" fmla="*/ 37 h 37"/>
                <a:gd name="T6" fmla="*/ 0 w 46"/>
                <a:gd name="T7" fmla="*/ 14 h 37"/>
                <a:gd name="T8" fmla="*/ 5 w 46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7">
                  <a:moveTo>
                    <a:pt x="5" y="0"/>
                  </a:moveTo>
                  <a:lnTo>
                    <a:pt x="46" y="28"/>
                  </a:lnTo>
                  <a:lnTo>
                    <a:pt x="41" y="37"/>
                  </a:lnTo>
                  <a:lnTo>
                    <a:pt x="0" y="1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5" name="Freeform 965"/>
            <p:cNvSpPr/>
            <p:nvPr/>
          </p:nvSpPr>
          <p:spPr bwMode="auto">
            <a:xfrm>
              <a:off x="1257301" y="5368925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7 h 36"/>
                <a:gd name="T4" fmla="*/ 41 w 46"/>
                <a:gd name="T5" fmla="*/ 36 h 36"/>
                <a:gd name="T6" fmla="*/ 0 w 46"/>
                <a:gd name="T7" fmla="*/ 14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7"/>
                  </a:lnTo>
                  <a:lnTo>
                    <a:pt x="41" y="36"/>
                  </a:lnTo>
                  <a:lnTo>
                    <a:pt x="0" y="1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6" name="Freeform 966"/>
            <p:cNvSpPr/>
            <p:nvPr/>
          </p:nvSpPr>
          <p:spPr bwMode="auto">
            <a:xfrm>
              <a:off x="1293813" y="5311775"/>
              <a:ext cx="71437" cy="57150"/>
            </a:xfrm>
            <a:custGeom>
              <a:avLst/>
              <a:gdLst>
                <a:gd name="T0" fmla="*/ 4 w 45"/>
                <a:gd name="T1" fmla="*/ 0 h 36"/>
                <a:gd name="T2" fmla="*/ 45 w 45"/>
                <a:gd name="T3" fmla="*/ 27 h 36"/>
                <a:gd name="T4" fmla="*/ 41 w 45"/>
                <a:gd name="T5" fmla="*/ 36 h 36"/>
                <a:gd name="T6" fmla="*/ 0 w 45"/>
                <a:gd name="T7" fmla="*/ 9 h 36"/>
                <a:gd name="T8" fmla="*/ 4 w 45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4" y="0"/>
                  </a:moveTo>
                  <a:lnTo>
                    <a:pt x="45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7" name="Freeform 967"/>
            <p:cNvSpPr/>
            <p:nvPr/>
          </p:nvSpPr>
          <p:spPr bwMode="auto">
            <a:xfrm>
              <a:off x="1235076" y="5195888"/>
              <a:ext cx="166687" cy="115888"/>
            </a:xfrm>
            <a:custGeom>
              <a:avLst/>
              <a:gdLst>
                <a:gd name="T0" fmla="*/ 10 w 105"/>
                <a:gd name="T1" fmla="*/ 0 h 73"/>
                <a:gd name="T2" fmla="*/ 105 w 105"/>
                <a:gd name="T3" fmla="*/ 63 h 73"/>
                <a:gd name="T4" fmla="*/ 100 w 105"/>
                <a:gd name="T5" fmla="*/ 73 h 73"/>
                <a:gd name="T6" fmla="*/ 0 w 105"/>
                <a:gd name="T7" fmla="*/ 13 h 73"/>
                <a:gd name="T8" fmla="*/ 10 w 105"/>
                <a:gd name="T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73">
                  <a:moveTo>
                    <a:pt x="10" y="0"/>
                  </a:moveTo>
                  <a:lnTo>
                    <a:pt x="105" y="63"/>
                  </a:lnTo>
                  <a:lnTo>
                    <a:pt x="100" y="73"/>
                  </a:lnTo>
                  <a:lnTo>
                    <a:pt x="0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8" name="Freeform 968"/>
            <p:cNvSpPr/>
            <p:nvPr/>
          </p:nvSpPr>
          <p:spPr bwMode="auto">
            <a:xfrm>
              <a:off x="1365251" y="5195888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7 h 36"/>
                <a:gd name="T4" fmla="*/ 41 w 46"/>
                <a:gd name="T5" fmla="*/ 36 h 36"/>
                <a:gd name="T6" fmla="*/ 0 w 46"/>
                <a:gd name="T7" fmla="*/ 9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9" name="Freeform 969"/>
            <p:cNvSpPr/>
            <p:nvPr/>
          </p:nvSpPr>
          <p:spPr bwMode="auto">
            <a:xfrm>
              <a:off x="1401763" y="5137150"/>
              <a:ext cx="71437" cy="58738"/>
            </a:xfrm>
            <a:custGeom>
              <a:avLst/>
              <a:gdLst>
                <a:gd name="T0" fmla="*/ 5 w 45"/>
                <a:gd name="T1" fmla="*/ 0 h 37"/>
                <a:gd name="T2" fmla="*/ 45 w 45"/>
                <a:gd name="T3" fmla="*/ 28 h 37"/>
                <a:gd name="T4" fmla="*/ 41 w 45"/>
                <a:gd name="T5" fmla="*/ 37 h 37"/>
                <a:gd name="T6" fmla="*/ 0 w 45"/>
                <a:gd name="T7" fmla="*/ 9 h 37"/>
                <a:gd name="T8" fmla="*/ 5 w 45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7">
                  <a:moveTo>
                    <a:pt x="5" y="0"/>
                  </a:moveTo>
                  <a:lnTo>
                    <a:pt x="45" y="28"/>
                  </a:lnTo>
                  <a:lnTo>
                    <a:pt x="41" y="37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0" name="Freeform 970"/>
            <p:cNvSpPr/>
            <p:nvPr/>
          </p:nvSpPr>
          <p:spPr bwMode="auto">
            <a:xfrm>
              <a:off x="1438276" y="5080000"/>
              <a:ext cx="71437" cy="57150"/>
            </a:xfrm>
            <a:custGeom>
              <a:avLst/>
              <a:gdLst>
                <a:gd name="T0" fmla="*/ 4 w 45"/>
                <a:gd name="T1" fmla="*/ 0 h 36"/>
                <a:gd name="T2" fmla="*/ 45 w 45"/>
                <a:gd name="T3" fmla="*/ 27 h 36"/>
                <a:gd name="T4" fmla="*/ 41 w 45"/>
                <a:gd name="T5" fmla="*/ 36 h 36"/>
                <a:gd name="T6" fmla="*/ 0 w 45"/>
                <a:gd name="T7" fmla="*/ 9 h 36"/>
                <a:gd name="T8" fmla="*/ 4 w 45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4" y="0"/>
                  </a:moveTo>
                  <a:lnTo>
                    <a:pt x="45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1" name="Freeform 971"/>
            <p:cNvSpPr/>
            <p:nvPr/>
          </p:nvSpPr>
          <p:spPr bwMode="auto">
            <a:xfrm>
              <a:off x="1473201" y="5022850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7 h 36"/>
                <a:gd name="T4" fmla="*/ 41 w 46"/>
                <a:gd name="T5" fmla="*/ 36 h 36"/>
                <a:gd name="T6" fmla="*/ 0 w 46"/>
                <a:gd name="T7" fmla="*/ 9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2" name="Freeform 972"/>
            <p:cNvSpPr/>
            <p:nvPr/>
          </p:nvSpPr>
          <p:spPr bwMode="auto">
            <a:xfrm>
              <a:off x="1423988" y="4906963"/>
              <a:ext cx="158750" cy="115888"/>
            </a:xfrm>
            <a:custGeom>
              <a:avLst/>
              <a:gdLst>
                <a:gd name="T0" fmla="*/ 4 w 100"/>
                <a:gd name="T1" fmla="*/ 0 h 73"/>
                <a:gd name="T2" fmla="*/ 100 w 100"/>
                <a:gd name="T3" fmla="*/ 59 h 73"/>
                <a:gd name="T4" fmla="*/ 95 w 100"/>
                <a:gd name="T5" fmla="*/ 73 h 73"/>
                <a:gd name="T6" fmla="*/ 0 w 100"/>
                <a:gd name="T7" fmla="*/ 9 h 73"/>
                <a:gd name="T8" fmla="*/ 4 w 100"/>
                <a:gd name="T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3">
                  <a:moveTo>
                    <a:pt x="4" y="0"/>
                  </a:moveTo>
                  <a:lnTo>
                    <a:pt x="100" y="59"/>
                  </a:lnTo>
                  <a:lnTo>
                    <a:pt x="95" y="73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3" name="Freeform 973"/>
            <p:cNvSpPr/>
            <p:nvPr/>
          </p:nvSpPr>
          <p:spPr bwMode="auto">
            <a:xfrm>
              <a:off x="1546226" y="4906963"/>
              <a:ext cx="71437" cy="57150"/>
            </a:xfrm>
            <a:custGeom>
              <a:avLst/>
              <a:gdLst>
                <a:gd name="T0" fmla="*/ 4 w 45"/>
                <a:gd name="T1" fmla="*/ 0 h 36"/>
                <a:gd name="T2" fmla="*/ 45 w 45"/>
                <a:gd name="T3" fmla="*/ 27 h 36"/>
                <a:gd name="T4" fmla="*/ 41 w 45"/>
                <a:gd name="T5" fmla="*/ 36 h 36"/>
                <a:gd name="T6" fmla="*/ 0 w 45"/>
                <a:gd name="T7" fmla="*/ 9 h 36"/>
                <a:gd name="T8" fmla="*/ 4 w 45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4" y="0"/>
                  </a:moveTo>
                  <a:lnTo>
                    <a:pt x="45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4" name="Freeform 974"/>
            <p:cNvSpPr/>
            <p:nvPr/>
          </p:nvSpPr>
          <p:spPr bwMode="auto">
            <a:xfrm>
              <a:off x="1582738" y="4848225"/>
              <a:ext cx="71437" cy="58738"/>
            </a:xfrm>
            <a:custGeom>
              <a:avLst/>
              <a:gdLst>
                <a:gd name="T0" fmla="*/ 4 w 45"/>
                <a:gd name="T1" fmla="*/ 0 h 37"/>
                <a:gd name="T2" fmla="*/ 45 w 45"/>
                <a:gd name="T3" fmla="*/ 28 h 37"/>
                <a:gd name="T4" fmla="*/ 41 w 45"/>
                <a:gd name="T5" fmla="*/ 37 h 37"/>
                <a:gd name="T6" fmla="*/ 0 w 45"/>
                <a:gd name="T7" fmla="*/ 9 h 37"/>
                <a:gd name="T8" fmla="*/ 4 w 45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7">
                  <a:moveTo>
                    <a:pt x="4" y="0"/>
                  </a:moveTo>
                  <a:lnTo>
                    <a:pt x="45" y="28"/>
                  </a:lnTo>
                  <a:lnTo>
                    <a:pt x="41" y="37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5" name="Freeform 975"/>
            <p:cNvSpPr/>
            <p:nvPr/>
          </p:nvSpPr>
          <p:spPr bwMode="auto">
            <a:xfrm>
              <a:off x="1617663" y="4791075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3 h 36"/>
                <a:gd name="T4" fmla="*/ 41 w 46"/>
                <a:gd name="T5" fmla="*/ 36 h 36"/>
                <a:gd name="T6" fmla="*/ 0 w 46"/>
                <a:gd name="T7" fmla="*/ 9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3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6" name="Freeform 976"/>
            <p:cNvSpPr/>
            <p:nvPr/>
          </p:nvSpPr>
          <p:spPr bwMode="auto">
            <a:xfrm>
              <a:off x="1654176" y="4732338"/>
              <a:ext cx="73025" cy="50800"/>
            </a:xfrm>
            <a:custGeom>
              <a:avLst/>
              <a:gdLst>
                <a:gd name="T0" fmla="*/ 5 w 46"/>
                <a:gd name="T1" fmla="*/ 0 h 32"/>
                <a:gd name="T2" fmla="*/ 46 w 46"/>
                <a:gd name="T3" fmla="*/ 23 h 32"/>
                <a:gd name="T4" fmla="*/ 41 w 46"/>
                <a:gd name="T5" fmla="*/ 32 h 32"/>
                <a:gd name="T6" fmla="*/ 0 w 46"/>
                <a:gd name="T7" fmla="*/ 10 h 32"/>
                <a:gd name="T8" fmla="*/ 5 w 46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2">
                  <a:moveTo>
                    <a:pt x="5" y="0"/>
                  </a:moveTo>
                  <a:lnTo>
                    <a:pt x="46" y="23"/>
                  </a:lnTo>
                  <a:lnTo>
                    <a:pt x="41" y="32"/>
                  </a:lnTo>
                  <a:lnTo>
                    <a:pt x="0" y="1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7" name="Freeform 977"/>
            <p:cNvSpPr/>
            <p:nvPr/>
          </p:nvSpPr>
          <p:spPr bwMode="auto">
            <a:xfrm>
              <a:off x="1603376" y="4618038"/>
              <a:ext cx="158750" cy="107950"/>
            </a:xfrm>
            <a:custGeom>
              <a:avLst/>
              <a:gdLst>
                <a:gd name="T0" fmla="*/ 5 w 100"/>
                <a:gd name="T1" fmla="*/ 0 h 68"/>
                <a:gd name="T2" fmla="*/ 100 w 100"/>
                <a:gd name="T3" fmla="*/ 59 h 68"/>
                <a:gd name="T4" fmla="*/ 96 w 100"/>
                <a:gd name="T5" fmla="*/ 68 h 68"/>
                <a:gd name="T6" fmla="*/ 0 w 100"/>
                <a:gd name="T7" fmla="*/ 9 h 68"/>
                <a:gd name="T8" fmla="*/ 5 w 100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68">
                  <a:moveTo>
                    <a:pt x="5" y="0"/>
                  </a:moveTo>
                  <a:lnTo>
                    <a:pt x="100" y="59"/>
                  </a:lnTo>
                  <a:lnTo>
                    <a:pt x="96" y="68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8" name="Freeform 978"/>
            <p:cNvSpPr/>
            <p:nvPr/>
          </p:nvSpPr>
          <p:spPr bwMode="auto">
            <a:xfrm>
              <a:off x="1727201" y="4618038"/>
              <a:ext cx="71437" cy="57150"/>
            </a:xfrm>
            <a:custGeom>
              <a:avLst/>
              <a:gdLst>
                <a:gd name="T0" fmla="*/ 4 w 45"/>
                <a:gd name="T1" fmla="*/ 0 h 36"/>
                <a:gd name="T2" fmla="*/ 45 w 45"/>
                <a:gd name="T3" fmla="*/ 22 h 36"/>
                <a:gd name="T4" fmla="*/ 41 w 45"/>
                <a:gd name="T5" fmla="*/ 36 h 36"/>
                <a:gd name="T6" fmla="*/ 0 w 45"/>
                <a:gd name="T7" fmla="*/ 9 h 36"/>
                <a:gd name="T8" fmla="*/ 4 w 45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4" y="0"/>
                  </a:moveTo>
                  <a:lnTo>
                    <a:pt x="45" y="22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9" name="Freeform 979"/>
            <p:cNvSpPr/>
            <p:nvPr/>
          </p:nvSpPr>
          <p:spPr bwMode="auto">
            <a:xfrm>
              <a:off x="1762126" y="4559300"/>
              <a:ext cx="73025" cy="50800"/>
            </a:xfrm>
            <a:custGeom>
              <a:avLst/>
              <a:gdLst>
                <a:gd name="T0" fmla="*/ 5 w 46"/>
                <a:gd name="T1" fmla="*/ 0 h 32"/>
                <a:gd name="T2" fmla="*/ 46 w 46"/>
                <a:gd name="T3" fmla="*/ 23 h 32"/>
                <a:gd name="T4" fmla="*/ 41 w 46"/>
                <a:gd name="T5" fmla="*/ 32 h 32"/>
                <a:gd name="T6" fmla="*/ 0 w 46"/>
                <a:gd name="T7" fmla="*/ 9 h 32"/>
                <a:gd name="T8" fmla="*/ 5 w 46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2">
                  <a:moveTo>
                    <a:pt x="5" y="0"/>
                  </a:moveTo>
                  <a:lnTo>
                    <a:pt x="46" y="23"/>
                  </a:lnTo>
                  <a:lnTo>
                    <a:pt x="41" y="32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0" name="Freeform 980"/>
            <p:cNvSpPr/>
            <p:nvPr/>
          </p:nvSpPr>
          <p:spPr bwMode="auto">
            <a:xfrm>
              <a:off x="1798638" y="4494213"/>
              <a:ext cx="73025" cy="58738"/>
            </a:xfrm>
            <a:custGeom>
              <a:avLst/>
              <a:gdLst>
                <a:gd name="T0" fmla="*/ 5 w 46"/>
                <a:gd name="T1" fmla="*/ 0 h 37"/>
                <a:gd name="T2" fmla="*/ 46 w 46"/>
                <a:gd name="T3" fmla="*/ 28 h 37"/>
                <a:gd name="T4" fmla="*/ 41 w 46"/>
                <a:gd name="T5" fmla="*/ 37 h 37"/>
                <a:gd name="T6" fmla="*/ 0 w 46"/>
                <a:gd name="T7" fmla="*/ 14 h 37"/>
                <a:gd name="T8" fmla="*/ 5 w 46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7">
                  <a:moveTo>
                    <a:pt x="5" y="0"/>
                  </a:moveTo>
                  <a:lnTo>
                    <a:pt x="46" y="28"/>
                  </a:lnTo>
                  <a:lnTo>
                    <a:pt x="41" y="37"/>
                  </a:lnTo>
                  <a:lnTo>
                    <a:pt x="0" y="1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1" name="Freeform 981"/>
            <p:cNvSpPr/>
            <p:nvPr/>
          </p:nvSpPr>
          <p:spPr bwMode="auto">
            <a:xfrm>
              <a:off x="1835151" y="4437063"/>
              <a:ext cx="79375" cy="57150"/>
            </a:xfrm>
            <a:custGeom>
              <a:avLst/>
              <a:gdLst>
                <a:gd name="T0" fmla="*/ 9 w 50"/>
                <a:gd name="T1" fmla="*/ 0 h 36"/>
                <a:gd name="T2" fmla="*/ 50 w 50"/>
                <a:gd name="T3" fmla="*/ 27 h 36"/>
                <a:gd name="T4" fmla="*/ 41 w 50"/>
                <a:gd name="T5" fmla="*/ 36 h 36"/>
                <a:gd name="T6" fmla="*/ 0 w 50"/>
                <a:gd name="T7" fmla="*/ 14 h 36"/>
                <a:gd name="T8" fmla="*/ 9 w 50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6">
                  <a:moveTo>
                    <a:pt x="9" y="0"/>
                  </a:moveTo>
                  <a:lnTo>
                    <a:pt x="50" y="27"/>
                  </a:lnTo>
                  <a:lnTo>
                    <a:pt x="41" y="36"/>
                  </a:lnTo>
                  <a:lnTo>
                    <a:pt x="0" y="14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2" name="Freeform 982"/>
            <p:cNvSpPr/>
            <p:nvPr/>
          </p:nvSpPr>
          <p:spPr bwMode="auto">
            <a:xfrm>
              <a:off x="1784351" y="4329113"/>
              <a:ext cx="166687" cy="107950"/>
            </a:xfrm>
            <a:custGeom>
              <a:avLst/>
              <a:gdLst>
                <a:gd name="T0" fmla="*/ 5 w 105"/>
                <a:gd name="T1" fmla="*/ 0 h 68"/>
                <a:gd name="T2" fmla="*/ 105 w 105"/>
                <a:gd name="T3" fmla="*/ 59 h 68"/>
                <a:gd name="T4" fmla="*/ 95 w 105"/>
                <a:gd name="T5" fmla="*/ 68 h 68"/>
                <a:gd name="T6" fmla="*/ 0 w 105"/>
                <a:gd name="T7" fmla="*/ 9 h 68"/>
                <a:gd name="T8" fmla="*/ 5 w 105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8">
                  <a:moveTo>
                    <a:pt x="5" y="0"/>
                  </a:moveTo>
                  <a:lnTo>
                    <a:pt x="105" y="59"/>
                  </a:lnTo>
                  <a:lnTo>
                    <a:pt x="95" y="68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3" name="Freeform 983"/>
            <p:cNvSpPr/>
            <p:nvPr/>
          </p:nvSpPr>
          <p:spPr bwMode="auto">
            <a:xfrm>
              <a:off x="341313" y="4017963"/>
              <a:ext cx="1479550" cy="2290763"/>
            </a:xfrm>
            <a:custGeom>
              <a:avLst/>
              <a:gdLst>
                <a:gd name="T0" fmla="*/ 882 w 932"/>
                <a:gd name="T1" fmla="*/ 0 h 1443"/>
                <a:gd name="T2" fmla="*/ 932 w 932"/>
                <a:gd name="T3" fmla="*/ 32 h 1443"/>
                <a:gd name="T4" fmla="*/ 50 w 932"/>
                <a:gd name="T5" fmla="*/ 1443 h 1443"/>
                <a:gd name="T6" fmla="*/ 0 w 932"/>
                <a:gd name="T7" fmla="*/ 1415 h 1443"/>
                <a:gd name="T8" fmla="*/ 882 w 932"/>
                <a:gd name="T9" fmla="*/ 0 h 1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2" h="1443">
                  <a:moveTo>
                    <a:pt x="882" y="0"/>
                  </a:moveTo>
                  <a:lnTo>
                    <a:pt x="932" y="32"/>
                  </a:lnTo>
                  <a:lnTo>
                    <a:pt x="50" y="1443"/>
                  </a:lnTo>
                  <a:lnTo>
                    <a:pt x="0" y="1415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ldLvl="0" animBg="1"/>
      <p:bldP spid="7" grpId="0" animBg="1"/>
      <p:bldP spid="8" grpId="0" bldLvl="0" animBg="1"/>
      <p:bldP spid="10" grpId="0" animBg="1"/>
      <p:bldP spid="11" grpId="0" bldLvl="0" animBg="1"/>
      <p:bldP spid="13" grpId="0" animBg="1"/>
      <p:bldP spid="14" grpId="0" bldLvl="0" animBg="1"/>
      <p:bldP spid="17" grpId="0" animBg="1"/>
      <p:bldP spid="19" grpId="0" animBg="1"/>
      <p:bldP spid="21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36694" y="1769913"/>
            <a:ext cx="3530274" cy="18986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lang="zh-CN" altLang="en-US" sz="138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1"/>
            </p:custDataLst>
          </p:nvPr>
        </p:nvSpPr>
        <p:spPr>
          <a:xfrm>
            <a:off x="4199183" y="3823312"/>
            <a:ext cx="3778403" cy="7548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Giới thiệu</a:t>
            </a:r>
            <a:endParaRPr lang="zh-CN" altLang="en-US" sz="32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4357089" y="4696457"/>
            <a:ext cx="348948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4357089" y="3876041"/>
            <a:ext cx="348948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20746" y="377952"/>
            <a:ext cx="10961312" cy="5936169"/>
          </a:xfrm>
          <a:prstGeom prst="rect">
            <a:avLst/>
          </a:prstGeom>
          <a:noFill/>
          <a:ln w="19050">
            <a:solidFill>
              <a:srgbClr val="FFC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919"/>
          <p:cNvSpPr/>
          <p:nvPr/>
        </p:nvSpPr>
        <p:spPr bwMode="auto">
          <a:xfrm>
            <a:off x="1607984" y="989472"/>
            <a:ext cx="1209305" cy="1193341"/>
          </a:xfrm>
          <a:custGeom>
            <a:avLst/>
            <a:gdLst>
              <a:gd name="T0" fmla="*/ 126 w 200"/>
              <a:gd name="T1" fmla="*/ 191 h 197"/>
              <a:gd name="T2" fmla="*/ 125 w 200"/>
              <a:gd name="T3" fmla="*/ 191 h 197"/>
              <a:gd name="T4" fmla="*/ 125 w 200"/>
              <a:gd name="T5" fmla="*/ 182 h 197"/>
              <a:gd name="T6" fmla="*/ 133 w 200"/>
              <a:gd name="T7" fmla="*/ 182 h 197"/>
              <a:gd name="T8" fmla="*/ 134 w 200"/>
              <a:gd name="T9" fmla="*/ 182 h 197"/>
              <a:gd name="T10" fmla="*/ 137 w 200"/>
              <a:gd name="T11" fmla="*/ 178 h 197"/>
              <a:gd name="T12" fmla="*/ 137 w 200"/>
              <a:gd name="T13" fmla="*/ 178 h 197"/>
              <a:gd name="T14" fmla="*/ 136 w 200"/>
              <a:gd name="T15" fmla="*/ 169 h 197"/>
              <a:gd name="T16" fmla="*/ 145 w 200"/>
              <a:gd name="T17" fmla="*/ 169 h 197"/>
              <a:gd name="T18" fmla="*/ 146 w 200"/>
              <a:gd name="T19" fmla="*/ 169 h 197"/>
              <a:gd name="T20" fmla="*/ 150 w 200"/>
              <a:gd name="T21" fmla="*/ 165 h 197"/>
              <a:gd name="T22" fmla="*/ 149 w 200"/>
              <a:gd name="T23" fmla="*/ 164 h 197"/>
              <a:gd name="T24" fmla="*/ 149 w 200"/>
              <a:gd name="T25" fmla="*/ 155 h 197"/>
              <a:gd name="T26" fmla="*/ 158 w 200"/>
              <a:gd name="T27" fmla="*/ 155 h 197"/>
              <a:gd name="T28" fmla="*/ 158 w 200"/>
              <a:gd name="T29" fmla="*/ 156 h 197"/>
              <a:gd name="T30" fmla="*/ 162 w 200"/>
              <a:gd name="T31" fmla="*/ 151 h 197"/>
              <a:gd name="T32" fmla="*/ 162 w 200"/>
              <a:gd name="T33" fmla="*/ 150 h 197"/>
              <a:gd name="T34" fmla="*/ 161 w 200"/>
              <a:gd name="T35" fmla="*/ 142 h 197"/>
              <a:gd name="T36" fmla="*/ 170 w 200"/>
              <a:gd name="T37" fmla="*/ 141 h 197"/>
              <a:gd name="T38" fmla="*/ 171 w 200"/>
              <a:gd name="T39" fmla="*/ 142 h 197"/>
              <a:gd name="T40" fmla="*/ 175 w 200"/>
              <a:gd name="T41" fmla="*/ 137 h 197"/>
              <a:gd name="T42" fmla="*/ 174 w 200"/>
              <a:gd name="T43" fmla="*/ 136 h 197"/>
              <a:gd name="T44" fmla="*/ 174 w 200"/>
              <a:gd name="T45" fmla="*/ 128 h 197"/>
              <a:gd name="T46" fmla="*/ 183 w 200"/>
              <a:gd name="T47" fmla="*/ 127 h 197"/>
              <a:gd name="T48" fmla="*/ 183 w 200"/>
              <a:gd name="T49" fmla="*/ 128 h 197"/>
              <a:gd name="T50" fmla="*/ 187 w 200"/>
              <a:gd name="T51" fmla="*/ 123 h 197"/>
              <a:gd name="T52" fmla="*/ 187 w 200"/>
              <a:gd name="T53" fmla="*/ 122 h 197"/>
              <a:gd name="T54" fmla="*/ 186 w 200"/>
              <a:gd name="T55" fmla="*/ 114 h 197"/>
              <a:gd name="T56" fmla="*/ 195 w 200"/>
              <a:gd name="T57" fmla="*/ 113 h 197"/>
              <a:gd name="T58" fmla="*/ 196 w 200"/>
              <a:gd name="T59" fmla="*/ 114 h 197"/>
              <a:gd name="T60" fmla="*/ 200 w 200"/>
              <a:gd name="T61" fmla="*/ 109 h 197"/>
              <a:gd name="T62" fmla="*/ 79 w 200"/>
              <a:gd name="T63" fmla="*/ 0 h 197"/>
              <a:gd name="T64" fmla="*/ 0 w 200"/>
              <a:gd name="T65" fmla="*/ 88 h 197"/>
              <a:gd name="T66" fmla="*/ 121 w 200"/>
              <a:gd name="T67" fmla="*/ 197 h 197"/>
              <a:gd name="T68" fmla="*/ 126 w 200"/>
              <a:gd name="T69" fmla="*/ 191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00" h="197">
                <a:moveTo>
                  <a:pt x="126" y="191"/>
                </a:moveTo>
                <a:cubicBezTo>
                  <a:pt x="125" y="191"/>
                  <a:pt x="125" y="191"/>
                  <a:pt x="125" y="191"/>
                </a:cubicBezTo>
                <a:cubicBezTo>
                  <a:pt x="123" y="189"/>
                  <a:pt x="122" y="185"/>
                  <a:pt x="125" y="182"/>
                </a:cubicBezTo>
                <a:cubicBezTo>
                  <a:pt x="127" y="180"/>
                  <a:pt x="131" y="180"/>
                  <a:pt x="133" y="182"/>
                </a:cubicBezTo>
                <a:cubicBezTo>
                  <a:pt x="133" y="182"/>
                  <a:pt x="134" y="182"/>
                  <a:pt x="134" y="182"/>
                </a:cubicBezTo>
                <a:cubicBezTo>
                  <a:pt x="137" y="178"/>
                  <a:pt x="137" y="178"/>
                  <a:pt x="137" y="178"/>
                </a:cubicBezTo>
                <a:cubicBezTo>
                  <a:pt x="137" y="178"/>
                  <a:pt x="137" y="178"/>
                  <a:pt x="137" y="178"/>
                </a:cubicBezTo>
                <a:cubicBezTo>
                  <a:pt x="134" y="176"/>
                  <a:pt x="134" y="172"/>
                  <a:pt x="136" y="169"/>
                </a:cubicBezTo>
                <a:cubicBezTo>
                  <a:pt x="139" y="167"/>
                  <a:pt x="143" y="167"/>
                  <a:pt x="145" y="169"/>
                </a:cubicBezTo>
                <a:cubicBezTo>
                  <a:pt x="145" y="169"/>
                  <a:pt x="145" y="169"/>
                  <a:pt x="146" y="169"/>
                </a:cubicBezTo>
                <a:cubicBezTo>
                  <a:pt x="150" y="165"/>
                  <a:pt x="150" y="165"/>
                  <a:pt x="150" y="165"/>
                </a:cubicBezTo>
                <a:cubicBezTo>
                  <a:pt x="150" y="164"/>
                  <a:pt x="149" y="164"/>
                  <a:pt x="149" y="164"/>
                </a:cubicBezTo>
                <a:cubicBezTo>
                  <a:pt x="147" y="162"/>
                  <a:pt x="147" y="158"/>
                  <a:pt x="149" y="155"/>
                </a:cubicBezTo>
                <a:cubicBezTo>
                  <a:pt x="151" y="153"/>
                  <a:pt x="155" y="153"/>
                  <a:pt x="158" y="155"/>
                </a:cubicBezTo>
                <a:cubicBezTo>
                  <a:pt x="158" y="155"/>
                  <a:pt x="158" y="155"/>
                  <a:pt x="158" y="156"/>
                </a:cubicBezTo>
                <a:cubicBezTo>
                  <a:pt x="162" y="151"/>
                  <a:pt x="162" y="151"/>
                  <a:pt x="162" y="151"/>
                </a:cubicBezTo>
                <a:cubicBezTo>
                  <a:pt x="162" y="151"/>
                  <a:pt x="162" y="150"/>
                  <a:pt x="162" y="150"/>
                </a:cubicBezTo>
                <a:cubicBezTo>
                  <a:pt x="159" y="148"/>
                  <a:pt x="159" y="144"/>
                  <a:pt x="161" y="142"/>
                </a:cubicBezTo>
                <a:cubicBezTo>
                  <a:pt x="164" y="139"/>
                  <a:pt x="168" y="139"/>
                  <a:pt x="170" y="141"/>
                </a:cubicBezTo>
                <a:cubicBezTo>
                  <a:pt x="170" y="141"/>
                  <a:pt x="170" y="141"/>
                  <a:pt x="171" y="142"/>
                </a:cubicBezTo>
                <a:cubicBezTo>
                  <a:pt x="175" y="137"/>
                  <a:pt x="175" y="137"/>
                  <a:pt x="175" y="137"/>
                </a:cubicBezTo>
                <a:cubicBezTo>
                  <a:pt x="175" y="137"/>
                  <a:pt x="174" y="137"/>
                  <a:pt x="174" y="136"/>
                </a:cubicBezTo>
                <a:cubicBezTo>
                  <a:pt x="172" y="134"/>
                  <a:pt x="172" y="130"/>
                  <a:pt x="174" y="128"/>
                </a:cubicBezTo>
                <a:cubicBezTo>
                  <a:pt x="176" y="125"/>
                  <a:pt x="180" y="125"/>
                  <a:pt x="183" y="127"/>
                </a:cubicBezTo>
                <a:cubicBezTo>
                  <a:pt x="183" y="127"/>
                  <a:pt x="183" y="128"/>
                  <a:pt x="183" y="128"/>
                </a:cubicBezTo>
                <a:cubicBezTo>
                  <a:pt x="187" y="123"/>
                  <a:pt x="187" y="123"/>
                  <a:pt x="187" y="123"/>
                </a:cubicBezTo>
                <a:cubicBezTo>
                  <a:pt x="187" y="123"/>
                  <a:pt x="187" y="123"/>
                  <a:pt x="187" y="122"/>
                </a:cubicBezTo>
                <a:cubicBezTo>
                  <a:pt x="184" y="120"/>
                  <a:pt x="184" y="116"/>
                  <a:pt x="186" y="114"/>
                </a:cubicBezTo>
                <a:cubicBezTo>
                  <a:pt x="189" y="111"/>
                  <a:pt x="192" y="111"/>
                  <a:pt x="195" y="113"/>
                </a:cubicBezTo>
                <a:cubicBezTo>
                  <a:pt x="195" y="113"/>
                  <a:pt x="195" y="114"/>
                  <a:pt x="196" y="114"/>
                </a:cubicBezTo>
                <a:cubicBezTo>
                  <a:pt x="200" y="109"/>
                  <a:pt x="200" y="109"/>
                  <a:pt x="200" y="109"/>
                </a:cubicBezTo>
                <a:cubicBezTo>
                  <a:pt x="79" y="0"/>
                  <a:pt x="79" y="0"/>
                  <a:pt x="79" y="0"/>
                </a:cubicBezTo>
                <a:cubicBezTo>
                  <a:pt x="0" y="88"/>
                  <a:pt x="0" y="88"/>
                  <a:pt x="0" y="88"/>
                </a:cubicBezTo>
                <a:cubicBezTo>
                  <a:pt x="121" y="197"/>
                  <a:pt x="121" y="197"/>
                  <a:pt x="121" y="197"/>
                </a:cubicBezTo>
                <a:lnTo>
                  <a:pt x="126" y="191"/>
                </a:lnTo>
                <a:close/>
              </a:path>
            </a:pathLst>
          </a:custGeom>
          <a:solidFill>
            <a:srgbClr val="D0D1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79952" y="162285"/>
            <a:ext cx="2177813" cy="1870498"/>
            <a:chOff x="571501" y="-28575"/>
            <a:chExt cx="2598737" cy="2232025"/>
          </a:xfrm>
        </p:grpSpPr>
        <p:sp>
          <p:nvSpPr>
            <p:cNvPr id="12" name="Freeform 1040"/>
            <p:cNvSpPr/>
            <p:nvPr/>
          </p:nvSpPr>
          <p:spPr bwMode="auto">
            <a:xfrm>
              <a:off x="571501" y="101600"/>
              <a:ext cx="2598737" cy="2101850"/>
            </a:xfrm>
            <a:custGeom>
              <a:avLst/>
              <a:gdLst>
                <a:gd name="T0" fmla="*/ 354 w 360"/>
                <a:gd name="T1" fmla="*/ 236 h 291"/>
                <a:gd name="T2" fmla="*/ 48 w 360"/>
                <a:gd name="T3" fmla="*/ 290 h 291"/>
                <a:gd name="T4" fmla="*/ 40 w 360"/>
                <a:gd name="T5" fmla="*/ 284 h 291"/>
                <a:gd name="T6" fmla="*/ 1 w 360"/>
                <a:gd name="T7" fmla="*/ 63 h 291"/>
                <a:gd name="T8" fmla="*/ 7 w 360"/>
                <a:gd name="T9" fmla="*/ 55 h 291"/>
                <a:gd name="T10" fmla="*/ 312 w 360"/>
                <a:gd name="T11" fmla="*/ 1 h 291"/>
                <a:gd name="T12" fmla="*/ 320 w 360"/>
                <a:gd name="T13" fmla="*/ 6 h 291"/>
                <a:gd name="T14" fmla="*/ 360 w 360"/>
                <a:gd name="T15" fmla="*/ 228 h 291"/>
                <a:gd name="T16" fmla="*/ 354 w 360"/>
                <a:gd name="T17" fmla="*/ 23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0" h="291">
                  <a:moveTo>
                    <a:pt x="354" y="236"/>
                  </a:moveTo>
                  <a:cubicBezTo>
                    <a:pt x="48" y="290"/>
                    <a:pt x="48" y="290"/>
                    <a:pt x="48" y="290"/>
                  </a:cubicBezTo>
                  <a:cubicBezTo>
                    <a:pt x="44" y="291"/>
                    <a:pt x="41" y="288"/>
                    <a:pt x="40" y="284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0" y="59"/>
                    <a:pt x="3" y="56"/>
                    <a:pt x="7" y="55"/>
                  </a:cubicBezTo>
                  <a:cubicBezTo>
                    <a:pt x="312" y="1"/>
                    <a:pt x="312" y="1"/>
                    <a:pt x="312" y="1"/>
                  </a:cubicBezTo>
                  <a:cubicBezTo>
                    <a:pt x="316" y="0"/>
                    <a:pt x="320" y="3"/>
                    <a:pt x="320" y="6"/>
                  </a:cubicBezTo>
                  <a:cubicBezTo>
                    <a:pt x="360" y="228"/>
                    <a:pt x="360" y="228"/>
                    <a:pt x="360" y="228"/>
                  </a:cubicBezTo>
                  <a:cubicBezTo>
                    <a:pt x="360" y="231"/>
                    <a:pt x="358" y="235"/>
                    <a:pt x="354" y="236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Freeform 1041"/>
            <p:cNvSpPr/>
            <p:nvPr/>
          </p:nvSpPr>
          <p:spPr bwMode="auto">
            <a:xfrm>
              <a:off x="622301" y="144463"/>
              <a:ext cx="2490787" cy="1979613"/>
            </a:xfrm>
            <a:custGeom>
              <a:avLst/>
              <a:gdLst>
                <a:gd name="T0" fmla="*/ 1569 w 1569"/>
                <a:gd name="T1" fmla="*/ 1002 h 1247"/>
                <a:gd name="T2" fmla="*/ 182 w 1569"/>
                <a:gd name="T3" fmla="*/ 1247 h 1247"/>
                <a:gd name="T4" fmla="*/ 0 w 1569"/>
                <a:gd name="T5" fmla="*/ 246 h 1247"/>
                <a:gd name="T6" fmla="*/ 1391 w 1569"/>
                <a:gd name="T7" fmla="*/ 0 h 1247"/>
                <a:gd name="T8" fmla="*/ 1569 w 1569"/>
                <a:gd name="T9" fmla="*/ 1002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9" h="1247">
                  <a:moveTo>
                    <a:pt x="1569" y="1002"/>
                  </a:moveTo>
                  <a:lnTo>
                    <a:pt x="182" y="1247"/>
                  </a:lnTo>
                  <a:lnTo>
                    <a:pt x="0" y="246"/>
                  </a:lnTo>
                  <a:lnTo>
                    <a:pt x="1391" y="0"/>
                  </a:lnTo>
                  <a:lnTo>
                    <a:pt x="1569" y="1002"/>
                  </a:lnTo>
                  <a:close/>
                </a:path>
              </a:pathLst>
            </a:custGeom>
            <a:solidFill>
              <a:srgbClr val="B83B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Freeform 1042"/>
            <p:cNvSpPr/>
            <p:nvPr/>
          </p:nvSpPr>
          <p:spPr bwMode="auto">
            <a:xfrm>
              <a:off x="658813" y="93663"/>
              <a:ext cx="2409825" cy="1958975"/>
            </a:xfrm>
            <a:custGeom>
              <a:avLst/>
              <a:gdLst>
                <a:gd name="T0" fmla="*/ 334 w 334"/>
                <a:gd name="T1" fmla="*/ 219 h 271"/>
                <a:gd name="T2" fmla="*/ 295 w 334"/>
                <a:gd name="T3" fmla="*/ 0 h 271"/>
                <a:gd name="T4" fmla="*/ 152 w 334"/>
                <a:gd name="T5" fmla="*/ 52 h 271"/>
                <a:gd name="T6" fmla="*/ 0 w 334"/>
                <a:gd name="T7" fmla="*/ 53 h 271"/>
                <a:gd name="T8" fmla="*/ 39 w 334"/>
                <a:gd name="T9" fmla="*/ 271 h 271"/>
                <a:gd name="T10" fmla="*/ 334 w 334"/>
                <a:gd name="T11" fmla="*/ 219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4" h="271">
                  <a:moveTo>
                    <a:pt x="334" y="219"/>
                  </a:moveTo>
                  <a:cubicBezTo>
                    <a:pt x="295" y="0"/>
                    <a:pt x="295" y="0"/>
                    <a:pt x="295" y="0"/>
                  </a:cubicBezTo>
                  <a:cubicBezTo>
                    <a:pt x="184" y="3"/>
                    <a:pt x="152" y="52"/>
                    <a:pt x="152" y="52"/>
                  </a:cubicBezTo>
                  <a:cubicBezTo>
                    <a:pt x="152" y="52"/>
                    <a:pt x="105" y="17"/>
                    <a:pt x="0" y="53"/>
                  </a:cubicBezTo>
                  <a:cubicBezTo>
                    <a:pt x="39" y="271"/>
                    <a:pt x="39" y="271"/>
                    <a:pt x="39" y="271"/>
                  </a:cubicBezTo>
                  <a:lnTo>
                    <a:pt x="334" y="219"/>
                  </a:lnTo>
                  <a:close/>
                </a:path>
              </a:pathLst>
            </a:custGeom>
            <a:solidFill>
              <a:srgbClr val="D0D1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Freeform 1043"/>
            <p:cNvSpPr/>
            <p:nvPr/>
          </p:nvSpPr>
          <p:spPr bwMode="auto">
            <a:xfrm>
              <a:off x="636588" y="-28575"/>
              <a:ext cx="2411412" cy="1958975"/>
            </a:xfrm>
            <a:custGeom>
              <a:avLst/>
              <a:gdLst>
                <a:gd name="T0" fmla="*/ 334 w 334"/>
                <a:gd name="T1" fmla="*/ 218 h 271"/>
                <a:gd name="T2" fmla="*/ 295 w 334"/>
                <a:gd name="T3" fmla="*/ 0 h 271"/>
                <a:gd name="T4" fmla="*/ 152 w 334"/>
                <a:gd name="T5" fmla="*/ 52 h 271"/>
                <a:gd name="T6" fmla="*/ 0 w 334"/>
                <a:gd name="T7" fmla="*/ 52 h 271"/>
                <a:gd name="T8" fmla="*/ 39 w 334"/>
                <a:gd name="T9" fmla="*/ 271 h 271"/>
                <a:gd name="T10" fmla="*/ 334 w 334"/>
                <a:gd name="T11" fmla="*/ 21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4" h="271">
                  <a:moveTo>
                    <a:pt x="334" y="218"/>
                  </a:moveTo>
                  <a:cubicBezTo>
                    <a:pt x="295" y="0"/>
                    <a:pt x="295" y="0"/>
                    <a:pt x="295" y="0"/>
                  </a:cubicBezTo>
                  <a:cubicBezTo>
                    <a:pt x="184" y="2"/>
                    <a:pt x="152" y="52"/>
                    <a:pt x="152" y="52"/>
                  </a:cubicBezTo>
                  <a:cubicBezTo>
                    <a:pt x="152" y="52"/>
                    <a:pt x="105" y="17"/>
                    <a:pt x="0" y="52"/>
                  </a:cubicBezTo>
                  <a:cubicBezTo>
                    <a:pt x="39" y="271"/>
                    <a:pt x="39" y="271"/>
                    <a:pt x="39" y="271"/>
                  </a:cubicBezTo>
                  <a:lnTo>
                    <a:pt x="334" y="218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Freeform 1044"/>
            <p:cNvSpPr/>
            <p:nvPr/>
          </p:nvSpPr>
          <p:spPr bwMode="auto">
            <a:xfrm>
              <a:off x="1733551" y="-28575"/>
              <a:ext cx="1314450" cy="1770063"/>
            </a:xfrm>
            <a:custGeom>
              <a:avLst/>
              <a:gdLst>
                <a:gd name="T0" fmla="*/ 143 w 182"/>
                <a:gd name="T1" fmla="*/ 0 h 245"/>
                <a:gd name="T2" fmla="*/ 0 w 182"/>
                <a:gd name="T3" fmla="*/ 52 h 245"/>
                <a:gd name="T4" fmla="*/ 34 w 182"/>
                <a:gd name="T5" fmla="*/ 245 h 245"/>
                <a:gd name="T6" fmla="*/ 182 w 182"/>
                <a:gd name="T7" fmla="*/ 218 h 245"/>
                <a:gd name="T8" fmla="*/ 143 w 182"/>
                <a:gd name="T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" h="245">
                  <a:moveTo>
                    <a:pt x="143" y="0"/>
                  </a:moveTo>
                  <a:cubicBezTo>
                    <a:pt x="32" y="2"/>
                    <a:pt x="0" y="52"/>
                    <a:pt x="0" y="52"/>
                  </a:cubicBezTo>
                  <a:cubicBezTo>
                    <a:pt x="34" y="245"/>
                    <a:pt x="34" y="245"/>
                    <a:pt x="34" y="245"/>
                  </a:cubicBezTo>
                  <a:cubicBezTo>
                    <a:pt x="182" y="218"/>
                    <a:pt x="182" y="218"/>
                    <a:pt x="182" y="218"/>
                  </a:cubicBezTo>
                  <a:lnTo>
                    <a:pt x="143" y="0"/>
                  </a:lnTo>
                  <a:close/>
                </a:path>
              </a:pathLst>
            </a:custGeom>
            <a:solidFill>
              <a:srgbClr val="F3F3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286533" y="368300"/>
            <a:ext cx="2324100" cy="2270125"/>
            <a:chOff x="4576763" y="-260350"/>
            <a:chExt cx="2324100" cy="2270125"/>
          </a:xfrm>
        </p:grpSpPr>
        <p:sp>
          <p:nvSpPr>
            <p:cNvPr id="18" name="Freeform 920"/>
            <p:cNvSpPr/>
            <p:nvPr/>
          </p:nvSpPr>
          <p:spPr bwMode="auto">
            <a:xfrm>
              <a:off x="5154613" y="498475"/>
              <a:ext cx="1400175" cy="1452563"/>
            </a:xfrm>
            <a:custGeom>
              <a:avLst/>
              <a:gdLst>
                <a:gd name="T0" fmla="*/ 5 w 194"/>
                <a:gd name="T1" fmla="*/ 131 h 201"/>
                <a:gd name="T2" fmla="*/ 6 w 194"/>
                <a:gd name="T3" fmla="*/ 130 h 201"/>
                <a:gd name="T4" fmla="*/ 14 w 194"/>
                <a:gd name="T5" fmla="*/ 129 h 201"/>
                <a:gd name="T6" fmla="*/ 15 w 194"/>
                <a:gd name="T7" fmla="*/ 138 h 201"/>
                <a:gd name="T8" fmla="*/ 15 w 194"/>
                <a:gd name="T9" fmla="*/ 139 h 201"/>
                <a:gd name="T10" fmla="*/ 19 w 194"/>
                <a:gd name="T11" fmla="*/ 142 h 201"/>
                <a:gd name="T12" fmla="*/ 19 w 194"/>
                <a:gd name="T13" fmla="*/ 141 h 201"/>
                <a:gd name="T14" fmla="*/ 28 w 194"/>
                <a:gd name="T15" fmla="*/ 140 h 201"/>
                <a:gd name="T16" fmla="*/ 29 w 194"/>
                <a:gd name="T17" fmla="*/ 149 h 201"/>
                <a:gd name="T18" fmla="*/ 28 w 194"/>
                <a:gd name="T19" fmla="*/ 150 h 201"/>
                <a:gd name="T20" fmla="*/ 33 w 194"/>
                <a:gd name="T21" fmla="*/ 154 h 201"/>
                <a:gd name="T22" fmla="*/ 34 w 194"/>
                <a:gd name="T23" fmla="*/ 153 h 201"/>
                <a:gd name="T24" fmla="*/ 42 w 194"/>
                <a:gd name="T25" fmla="*/ 152 h 201"/>
                <a:gd name="T26" fmla="*/ 43 w 194"/>
                <a:gd name="T27" fmla="*/ 161 h 201"/>
                <a:gd name="T28" fmla="*/ 43 w 194"/>
                <a:gd name="T29" fmla="*/ 161 h 201"/>
                <a:gd name="T30" fmla="*/ 48 w 194"/>
                <a:gd name="T31" fmla="*/ 165 h 201"/>
                <a:gd name="T32" fmla="*/ 48 w 194"/>
                <a:gd name="T33" fmla="*/ 165 h 201"/>
                <a:gd name="T34" fmla="*/ 57 w 194"/>
                <a:gd name="T35" fmla="*/ 164 h 201"/>
                <a:gd name="T36" fmla="*/ 58 w 194"/>
                <a:gd name="T37" fmla="*/ 172 h 201"/>
                <a:gd name="T38" fmla="*/ 57 w 194"/>
                <a:gd name="T39" fmla="*/ 173 h 201"/>
                <a:gd name="T40" fmla="*/ 62 w 194"/>
                <a:gd name="T41" fmla="*/ 177 h 201"/>
                <a:gd name="T42" fmla="*/ 63 w 194"/>
                <a:gd name="T43" fmla="*/ 176 h 201"/>
                <a:gd name="T44" fmla="*/ 71 w 194"/>
                <a:gd name="T45" fmla="*/ 176 h 201"/>
                <a:gd name="T46" fmla="*/ 72 w 194"/>
                <a:gd name="T47" fmla="*/ 184 h 201"/>
                <a:gd name="T48" fmla="*/ 72 w 194"/>
                <a:gd name="T49" fmla="*/ 185 h 201"/>
                <a:gd name="T50" fmla="*/ 77 w 194"/>
                <a:gd name="T51" fmla="*/ 189 h 201"/>
                <a:gd name="T52" fmla="*/ 77 w 194"/>
                <a:gd name="T53" fmla="*/ 188 h 201"/>
                <a:gd name="T54" fmla="*/ 86 w 194"/>
                <a:gd name="T55" fmla="*/ 187 h 201"/>
                <a:gd name="T56" fmla="*/ 87 w 194"/>
                <a:gd name="T57" fmla="*/ 196 h 201"/>
                <a:gd name="T58" fmla="*/ 86 w 194"/>
                <a:gd name="T59" fmla="*/ 196 h 201"/>
                <a:gd name="T60" fmla="*/ 92 w 194"/>
                <a:gd name="T61" fmla="*/ 201 h 201"/>
                <a:gd name="T62" fmla="*/ 194 w 194"/>
                <a:gd name="T63" fmla="*/ 74 h 201"/>
                <a:gd name="T64" fmla="*/ 102 w 194"/>
                <a:gd name="T65" fmla="*/ 0 h 201"/>
                <a:gd name="T66" fmla="*/ 0 w 194"/>
                <a:gd name="T67" fmla="*/ 127 h 201"/>
                <a:gd name="T68" fmla="*/ 5 w 194"/>
                <a:gd name="T69" fmla="*/ 13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4" h="201">
                  <a:moveTo>
                    <a:pt x="5" y="131"/>
                  </a:moveTo>
                  <a:cubicBezTo>
                    <a:pt x="5" y="131"/>
                    <a:pt x="5" y="130"/>
                    <a:pt x="6" y="130"/>
                  </a:cubicBezTo>
                  <a:cubicBezTo>
                    <a:pt x="8" y="128"/>
                    <a:pt x="12" y="127"/>
                    <a:pt x="14" y="129"/>
                  </a:cubicBezTo>
                  <a:cubicBezTo>
                    <a:pt x="17" y="131"/>
                    <a:pt x="17" y="135"/>
                    <a:pt x="15" y="138"/>
                  </a:cubicBezTo>
                  <a:cubicBezTo>
                    <a:pt x="15" y="138"/>
                    <a:pt x="15" y="138"/>
                    <a:pt x="15" y="139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19" y="142"/>
                    <a:pt x="19" y="141"/>
                    <a:pt x="19" y="141"/>
                  </a:cubicBezTo>
                  <a:cubicBezTo>
                    <a:pt x="21" y="139"/>
                    <a:pt x="25" y="138"/>
                    <a:pt x="28" y="140"/>
                  </a:cubicBezTo>
                  <a:cubicBezTo>
                    <a:pt x="30" y="143"/>
                    <a:pt x="31" y="146"/>
                    <a:pt x="29" y="149"/>
                  </a:cubicBezTo>
                  <a:cubicBezTo>
                    <a:pt x="29" y="149"/>
                    <a:pt x="28" y="149"/>
                    <a:pt x="28" y="150"/>
                  </a:cubicBezTo>
                  <a:cubicBezTo>
                    <a:pt x="33" y="154"/>
                    <a:pt x="33" y="154"/>
                    <a:pt x="33" y="154"/>
                  </a:cubicBezTo>
                  <a:cubicBezTo>
                    <a:pt x="33" y="153"/>
                    <a:pt x="34" y="153"/>
                    <a:pt x="34" y="153"/>
                  </a:cubicBezTo>
                  <a:cubicBezTo>
                    <a:pt x="36" y="150"/>
                    <a:pt x="40" y="150"/>
                    <a:pt x="42" y="152"/>
                  </a:cubicBezTo>
                  <a:cubicBezTo>
                    <a:pt x="45" y="154"/>
                    <a:pt x="45" y="158"/>
                    <a:pt x="43" y="161"/>
                  </a:cubicBezTo>
                  <a:cubicBezTo>
                    <a:pt x="43" y="161"/>
                    <a:pt x="43" y="161"/>
                    <a:pt x="43" y="161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50" y="162"/>
                    <a:pt x="54" y="162"/>
                    <a:pt x="57" y="164"/>
                  </a:cubicBezTo>
                  <a:cubicBezTo>
                    <a:pt x="60" y="166"/>
                    <a:pt x="60" y="170"/>
                    <a:pt x="58" y="172"/>
                  </a:cubicBezTo>
                  <a:cubicBezTo>
                    <a:pt x="58" y="173"/>
                    <a:pt x="57" y="173"/>
                    <a:pt x="57" y="173"/>
                  </a:cubicBezTo>
                  <a:cubicBezTo>
                    <a:pt x="62" y="177"/>
                    <a:pt x="62" y="177"/>
                    <a:pt x="62" y="177"/>
                  </a:cubicBezTo>
                  <a:cubicBezTo>
                    <a:pt x="62" y="177"/>
                    <a:pt x="63" y="177"/>
                    <a:pt x="63" y="176"/>
                  </a:cubicBezTo>
                  <a:cubicBezTo>
                    <a:pt x="65" y="174"/>
                    <a:pt x="69" y="173"/>
                    <a:pt x="71" y="176"/>
                  </a:cubicBezTo>
                  <a:cubicBezTo>
                    <a:pt x="74" y="178"/>
                    <a:pt x="74" y="182"/>
                    <a:pt x="72" y="184"/>
                  </a:cubicBezTo>
                  <a:cubicBezTo>
                    <a:pt x="72" y="184"/>
                    <a:pt x="72" y="185"/>
                    <a:pt x="72" y="185"/>
                  </a:cubicBezTo>
                  <a:cubicBezTo>
                    <a:pt x="77" y="189"/>
                    <a:pt x="77" y="189"/>
                    <a:pt x="77" y="189"/>
                  </a:cubicBezTo>
                  <a:cubicBezTo>
                    <a:pt x="77" y="189"/>
                    <a:pt x="77" y="188"/>
                    <a:pt x="77" y="188"/>
                  </a:cubicBezTo>
                  <a:cubicBezTo>
                    <a:pt x="79" y="186"/>
                    <a:pt x="83" y="185"/>
                    <a:pt x="86" y="187"/>
                  </a:cubicBezTo>
                  <a:cubicBezTo>
                    <a:pt x="89" y="189"/>
                    <a:pt x="89" y="193"/>
                    <a:pt x="87" y="196"/>
                  </a:cubicBezTo>
                  <a:cubicBezTo>
                    <a:pt x="87" y="196"/>
                    <a:pt x="86" y="196"/>
                    <a:pt x="86" y="196"/>
                  </a:cubicBezTo>
                  <a:cubicBezTo>
                    <a:pt x="92" y="201"/>
                    <a:pt x="92" y="201"/>
                    <a:pt x="92" y="201"/>
                  </a:cubicBezTo>
                  <a:cubicBezTo>
                    <a:pt x="194" y="74"/>
                    <a:pt x="194" y="74"/>
                    <a:pt x="194" y="74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0" y="127"/>
                    <a:pt x="0" y="127"/>
                    <a:pt x="0" y="127"/>
                  </a:cubicBezTo>
                  <a:lnTo>
                    <a:pt x="5" y="131"/>
                  </a:lnTo>
                  <a:close/>
                </a:path>
              </a:pathLst>
            </a:custGeom>
            <a:solidFill>
              <a:srgbClr val="D0D1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Freeform 1045"/>
            <p:cNvSpPr>
              <a:spLocks noEditPoints="1"/>
            </p:cNvSpPr>
            <p:nvPr/>
          </p:nvSpPr>
          <p:spPr bwMode="auto">
            <a:xfrm>
              <a:off x="4576763" y="-260350"/>
              <a:ext cx="2324100" cy="2270125"/>
            </a:xfrm>
            <a:custGeom>
              <a:avLst/>
              <a:gdLst>
                <a:gd name="T0" fmla="*/ 0 w 1464"/>
                <a:gd name="T1" fmla="*/ 1006 h 1430"/>
                <a:gd name="T2" fmla="*/ 1464 w 1464"/>
                <a:gd name="T3" fmla="*/ 1430 h 1430"/>
                <a:gd name="T4" fmla="*/ 319 w 1464"/>
                <a:gd name="T5" fmla="*/ 0 h 1430"/>
                <a:gd name="T6" fmla="*/ 0 w 1464"/>
                <a:gd name="T7" fmla="*/ 1006 h 1430"/>
                <a:gd name="T8" fmla="*/ 337 w 1464"/>
                <a:gd name="T9" fmla="*/ 824 h 1430"/>
                <a:gd name="T10" fmla="*/ 432 w 1464"/>
                <a:gd name="T11" fmla="*/ 510 h 1430"/>
                <a:gd name="T12" fmla="*/ 792 w 1464"/>
                <a:gd name="T13" fmla="*/ 956 h 1430"/>
                <a:gd name="T14" fmla="*/ 337 w 1464"/>
                <a:gd name="T15" fmla="*/ 824 h 1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4" h="1430">
                  <a:moveTo>
                    <a:pt x="0" y="1006"/>
                  </a:moveTo>
                  <a:lnTo>
                    <a:pt x="1464" y="1430"/>
                  </a:lnTo>
                  <a:lnTo>
                    <a:pt x="319" y="0"/>
                  </a:lnTo>
                  <a:lnTo>
                    <a:pt x="0" y="1006"/>
                  </a:lnTo>
                  <a:close/>
                  <a:moveTo>
                    <a:pt x="337" y="824"/>
                  </a:moveTo>
                  <a:lnTo>
                    <a:pt x="432" y="510"/>
                  </a:lnTo>
                  <a:lnTo>
                    <a:pt x="792" y="956"/>
                  </a:lnTo>
                  <a:lnTo>
                    <a:pt x="337" y="824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Freeform 1046"/>
            <p:cNvSpPr/>
            <p:nvPr/>
          </p:nvSpPr>
          <p:spPr bwMode="auto">
            <a:xfrm>
              <a:off x="6526213" y="1704975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2 w 41"/>
                <a:gd name="T3" fmla="*/ 0 h 37"/>
                <a:gd name="T4" fmla="*/ 41 w 41"/>
                <a:gd name="T5" fmla="*/ 10 h 37"/>
                <a:gd name="T6" fmla="*/ 5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2" y="0"/>
                  </a:lnTo>
                  <a:lnTo>
                    <a:pt x="41" y="10"/>
                  </a:lnTo>
                  <a:lnTo>
                    <a:pt x="5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Freeform 1047"/>
            <p:cNvSpPr/>
            <p:nvPr/>
          </p:nvSpPr>
          <p:spPr bwMode="auto">
            <a:xfrm>
              <a:off x="6483350" y="1655763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Freeform 1048"/>
            <p:cNvSpPr/>
            <p:nvPr/>
          </p:nvSpPr>
          <p:spPr bwMode="auto">
            <a:xfrm>
              <a:off x="6438900" y="1604963"/>
              <a:ext cx="73025" cy="57150"/>
            </a:xfrm>
            <a:custGeom>
              <a:avLst/>
              <a:gdLst>
                <a:gd name="T0" fmla="*/ 0 w 46"/>
                <a:gd name="T1" fmla="*/ 32 h 36"/>
                <a:gd name="T2" fmla="*/ 37 w 46"/>
                <a:gd name="T3" fmla="*/ 0 h 36"/>
                <a:gd name="T4" fmla="*/ 46 w 46"/>
                <a:gd name="T5" fmla="*/ 9 h 36"/>
                <a:gd name="T6" fmla="*/ 9 w 46"/>
                <a:gd name="T7" fmla="*/ 36 h 36"/>
                <a:gd name="T8" fmla="*/ 0 w 46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0" y="32"/>
                  </a:moveTo>
                  <a:lnTo>
                    <a:pt x="37" y="0"/>
                  </a:lnTo>
                  <a:lnTo>
                    <a:pt x="46" y="9"/>
                  </a:lnTo>
                  <a:lnTo>
                    <a:pt x="9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Freeform 1049"/>
            <p:cNvSpPr/>
            <p:nvPr/>
          </p:nvSpPr>
          <p:spPr bwMode="auto">
            <a:xfrm>
              <a:off x="6403975" y="1554163"/>
              <a:ext cx="65087" cy="65088"/>
            </a:xfrm>
            <a:custGeom>
              <a:avLst/>
              <a:gdLst>
                <a:gd name="T0" fmla="*/ 0 w 41"/>
                <a:gd name="T1" fmla="*/ 32 h 41"/>
                <a:gd name="T2" fmla="*/ 36 w 41"/>
                <a:gd name="T3" fmla="*/ 0 h 41"/>
                <a:gd name="T4" fmla="*/ 41 w 41"/>
                <a:gd name="T5" fmla="*/ 9 h 41"/>
                <a:gd name="T6" fmla="*/ 4 w 41"/>
                <a:gd name="T7" fmla="*/ 41 h 41"/>
                <a:gd name="T8" fmla="*/ 0 w 41"/>
                <a:gd name="T9" fmla="*/ 3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2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4" y="41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Freeform 1050"/>
            <p:cNvSpPr/>
            <p:nvPr/>
          </p:nvSpPr>
          <p:spPr bwMode="auto">
            <a:xfrm>
              <a:off x="6288088" y="1511300"/>
              <a:ext cx="144462" cy="114300"/>
            </a:xfrm>
            <a:custGeom>
              <a:avLst/>
              <a:gdLst>
                <a:gd name="T0" fmla="*/ 0 w 91"/>
                <a:gd name="T1" fmla="*/ 63 h 72"/>
                <a:gd name="T2" fmla="*/ 82 w 91"/>
                <a:gd name="T3" fmla="*/ 0 h 72"/>
                <a:gd name="T4" fmla="*/ 91 w 91"/>
                <a:gd name="T5" fmla="*/ 4 h 72"/>
                <a:gd name="T6" fmla="*/ 4 w 91"/>
                <a:gd name="T7" fmla="*/ 72 h 72"/>
                <a:gd name="T8" fmla="*/ 0 w 91"/>
                <a:gd name="T9" fmla="*/ 63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2">
                  <a:moveTo>
                    <a:pt x="0" y="63"/>
                  </a:moveTo>
                  <a:lnTo>
                    <a:pt x="82" y="0"/>
                  </a:lnTo>
                  <a:lnTo>
                    <a:pt x="91" y="4"/>
                  </a:lnTo>
                  <a:lnTo>
                    <a:pt x="4" y="72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Freeform 1051"/>
            <p:cNvSpPr/>
            <p:nvPr/>
          </p:nvSpPr>
          <p:spPr bwMode="auto">
            <a:xfrm>
              <a:off x="6324600" y="1460500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Freeform 1052"/>
            <p:cNvSpPr/>
            <p:nvPr/>
          </p:nvSpPr>
          <p:spPr bwMode="auto">
            <a:xfrm>
              <a:off x="6280150" y="1409700"/>
              <a:ext cx="73025" cy="57150"/>
            </a:xfrm>
            <a:custGeom>
              <a:avLst/>
              <a:gdLst>
                <a:gd name="T0" fmla="*/ 0 w 46"/>
                <a:gd name="T1" fmla="*/ 27 h 36"/>
                <a:gd name="T2" fmla="*/ 37 w 46"/>
                <a:gd name="T3" fmla="*/ 0 h 36"/>
                <a:gd name="T4" fmla="*/ 46 w 46"/>
                <a:gd name="T5" fmla="*/ 9 h 36"/>
                <a:gd name="T6" fmla="*/ 9 w 46"/>
                <a:gd name="T7" fmla="*/ 36 h 36"/>
                <a:gd name="T8" fmla="*/ 0 w 46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0" y="27"/>
                  </a:moveTo>
                  <a:lnTo>
                    <a:pt x="37" y="0"/>
                  </a:lnTo>
                  <a:lnTo>
                    <a:pt x="46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Freeform 1053"/>
            <p:cNvSpPr/>
            <p:nvPr/>
          </p:nvSpPr>
          <p:spPr bwMode="auto">
            <a:xfrm>
              <a:off x="6245225" y="1358900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9 h 36"/>
                <a:gd name="T6" fmla="*/ 4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Freeform 1054"/>
            <p:cNvSpPr/>
            <p:nvPr/>
          </p:nvSpPr>
          <p:spPr bwMode="auto">
            <a:xfrm>
              <a:off x="6200775" y="1308100"/>
              <a:ext cx="65087" cy="58738"/>
            </a:xfrm>
            <a:custGeom>
              <a:avLst/>
              <a:gdLst>
                <a:gd name="T0" fmla="*/ 0 w 41"/>
                <a:gd name="T1" fmla="*/ 27 h 37"/>
                <a:gd name="T2" fmla="*/ 37 w 41"/>
                <a:gd name="T3" fmla="*/ 0 h 37"/>
                <a:gd name="T4" fmla="*/ 41 w 41"/>
                <a:gd name="T5" fmla="*/ 9 h 37"/>
                <a:gd name="T6" fmla="*/ 9 w 41"/>
                <a:gd name="T7" fmla="*/ 37 h 37"/>
                <a:gd name="T8" fmla="*/ 0 w 41"/>
                <a:gd name="T9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Freeform 1055"/>
            <p:cNvSpPr/>
            <p:nvPr/>
          </p:nvSpPr>
          <p:spPr bwMode="auto">
            <a:xfrm>
              <a:off x="6086475" y="1257300"/>
              <a:ext cx="144462" cy="123825"/>
            </a:xfrm>
            <a:custGeom>
              <a:avLst/>
              <a:gdLst>
                <a:gd name="T0" fmla="*/ 0 w 91"/>
                <a:gd name="T1" fmla="*/ 69 h 78"/>
                <a:gd name="T2" fmla="*/ 81 w 91"/>
                <a:gd name="T3" fmla="*/ 0 h 78"/>
                <a:gd name="T4" fmla="*/ 91 w 91"/>
                <a:gd name="T5" fmla="*/ 9 h 78"/>
                <a:gd name="T6" fmla="*/ 9 w 91"/>
                <a:gd name="T7" fmla="*/ 78 h 78"/>
                <a:gd name="T8" fmla="*/ 0 w 91"/>
                <a:gd name="T9" fmla="*/ 6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8">
                  <a:moveTo>
                    <a:pt x="0" y="69"/>
                  </a:moveTo>
                  <a:lnTo>
                    <a:pt x="81" y="0"/>
                  </a:lnTo>
                  <a:lnTo>
                    <a:pt x="91" y="9"/>
                  </a:lnTo>
                  <a:lnTo>
                    <a:pt x="9" y="78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Freeform 1056"/>
            <p:cNvSpPr/>
            <p:nvPr/>
          </p:nvSpPr>
          <p:spPr bwMode="auto">
            <a:xfrm>
              <a:off x="6121400" y="1214438"/>
              <a:ext cx="73025" cy="57150"/>
            </a:xfrm>
            <a:custGeom>
              <a:avLst/>
              <a:gdLst>
                <a:gd name="T0" fmla="*/ 0 w 46"/>
                <a:gd name="T1" fmla="*/ 27 h 36"/>
                <a:gd name="T2" fmla="*/ 37 w 46"/>
                <a:gd name="T3" fmla="*/ 0 h 36"/>
                <a:gd name="T4" fmla="*/ 46 w 46"/>
                <a:gd name="T5" fmla="*/ 4 h 36"/>
                <a:gd name="T6" fmla="*/ 9 w 46"/>
                <a:gd name="T7" fmla="*/ 36 h 36"/>
                <a:gd name="T8" fmla="*/ 0 w 46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0" y="27"/>
                  </a:moveTo>
                  <a:lnTo>
                    <a:pt x="37" y="0"/>
                  </a:lnTo>
                  <a:lnTo>
                    <a:pt x="46" y="4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Freeform 1057"/>
            <p:cNvSpPr/>
            <p:nvPr/>
          </p:nvSpPr>
          <p:spPr bwMode="auto">
            <a:xfrm>
              <a:off x="6086475" y="1163638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1 w 41"/>
                <a:gd name="T3" fmla="*/ 0 h 36"/>
                <a:gd name="T4" fmla="*/ 41 w 41"/>
                <a:gd name="T5" fmla="*/ 9 h 36"/>
                <a:gd name="T6" fmla="*/ 4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Freeform 1058"/>
            <p:cNvSpPr/>
            <p:nvPr/>
          </p:nvSpPr>
          <p:spPr bwMode="auto">
            <a:xfrm>
              <a:off x="6042025" y="1112838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7 w 41"/>
                <a:gd name="T3" fmla="*/ 0 h 37"/>
                <a:gd name="T4" fmla="*/ 41 w 41"/>
                <a:gd name="T5" fmla="*/ 9 h 37"/>
                <a:gd name="T6" fmla="*/ 9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Freeform 1059"/>
            <p:cNvSpPr/>
            <p:nvPr/>
          </p:nvSpPr>
          <p:spPr bwMode="auto">
            <a:xfrm>
              <a:off x="6007101" y="1062038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1 w 41"/>
                <a:gd name="T3" fmla="*/ 0 h 37"/>
                <a:gd name="T4" fmla="*/ 41 w 41"/>
                <a:gd name="T5" fmla="*/ 9 h 37"/>
                <a:gd name="T6" fmla="*/ 4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Freeform 1060"/>
            <p:cNvSpPr/>
            <p:nvPr/>
          </p:nvSpPr>
          <p:spPr bwMode="auto">
            <a:xfrm>
              <a:off x="5891213" y="1011238"/>
              <a:ext cx="136525" cy="115888"/>
            </a:xfrm>
            <a:custGeom>
              <a:avLst/>
              <a:gdLst>
                <a:gd name="T0" fmla="*/ 0 w 86"/>
                <a:gd name="T1" fmla="*/ 69 h 73"/>
                <a:gd name="T2" fmla="*/ 82 w 86"/>
                <a:gd name="T3" fmla="*/ 0 h 73"/>
                <a:gd name="T4" fmla="*/ 86 w 86"/>
                <a:gd name="T5" fmla="*/ 10 h 73"/>
                <a:gd name="T6" fmla="*/ 4 w 86"/>
                <a:gd name="T7" fmla="*/ 73 h 73"/>
                <a:gd name="T8" fmla="*/ 0 w 86"/>
                <a:gd name="T9" fmla="*/ 6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73">
                  <a:moveTo>
                    <a:pt x="0" y="69"/>
                  </a:moveTo>
                  <a:lnTo>
                    <a:pt x="82" y="0"/>
                  </a:lnTo>
                  <a:lnTo>
                    <a:pt x="86" y="10"/>
                  </a:lnTo>
                  <a:lnTo>
                    <a:pt x="4" y="73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Freeform 1061"/>
            <p:cNvSpPr/>
            <p:nvPr/>
          </p:nvSpPr>
          <p:spPr bwMode="auto">
            <a:xfrm>
              <a:off x="5927726" y="962025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1 w 41"/>
                <a:gd name="T3" fmla="*/ 0 h 36"/>
                <a:gd name="T4" fmla="*/ 41 w 41"/>
                <a:gd name="T5" fmla="*/ 9 h 36"/>
                <a:gd name="T6" fmla="*/ 4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Freeform 1062"/>
            <p:cNvSpPr/>
            <p:nvPr/>
          </p:nvSpPr>
          <p:spPr bwMode="auto">
            <a:xfrm>
              <a:off x="5883276" y="911225"/>
              <a:ext cx="65087" cy="57150"/>
            </a:xfrm>
            <a:custGeom>
              <a:avLst/>
              <a:gdLst>
                <a:gd name="T0" fmla="*/ 0 w 41"/>
                <a:gd name="T1" fmla="*/ 32 h 36"/>
                <a:gd name="T2" fmla="*/ 37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32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Freeform 1063"/>
            <p:cNvSpPr/>
            <p:nvPr/>
          </p:nvSpPr>
          <p:spPr bwMode="auto">
            <a:xfrm>
              <a:off x="5848351" y="860425"/>
              <a:ext cx="65087" cy="65088"/>
            </a:xfrm>
            <a:custGeom>
              <a:avLst/>
              <a:gdLst>
                <a:gd name="T0" fmla="*/ 0 w 41"/>
                <a:gd name="T1" fmla="*/ 32 h 41"/>
                <a:gd name="T2" fmla="*/ 31 w 41"/>
                <a:gd name="T3" fmla="*/ 0 h 41"/>
                <a:gd name="T4" fmla="*/ 41 w 41"/>
                <a:gd name="T5" fmla="*/ 9 h 41"/>
                <a:gd name="T6" fmla="*/ 4 w 41"/>
                <a:gd name="T7" fmla="*/ 41 h 41"/>
                <a:gd name="T8" fmla="*/ 0 w 41"/>
                <a:gd name="T9" fmla="*/ 3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2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41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Freeform 1064"/>
            <p:cNvSpPr/>
            <p:nvPr/>
          </p:nvSpPr>
          <p:spPr bwMode="auto">
            <a:xfrm>
              <a:off x="5803901" y="817563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7 w 41"/>
                <a:gd name="T3" fmla="*/ 0 h 36"/>
                <a:gd name="T4" fmla="*/ 41 w 41"/>
                <a:gd name="T5" fmla="*/ 4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7" y="0"/>
                  </a:lnTo>
                  <a:lnTo>
                    <a:pt x="41" y="4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Freeform 1065"/>
            <p:cNvSpPr/>
            <p:nvPr/>
          </p:nvSpPr>
          <p:spPr bwMode="auto">
            <a:xfrm>
              <a:off x="5689601" y="766763"/>
              <a:ext cx="144462" cy="115888"/>
            </a:xfrm>
            <a:custGeom>
              <a:avLst/>
              <a:gdLst>
                <a:gd name="T0" fmla="*/ 0 w 91"/>
                <a:gd name="T1" fmla="*/ 63 h 73"/>
                <a:gd name="T2" fmla="*/ 81 w 91"/>
                <a:gd name="T3" fmla="*/ 0 h 73"/>
                <a:gd name="T4" fmla="*/ 91 w 91"/>
                <a:gd name="T5" fmla="*/ 9 h 73"/>
                <a:gd name="T6" fmla="*/ 4 w 91"/>
                <a:gd name="T7" fmla="*/ 73 h 73"/>
                <a:gd name="T8" fmla="*/ 0 w 91"/>
                <a:gd name="T9" fmla="*/ 6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3">
                  <a:moveTo>
                    <a:pt x="0" y="63"/>
                  </a:moveTo>
                  <a:lnTo>
                    <a:pt x="81" y="0"/>
                  </a:lnTo>
                  <a:lnTo>
                    <a:pt x="91" y="9"/>
                  </a:lnTo>
                  <a:lnTo>
                    <a:pt x="4" y="73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Freeform 1066"/>
            <p:cNvSpPr/>
            <p:nvPr/>
          </p:nvSpPr>
          <p:spPr bwMode="auto">
            <a:xfrm>
              <a:off x="5724526" y="715963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7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Freeform 1067"/>
            <p:cNvSpPr/>
            <p:nvPr/>
          </p:nvSpPr>
          <p:spPr bwMode="auto">
            <a:xfrm>
              <a:off x="5689601" y="665163"/>
              <a:ext cx="63500" cy="57150"/>
            </a:xfrm>
            <a:custGeom>
              <a:avLst/>
              <a:gdLst>
                <a:gd name="T0" fmla="*/ 0 w 40"/>
                <a:gd name="T1" fmla="*/ 27 h 36"/>
                <a:gd name="T2" fmla="*/ 31 w 40"/>
                <a:gd name="T3" fmla="*/ 0 h 36"/>
                <a:gd name="T4" fmla="*/ 40 w 40"/>
                <a:gd name="T5" fmla="*/ 9 h 36"/>
                <a:gd name="T6" fmla="*/ 4 w 40"/>
                <a:gd name="T7" fmla="*/ 36 h 36"/>
                <a:gd name="T8" fmla="*/ 0 w 40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6">
                  <a:moveTo>
                    <a:pt x="0" y="27"/>
                  </a:moveTo>
                  <a:lnTo>
                    <a:pt x="31" y="0"/>
                  </a:lnTo>
                  <a:lnTo>
                    <a:pt x="40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Freeform 1068"/>
            <p:cNvSpPr/>
            <p:nvPr/>
          </p:nvSpPr>
          <p:spPr bwMode="auto">
            <a:xfrm>
              <a:off x="5645151" y="614363"/>
              <a:ext cx="65087" cy="58738"/>
            </a:xfrm>
            <a:custGeom>
              <a:avLst/>
              <a:gdLst>
                <a:gd name="T0" fmla="*/ 0 w 41"/>
                <a:gd name="T1" fmla="*/ 27 h 37"/>
                <a:gd name="T2" fmla="*/ 37 w 41"/>
                <a:gd name="T3" fmla="*/ 0 h 37"/>
                <a:gd name="T4" fmla="*/ 41 w 41"/>
                <a:gd name="T5" fmla="*/ 9 h 37"/>
                <a:gd name="T6" fmla="*/ 9 w 41"/>
                <a:gd name="T7" fmla="*/ 37 h 37"/>
                <a:gd name="T8" fmla="*/ 0 w 41"/>
                <a:gd name="T9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Freeform 1069"/>
            <p:cNvSpPr/>
            <p:nvPr/>
          </p:nvSpPr>
          <p:spPr bwMode="auto">
            <a:xfrm>
              <a:off x="5602288" y="563563"/>
              <a:ext cx="71437" cy="58738"/>
            </a:xfrm>
            <a:custGeom>
              <a:avLst/>
              <a:gdLst>
                <a:gd name="T0" fmla="*/ 0 w 45"/>
                <a:gd name="T1" fmla="*/ 28 h 37"/>
                <a:gd name="T2" fmla="*/ 36 w 45"/>
                <a:gd name="T3" fmla="*/ 0 h 37"/>
                <a:gd name="T4" fmla="*/ 45 w 45"/>
                <a:gd name="T5" fmla="*/ 9 h 37"/>
                <a:gd name="T6" fmla="*/ 9 w 45"/>
                <a:gd name="T7" fmla="*/ 37 h 37"/>
                <a:gd name="T8" fmla="*/ 0 w 45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7">
                  <a:moveTo>
                    <a:pt x="0" y="28"/>
                  </a:moveTo>
                  <a:lnTo>
                    <a:pt x="36" y="0"/>
                  </a:lnTo>
                  <a:lnTo>
                    <a:pt x="45" y="9"/>
                  </a:lnTo>
                  <a:lnTo>
                    <a:pt x="9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Freeform 1070"/>
            <p:cNvSpPr/>
            <p:nvPr/>
          </p:nvSpPr>
          <p:spPr bwMode="auto">
            <a:xfrm>
              <a:off x="5486401" y="512763"/>
              <a:ext cx="144462" cy="123825"/>
            </a:xfrm>
            <a:custGeom>
              <a:avLst/>
              <a:gdLst>
                <a:gd name="T0" fmla="*/ 0 w 91"/>
                <a:gd name="T1" fmla="*/ 69 h 78"/>
                <a:gd name="T2" fmla="*/ 87 w 91"/>
                <a:gd name="T3" fmla="*/ 0 h 78"/>
                <a:gd name="T4" fmla="*/ 91 w 91"/>
                <a:gd name="T5" fmla="*/ 10 h 78"/>
                <a:gd name="T6" fmla="*/ 9 w 91"/>
                <a:gd name="T7" fmla="*/ 78 h 78"/>
                <a:gd name="T8" fmla="*/ 0 w 91"/>
                <a:gd name="T9" fmla="*/ 6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8">
                  <a:moveTo>
                    <a:pt x="0" y="69"/>
                  </a:moveTo>
                  <a:lnTo>
                    <a:pt x="87" y="0"/>
                  </a:lnTo>
                  <a:lnTo>
                    <a:pt x="91" y="10"/>
                  </a:lnTo>
                  <a:lnTo>
                    <a:pt x="9" y="78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Freeform 1071"/>
            <p:cNvSpPr/>
            <p:nvPr/>
          </p:nvSpPr>
          <p:spPr bwMode="auto">
            <a:xfrm>
              <a:off x="5530851" y="469900"/>
              <a:ext cx="63500" cy="58738"/>
            </a:xfrm>
            <a:custGeom>
              <a:avLst/>
              <a:gdLst>
                <a:gd name="T0" fmla="*/ 0 w 40"/>
                <a:gd name="T1" fmla="*/ 27 h 37"/>
                <a:gd name="T2" fmla="*/ 31 w 40"/>
                <a:gd name="T3" fmla="*/ 0 h 37"/>
                <a:gd name="T4" fmla="*/ 40 w 40"/>
                <a:gd name="T5" fmla="*/ 9 h 37"/>
                <a:gd name="T6" fmla="*/ 4 w 40"/>
                <a:gd name="T7" fmla="*/ 37 h 37"/>
                <a:gd name="T8" fmla="*/ 0 w 40"/>
                <a:gd name="T9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7">
                  <a:moveTo>
                    <a:pt x="0" y="27"/>
                  </a:moveTo>
                  <a:lnTo>
                    <a:pt x="31" y="0"/>
                  </a:lnTo>
                  <a:lnTo>
                    <a:pt x="40" y="9"/>
                  </a:lnTo>
                  <a:lnTo>
                    <a:pt x="4" y="3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Freeform 1072"/>
            <p:cNvSpPr/>
            <p:nvPr/>
          </p:nvSpPr>
          <p:spPr bwMode="auto">
            <a:xfrm>
              <a:off x="5486401" y="419100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7 w 41"/>
                <a:gd name="T3" fmla="*/ 0 h 37"/>
                <a:gd name="T4" fmla="*/ 41 w 41"/>
                <a:gd name="T5" fmla="*/ 9 h 37"/>
                <a:gd name="T6" fmla="*/ 5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5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Freeform 1073"/>
            <p:cNvSpPr/>
            <p:nvPr/>
          </p:nvSpPr>
          <p:spPr bwMode="auto">
            <a:xfrm>
              <a:off x="5443538" y="368300"/>
              <a:ext cx="71437" cy="58738"/>
            </a:xfrm>
            <a:custGeom>
              <a:avLst/>
              <a:gdLst>
                <a:gd name="T0" fmla="*/ 0 w 45"/>
                <a:gd name="T1" fmla="*/ 28 h 37"/>
                <a:gd name="T2" fmla="*/ 36 w 45"/>
                <a:gd name="T3" fmla="*/ 0 h 37"/>
                <a:gd name="T4" fmla="*/ 45 w 45"/>
                <a:gd name="T5" fmla="*/ 10 h 37"/>
                <a:gd name="T6" fmla="*/ 9 w 45"/>
                <a:gd name="T7" fmla="*/ 37 h 37"/>
                <a:gd name="T8" fmla="*/ 0 w 45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7">
                  <a:moveTo>
                    <a:pt x="0" y="28"/>
                  </a:moveTo>
                  <a:lnTo>
                    <a:pt x="36" y="0"/>
                  </a:lnTo>
                  <a:lnTo>
                    <a:pt x="45" y="10"/>
                  </a:lnTo>
                  <a:lnTo>
                    <a:pt x="9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Freeform 1074"/>
            <p:cNvSpPr/>
            <p:nvPr/>
          </p:nvSpPr>
          <p:spPr bwMode="auto">
            <a:xfrm>
              <a:off x="5407026" y="319088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7 w 41"/>
                <a:gd name="T3" fmla="*/ 0 h 36"/>
                <a:gd name="T4" fmla="*/ 41 w 41"/>
                <a:gd name="T5" fmla="*/ 9 h 36"/>
                <a:gd name="T6" fmla="*/ 5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5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Freeform 1075"/>
            <p:cNvSpPr/>
            <p:nvPr/>
          </p:nvSpPr>
          <p:spPr bwMode="auto">
            <a:xfrm>
              <a:off x="5292726" y="268288"/>
              <a:ext cx="136525" cy="122238"/>
            </a:xfrm>
            <a:custGeom>
              <a:avLst/>
              <a:gdLst>
                <a:gd name="T0" fmla="*/ 0 w 86"/>
                <a:gd name="T1" fmla="*/ 68 h 77"/>
                <a:gd name="T2" fmla="*/ 81 w 86"/>
                <a:gd name="T3" fmla="*/ 0 h 77"/>
                <a:gd name="T4" fmla="*/ 86 w 86"/>
                <a:gd name="T5" fmla="*/ 9 h 77"/>
                <a:gd name="T6" fmla="*/ 4 w 86"/>
                <a:gd name="T7" fmla="*/ 77 h 77"/>
                <a:gd name="T8" fmla="*/ 0 w 86"/>
                <a:gd name="T9" fmla="*/ 6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77">
                  <a:moveTo>
                    <a:pt x="0" y="68"/>
                  </a:moveTo>
                  <a:lnTo>
                    <a:pt x="81" y="0"/>
                  </a:lnTo>
                  <a:lnTo>
                    <a:pt x="86" y="9"/>
                  </a:lnTo>
                  <a:lnTo>
                    <a:pt x="4" y="77"/>
                  </a:lnTo>
                  <a:lnTo>
                    <a:pt x="0" y="6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Freeform 1076"/>
            <p:cNvSpPr/>
            <p:nvPr/>
          </p:nvSpPr>
          <p:spPr bwMode="auto">
            <a:xfrm>
              <a:off x="5327651" y="217488"/>
              <a:ext cx="65087" cy="57150"/>
            </a:xfrm>
            <a:custGeom>
              <a:avLst/>
              <a:gdLst>
                <a:gd name="T0" fmla="*/ 0 w 41"/>
                <a:gd name="T1" fmla="*/ 32 h 36"/>
                <a:gd name="T2" fmla="*/ 37 w 41"/>
                <a:gd name="T3" fmla="*/ 0 h 36"/>
                <a:gd name="T4" fmla="*/ 41 w 41"/>
                <a:gd name="T5" fmla="*/ 9 h 36"/>
                <a:gd name="T6" fmla="*/ 5 w 41"/>
                <a:gd name="T7" fmla="*/ 36 h 36"/>
                <a:gd name="T8" fmla="*/ 0 w 41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32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5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Freeform 1077"/>
            <p:cNvSpPr/>
            <p:nvPr/>
          </p:nvSpPr>
          <p:spPr bwMode="auto">
            <a:xfrm>
              <a:off x="5284788" y="166688"/>
              <a:ext cx="71437" cy="57150"/>
            </a:xfrm>
            <a:custGeom>
              <a:avLst/>
              <a:gdLst>
                <a:gd name="T0" fmla="*/ 0 w 45"/>
                <a:gd name="T1" fmla="*/ 32 h 36"/>
                <a:gd name="T2" fmla="*/ 36 w 45"/>
                <a:gd name="T3" fmla="*/ 0 h 36"/>
                <a:gd name="T4" fmla="*/ 45 w 45"/>
                <a:gd name="T5" fmla="*/ 9 h 36"/>
                <a:gd name="T6" fmla="*/ 9 w 45"/>
                <a:gd name="T7" fmla="*/ 36 h 36"/>
                <a:gd name="T8" fmla="*/ 0 w 45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0" y="32"/>
                  </a:moveTo>
                  <a:lnTo>
                    <a:pt x="36" y="0"/>
                  </a:lnTo>
                  <a:lnTo>
                    <a:pt x="45" y="9"/>
                  </a:lnTo>
                  <a:lnTo>
                    <a:pt x="9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Freeform 1078"/>
            <p:cNvSpPr/>
            <p:nvPr/>
          </p:nvSpPr>
          <p:spPr bwMode="auto">
            <a:xfrm>
              <a:off x="5248276" y="123825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2 w 41"/>
                <a:gd name="T3" fmla="*/ 0 h 36"/>
                <a:gd name="T4" fmla="*/ 41 w 41"/>
                <a:gd name="T5" fmla="*/ 4 h 36"/>
                <a:gd name="T6" fmla="*/ 5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2" y="0"/>
                  </a:lnTo>
                  <a:lnTo>
                    <a:pt x="41" y="4"/>
                  </a:lnTo>
                  <a:lnTo>
                    <a:pt x="5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Freeform 1079"/>
            <p:cNvSpPr/>
            <p:nvPr/>
          </p:nvSpPr>
          <p:spPr bwMode="auto">
            <a:xfrm>
              <a:off x="5205413" y="73025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4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4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Freeform 1080"/>
            <p:cNvSpPr/>
            <p:nvPr/>
          </p:nvSpPr>
          <p:spPr bwMode="auto">
            <a:xfrm>
              <a:off x="5089526" y="22225"/>
              <a:ext cx="144462" cy="115888"/>
            </a:xfrm>
            <a:custGeom>
              <a:avLst/>
              <a:gdLst>
                <a:gd name="T0" fmla="*/ 0 w 91"/>
                <a:gd name="T1" fmla="*/ 64 h 73"/>
                <a:gd name="T2" fmla="*/ 82 w 91"/>
                <a:gd name="T3" fmla="*/ 0 h 73"/>
                <a:gd name="T4" fmla="*/ 91 w 91"/>
                <a:gd name="T5" fmla="*/ 9 h 73"/>
                <a:gd name="T6" fmla="*/ 9 w 91"/>
                <a:gd name="T7" fmla="*/ 73 h 73"/>
                <a:gd name="T8" fmla="*/ 0 w 91"/>
                <a:gd name="T9" fmla="*/ 6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3">
                  <a:moveTo>
                    <a:pt x="0" y="64"/>
                  </a:moveTo>
                  <a:lnTo>
                    <a:pt x="82" y="0"/>
                  </a:lnTo>
                  <a:lnTo>
                    <a:pt x="91" y="9"/>
                  </a:lnTo>
                  <a:lnTo>
                    <a:pt x="9" y="73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5" name="Freeform 1086"/>
          <p:cNvSpPr/>
          <p:nvPr/>
        </p:nvSpPr>
        <p:spPr bwMode="auto">
          <a:xfrm>
            <a:off x="8594726" y="5543550"/>
            <a:ext cx="433387" cy="447675"/>
          </a:xfrm>
          <a:custGeom>
            <a:avLst/>
            <a:gdLst>
              <a:gd name="T0" fmla="*/ 42 w 60"/>
              <a:gd name="T1" fmla="*/ 5 h 62"/>
              <a:gd name="T2" fmla="*/ 43 w 60"/>
              <a:gd name="T3" fmla="*/ 19 h 62"/>
              <a:gd name="T4" fmla="*/ 45 w 60"/>
              <a:gd name="T5" fmla="*/ 22 h 62"/>
              <a:gd name="T6" fmla="*/ 57 w 60"/>
              <a:gd name="T7" fmla="*/ 29 h 62"/>
              <a:gd name="T8" fmla="*/ 57 w 60"/>
              <a:gd name="T9" fmla="*/ 36 h 62"/>
              <a:gd name="T10" fmla="*/ 44 w 60"/>
              <a:gd name="T11" fmla="*/ 41 h 62"/>
              <a:gd name="T12" fmla="*/ 41 w 60"/>
              <a:gd name="T13" fmla="*/ 44 h 62"/>
              <a:gd name="T14" fmla="*/ 39 w 60"/>
              <a:gd name="T15" fmla="*/ 57 h 62"/>
              <a:gd name="T16" fmla="*/ 32 w 60"/>
              <a:gd name="T17" fmla="*/ 59 h 62"/>
              <a:gd name="T18" fmla="*/ 23 w 60"/>
              <a:gd name="T19" fmla="*/ 49 h 62"/>
              <a:gd name="T20" fmla="*/ 19 w 60"/>
              <a:gd name="T21" fmla="*/ 47 h 62"/>
              <a:gd name="T22" fmla="*/ 5 w 60"/>
              <a:gd name="T23" fmla="*/ 49 h 62"/>
              <a:gd name="T24" fmla="*/ 2 w 60"/>
              <a:gd name="T25" fmla="*/ 43 h 62"/>
              <a:gd name="T26" fmla="*/ 9 w 60"/>
              <a:gd name="T27" fmla="*/ 31 h 62"/>
              <a:gd name="T28" fmla="*/ 9 w 60"/>
              <a:gd name="T29" fmla="*/ 27 h 62"/>
              <a:gd name="T30" fmla="*/ 4 w 60"/>
              <a:gd name="T31" fmla="*/ 14 h 62"/>
              <a:gd name="T32" fmla="*/ 8 w 60"/>
              <a:gd name="T33" fmla="*/ 9 h 62"/>
              <a:gd name="T34" fmla="*/ 22 w 60"/>
              <a:gd name="T35" fmla="*/ 12 h 62"/>
              <a:gd name="T36" fmla="*/ 25 w 60"/>
              <a:gd name="T37" fmla="*/ 11 h 62"/>
              <a:gd name="T38" fmla="*/ 35 w 60"/>
              <a:gd name="T39" fmla="*/ 2 h 62"/>
              <a:gd name="T40" fmla="*/ 42 w 60"/>
              <a:gd name="T41" fmla="*/ 5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0" h="62">
                <a:moveTo>
                  <a:pt x="42" y="5"/>
                </a:moveTo>
                <a:cubicBezTo>
                  <a:pt x="43" y="19"/>
                  <a:pt x="43" y="19"/>
                  <a:pt x="43" y="19"/>
                </a:cubicBezTo>
                <a:cubicBezTo>
                  <a:pt x="43" y="20"/>
                  <a:pt x="44" y="21"/>
                  <a:pt x="45" y="22"/>
                </a:cubicBezTo>
                <a:cubicBezTo>
                  <a:pt x="57" y="29"/>
                  <a:pt x="57" y="29"/>
                  <a:pt x="57" y="29"/>
                </a:cubicBezTo>
                <a:cubicBezTo>
                  <a:pt x="60" y="30"/>
                  <a:pt x="60" y="34"/>
                  <a:pt x="57" y="36"/>
                </a:cubicBezTo>
                <a:cubicBezTo>
                  <a:pt x="44" y="41"/>
                  <a:pt x="44" y="41"/>
                  <a:pt x="44" y="41"/>
                </a:cubicBezTo>
                <a:cubicBezTo>
                  <a:pt x="43" y="42"/>
                  <a:pt x="42" y="43"/>
                  <a:pt x="41" y="44"/>
                </a:cubicBezTo>
                <a:cubicBezTo>
                  <a:pt x="39" y="57"/>
                  <a:pt x="39" y="57"/>
                  <a:pt x="39" y="57"/>
                </a:cubicBezTo>
                <a:cubicBezTo>
                  <a:pt x="38" y="61"/>
                  <a:pt x="34" y="62"/>
                  <a:pt x="32" y="59"/>
                </a:cubicBezTo>
                <a:cubicBezTo>
                  <a:pt x="23" y="49"/>
                  <a:pt x="23" y="49"/>
                  <a:pt x="23" y="49"/>
                </a:cubicBezTo>
                <a:cubicBezTo>
                  <a:pt x="22" y="48"/>
                  <a:pt x="21" y="47"/>
                  <a:pt x="19" y="47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6"/>
                  <a:pt x="2" y="43"/>
                </a:cubicBezTo>
                <a:cubicBezTo>
                  <a:pt x="9" y="31"/>
                  <a:pt x="9" y="31"/>
                  <a:pt x="9" y="31"/>
                </a:cubicBezTo>
                <a:cubicBezTo>
                  <a:pt x="10" y="30"/>
                  <a:pt x="10" y="28"/>
                  <a:pt x="9" y="27"/>
                </a:cubicBezTo>
                <a:cubicBezTo>
                  <a:pt x="4" y="14"/>
                  <a:pt x="4" y="14"/>
                  <a:pt x="4" y="14"/>
                </a:cubicBezTo>
                <a:cubicBezTo>
                  <a:pt x="2" y="12"/>
                  <a:pt x="5" y="8"/>
                  <a:pt x="8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3" y="13"/>
                  <a:pt x="24" y="12"/>
                  <a:pt x="25" y="11"/>
                </a:cubicBezTo>
                <a:cubicBezTo>
                  <a:pt x="35" y="2"/>
                  <a:pt x="35" y="2"/>
                  <a:pt x="35" y="2"/>
                </a:cubicBezTo>
                <a:cubicBezTo>
                  <a:pt x="38" y="0"/>
                  <a:pt x="42" y="2"/>
                  <a:pt x="42" y="5"/>
                </a:cubicBezTo>
                <a:close/>
              </a:path>
            </a:pathLst>
          </a:custGeom>
          <a:solidFill>
            <a:srgbClr val="F2C8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3636350" y="347652"/>
            <a:ext cx="729175" cy="1452562"/>
            <a:chOff x="6065666" y="-1586705"/>
            <a:chExt cx="1400175" cy="2789237"/>
          </a:xfrm>
        </p:grpSpPr>
        <p:sp>
          <p:nvSpPr>
            <p:cNvPr id="57" name="Freeform 1017"/>
            <p:cNvSpPr/>
            <p:nvPr/>
          </p:nvSpPr>
          <p:spPr bwMode="auto">
            <a:xfrm>
              <a:off x="6592716" y="189707"/>
              <a:ext cx="873125" cy="715963"/>
            </a:xfrm>
            <a:custGeom>
              <a:avLst/>
              <a:gdLst>
                <a:gd name="T0" fmla="*/ 550 w 550"/>
                <a:gd name="T1" fmla="*/ 23 h 451"/>
                <a:gd name="T2" fmla="*/ 546 w 550"/>
                <a:gd name="T3" fmla="*/ 0 h 451"/>
                <a:gd name="T4" fmla="*/ 0 w 550"/>
                <a:gd name="T5" fmla="*/ 160 h 451"/>
                <a:gd name="T6" fmla="*/ 9 w 550"/>
                <a:gd name="T7" fmla="*/ 187 h 451"/>
                <a:gd name="T8" fmla="*/ 250 w 550"/>
                <a:gd name="T9" fmla="*/ 451 h 451"/>
                <a:gd name="T10" fmla="*/ 496 w 550"/>
                <a:gd name="T11" fmla="*/ 378 h 451"/>
                <a:gd name="T12" fmla="*/ 550 w 550"/>
                <a:gd name="T13" fmla="*/ 23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0" h="451">
                  <a:moveTo>
                    <a:pt x="550" y="23"/>
                  </a:moveTo>
                  <a:lnTo>
                    <a:pt x="546" y="0"/>
                  </a:lnTo>
                  <a:lnTo>
                    <a:pt x="0" y="160"/>
                  </a:lnTo>
                  <a:lnTo>
                    <a:pt x="9" y="187"/>
                  </a:lnTo>
                  <a:lnTo>
                    <a:pt x="250" y="451"/>
                  </a:lnTo>
                  <a:lnTo>
                    <a:pt x="496" y="378"/>
                  </a:lnTo>
                  <a:lnTo>
                    <a:pt x="550" y="23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Freeform 1018"/>
            <p:cNvSpPr/>
            <p:nvPr/>
          </p:nvSpPr>
          <p:spPr bwMode="auto">
            <a:xfrm>
              <a:off x="6989591" y="789782"/>
              <a:ext cx="390525" cy="412750"/>
            </a:xfrm>
            <a:custGeom>
              <a:avLst/>
              <a:gdLst>
                <a:gd name="T0" fmla="*/ 46 w 54"/>
                <a:gd name="T1" fmla="*/ 49 h 57"/>
                <a:gd name="T2" fmla="*/ 54 w 54"/>
                <a:gd name="T3" fmla="*/ 0 h 57"/>
                <a:gd name="T4" fmla="*/ 0 w 54"/>
                <a:gd name="T5" fmla="*/ 16 h 57"/>
                <a:gd name="T6" fmla="*/ 34 w 54"/>
                <a:gd name="T7" fmla="*/ 53 h 57"/>
                <a:gd name="T8" fmla="*/ 46 w 54"/>
                <a:gd name="T9" fmla="*/ 4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57">
                  <a:moveTo>
                    <a:pt x="46" y="49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8" y="57"/>
                    <a:pt x="45" y="55"/>
                    <a:pt x="46" y="49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Freeform 1019"/>
            <p:cNvSpPr/>
            <p:nvPr/>
          </p:nvSpPr>
          <p:spPr bwMode="auto">
            <a:xfrm>
              <a:off x="6592716" y="384970"/>
              <a:ext cx="549275" cy="520700"/>
            </a:xfrm>
            <a:custGeom>
              <a:avLst/>
              <a:gdLst>
                <a:gd name="T0" fmla="*/ 59 w 346"/>
                <a:gd name="T1" fmla="*/ 18 h 328"/>
                <a:gd name="T2" fmla="*/ 0 w 346"/>
                <a:gd name="T3" fmla="*/ 37 h 328"/>
                <a:gd name="T4" fmla="*/ 9 w 346"/>
                <a:gd name="T5" fmla="*/ 64 h 328"/>
                <a:gd name="T6" fmla="*/ 250 w 346"/>
                <a:gd name="T7" fmla="*/ 328 h 328"/>
                <a:gd name="T8" fmla="*/ 346 w 346"/>
                <a:gd name="T9" fmla="*/ 296 h 328"/>
                <a:gd name="T10" fmla="*/ 169 w 346"/>
                <a:gd name="T11" fmla="*/ 0 h 328"/>
                <a:gd name="T12" fmla="*/ 59 w 346"/>
                <a:gd name="T13" fmla="*/ 18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328">
                  <a:moveTo>
                    <a:pt x="59" y="18"/>
                  </a:moveTo>
                  <a:lnTo>
                    <a:pt x="0" y="37"/>
                  </a:lnTo>
                  <a:lnTo>
                    <a:pt x="9" y="64"/>
                  </a:lnTo>
                  <a:lnTo>
                    <a:pt x="250" y="328"/>
                  </a:lnTo>
                  <a:lnTo>
                    <a:pt x="346" y="296"/>
                  </a:lnTo>
                  <a:lnTo>
                    <a:pt x="169" y="0"/>
                  </a:lnTo>
                  <a:lnTo>
                    <a:pt x="59" y="18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Freeform 1020"/>
            <p:cNvSpPr/>
            <p:nvPr/>
          </p:nvSpPr>
          <p:spPr bwMode="auto">
            <a:xfrm>
              <a:off x="6303791" y="-727868"/>
              <a:ext cx="1025525" cy="1192213"/>
            </a:xfrm>
            <a:custGeom>
              <a:avLst/>
              <a:gdLst>
                <a:gd name="T0" fmla="*/ 0 w 646"/>
                <a:gd name="T1" fmla="*/ 137 h 751"/>
                <a:gd name="T2" fmla="*/ 187 w 646"/>
                <a:gd name="T3" fmla="*/ 751 h 751"/>
                <a:gd name="T4" fmla="*/ 646 w 646"/>
                <a:gd name="T5" fmla="*/ 615 h 751"/>
                <a:gd name="T6" fmla="*/ 455 w 646"/>
                <a:gd name="T7" fmla="*/ 0 h 751"/>
                <a:gd name="T8" fmla="*/ 0 w 646"/>
                <a:gd name="T9" fmla="*/ 137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751">
                  <a:moveTo>
                    <a:pt x="0" y="137"/>
                  </a:moveTo>
                  <a:lnTo>
                    <a:pt x="187" y="751"/>
                  </a:lnTo>
                  <a:lnTo>
                    <a:pt x="646" y="615"/>
                  </a:lnTo>
                  <a:lnTo>
                    <a:pt x="455" y="0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Freeform 1021"/>
            <p:cNvSpPr/>
            <p:nvPr/>
          </p:nvSpPr>
          <p:spPr bwMode="auto">
            <a:xfrm>
              <a:off x="6975304" y="-770730"/>
              <a:ext cx="490537" cy="1033463"/>
            </a:xfrm>
            <a:custGeom>
              <a:avLst/>
              <a:gdLst>
                <a:gd name="T0" fmla="*/ 0 w 309"/>
                <a:gd name="T1" fmla="*/ 36 h 651"/>
                <a:gd name="T2" fmla="*/ 187 w 309"/>
                <a:gd name="T3" fmla="*/ 651 h 651"/>
                <a:gd name="T4" fmla="*/ 309 w 309"/>
                <a:gd name="T5" fmla="*/ 614 h 651"/>
                <a:gd name="T6" fmla="*/ 119 w 309"/>
                <a:gd name="T7" fmla="*/ 0 h 651"/>
                <a:gd name="T8" fmla="*/ 0 w 309"/>
                <a:gd name="T9" fmla="*/ 36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9" h="651">
                  <a:moveTo>
                    <a:pt x="0" y="36"/>
                  </a:moveTo>
                  <a:lnTo>
                    <a:pt x="187" y="651"/>
                  </a:lnTo>
                  <a:lnTo>
                    <a:pt x="309" y="614"/>
                  </a:lnTo>
                  <a:lnTo>
                    <a:pt x="119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Freeform 1022"/>
            <p:cNvSpPr/>
            <p:nvPr/>
          </p:nvSpPr>
          <p:spPr bwMode="auto">
            <a:xfrm>
              <a:off x="6303791" y="-589755"/>
              <a:ext cx="557212" cy="1054100"/>
            </a:xfrm>
            <a:custGeom>
              <a:avLst/>
              <a:gdLst>
                <a:gd name="T0" fmla="*/ 0 w 351"/>
                <a:gd name="T1" fmla="*/ 50 h 664"/>
                <a:gd name="T2" fmla="*/ 187 w 351"/>
                <a:gd name="T3" fmla="*/ 664 h 664"/>
                <a:gd name="T4" fmla="*/ 351 w 351"/>
                <a:gd name="T5" fmla="*/ 614 h 664"/>
                <a:gd name="T6" fmla="*/ 164 w 351"/>
                <a:gd name="T7" fmla="*/ 0 h 664"/>
                <a:gd name="T8" fmla="*/ 0 w 351"/>
                <a:gd name="T9" fmla="*/ 5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" h="664">
                  <a:moveTo>
                    <a:pt x="0" y="50"/>
                  </a:moveTo>
                  <a:lnTo>
                    <a:pt x="187" y="664"/>
                  </a:lnTo>
                  <a:lnTo>
                    <a:pt x="351" y="614"/>
                  </a:lnTo>
                  <a:lnTo>
                    <a:pt x="164" y="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Freeform 1023"/>
            <p:cNvSpPr/>
            <p:nvPr/>
          </p:nvSpPr>
          <p:spPr bwMode="auto">
            <a:xfrm>
              <a:off x="6065666" y="-1586705"/>
              <a:ext cx="989012" cy="736600"/>
            </a:xfrm>
            <a:custGeom>
              <a:avLst/>
              <a:gdLst>
                <a:gd name="T0" fmla="*/ 16 w 137"/>
                <a:gd name="T1" fmla="*/ 95 h 102"/>
                <a:gd name="T2" fmla="*/ 1 w 137"/>
                <a:gd name="T3" fmla="*/ 43 h 102"/>
                <a:gd name="T4" fmla="*/ 7 w 137"/>
                <a:gd name="T5" fmla="*/ 32 h 102"/>
                <a:gd name="T6" fmla="*/ 109 w 137"/>
                <a:gd name="T7" fmla="*/ 1 h 102"/>
                <a:gd name="T8" fmla="*/ 120 w 137"/>
                <a:gd name="T9" fmla="*/ 7 h 102"/>
                <a:gd name="T10" fmla="*/ 136 w 137"/>
                <a:gd name="T11" fmla="*/ 59 h 102"/>
                <a:gd name="T12" fmla="*/ 130 w 137"/>
                <a:gd name="T13" fmla="*/ 70 h 102"/>
                <a:gd name="T14" fmla="*/ 28 w 137"/>
                <a:gd name="T15" fmla="*/ 101 h 102"/>
                <a:gd name="T16" fmla="*/ 16 w 137"/>
                <a:gd name="T17" fmla="*/ 9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" h="102">
                  <a:moveTo>
                    <a:pt x="16" y="95"/>
                  </a:moveTo>
                  <a:cubicBezTo>
                    <a:pt x="1" y="43"/>
                    <a:pt x="1" y="43"/>
                    <a:pt x="1" y="43"/>
                  </a:cubicBezTo>
                  <a:cubicBezTo>
                    <a:pt x="0" y="38"/>
                    <a:pt x="2" y="33"/>
                    <a:pt x="7" y="3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14" y="0"/>
                    <a:pt x="119" y="2"/>
                    <a:pt x="120" y="7"/>
                  </a:cubicBezTo>
                  <a:cubicBezTo>
                    <a:pt x="136" y="59"/>
                    <a:pt x="136" y="59"/>
                    <a:pt x="136" y="59"/>
                  </a:cubicBezTo>
                  <a:cubicBezTo>
                    <a:pt x="137" y="64"/>
                    <a:pt x="135" y="69"/>
                    <a:pt x="130" y="70"/>
                  </a:cubicBezTo>
                  <a:cubicBezTo>
                    <a:pt x="28" y="101"/>
                    <a:pt x="28" y="101"/>
                    <a:pt x="28" y="101"/>
                  </a:cubicBezTo>
                  <a:cubicBezTo>
                    <a:pt x="23" y="102"/>
                    <a:pt x="18" y="100"/>
                    <a:pt x="16" y="95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" name="Freeform 1024"/>
            <p:cNvSpPr/>
            <p:nvPr/>
          </p:nvSpPr>
          <p:spPr bwMode="auto">
            <a:xfrm>
              <a:off x="6167266" y="-1212055"/>
              <a:ext cx="1003300" cy="730250"/>
            </a:xfrm>
            <a:custGeom>
              <a:avLst/>
              <a:gdLst>
                <a:gd name="T0" fmla="*/ 0 w 632"/>
                <a:gd name="T1" fmla="*/ 160 h 460"/>
                <a:gd name="T2" fmla="*/ 91 w 632"/>
                <a:gd name="T3" fmla="*/ 460 h 460"/>
                <a:gd name="T4" fmla="*/ 632 w 632"/>
                <a:gd name="T5" fmla="*/ 301 h 460"/>
                <a:gd name="T6" fmla="*/ 546 w 632"/>
                <a:gd name="T7" fmla="*/ 0 h 460"/>
                <a:gd name="T8" fmla="*/ 0 w 632"/>
                <a:gd name="T9" fmla="*/ 16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2" h="460">
                  <a:moveTo>
                    <a:pt x="0" y="160"/>
                  </a:moveTo>
                  <a:lnTo>
                    <a:pt x="91" y="460"/>
                  </a:lnTo>
                  <a:lnTo>
                    <a:pt x="632" y="301"/>
                  </a:lnTo>
                  <a:lnTo>
                    <a:pt x="546" y="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Freeform 1025"/>
            <p:cNvSpPr/>
            <p:nvPr/>
          </p:nvSpPr>
          <p:spPr bwMode="auto">
            <a:xfrm>
              <a:off x="6167266" y="-1037430"/>
              <a:ext cx="419100" cy="555625"/>
            </a:xfrm>
            <a:custGeom>
              <a:avLst/>
              <a:gdLst>
                <a:gd name="T0" fmla="*/ 0 w 264"/>
                <a:gd name="T1" fmla="*/ 50 h 350"/>
                <a:gd name="T2" fmla="*/ 91 w 264"/>
                <a:gd name="T3" fmla="*/ 350 h 350"/>
                <a:gd name="T4" fmla="*/ 264 w 264"/>
                <a:gd name="T5" fmla="*/ 300 h 350"/>
                <a:gd name="T6" fmla="*/ 173 w 264"/>
                <a:gd name="T7" fmla="*/ 0 h 350"/>
                <a:gd name="T8" fmla="*/ 0 w 264"/>
                <a:gd name="T9" fmla="*/ 50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4" h="350">
                  <a:moveTo>
                    <a:pt x="0" y="50"/>
                  </a:moveTo>
                  <a:lnTo>
                    <a:pt x="91" y="350"/>
                  </a:lnTo>
                  <a:lnTo>
                    <a:pt x="264" y="300"/>
                  </a:lnTo>
                  <a:lnTo>
                    <a:pt x="173" y="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6" name="Freeform 1088"/>
          <p:cNvSpPr/>
          <p:nvPr/>
        </p:nvSpPr>
        <p:spPr bwMode="auto">
          <a:xfrm>
            <a:off x="9673711" y="4539458"/>
            <a:ext cx="209550" cy="209550"/>
          </a:xfrm>
          <a:custGeom>
            <a:avLst/>
            <a:gdLst>
              <a:gd name="T0" fmla="*/ 18 w 29"/>
              <a:gd name="T1" fmla="*/ 2 h 29"/>
              <a:gd name="T2" fmla="*/ 20 w 29"/>
              <a:gd name="T3" fmla="*/ 8 h 29"/>
              <a:gd name="T4" fmla="*/ 21 w 29"/>
              <a:gd name="T5" fmla="*/ 9 h 29"/>
              <a:gd name="T6" fmla="*/ 27 w 29"/>
              <a:gd name="T7" fmla="*/ 11 h 29"/>
              <a:gd name="T8" fmla="*/ 28 w 29"/>
              <a:gd name="T9" fmla="*/ 15 h 29"/>
              <a:gd name="T10" fmla="*/ 22 w 29"/>
              <a:gd name="T11" fmla="*/ 19 h 29"/>
              <a:gd name="T12" fmla="*/ 22 w 29"/>
              <a:gd name="T13" fmla="*/ 20 h 29"/>
              <a:gd name="T14" fmla="*/ 22 w 29"/>
              <a:gd name="T15" fmla="*/ 27 h 29"/>
              <a:gd name="T16" fmla="*/ 19 w 29"/>
              <a:gd name="T17" fmla="*/ 28 h 29"/>
              <a:gd name="T18" fmla="*/ 13 w 29"/>
              <a:gd name="T19" fmla="*/ 24 h 29"/>
              <a:gd name="T20" fmla="*/ 12 w 29"/>
              <a:gd name="T21" fmla="*/ 24 h 29"/>
              <a:gd name="T22" fmla="*/ 5 w 29"/>
              <a:gd name="T23" fmla="*/ 26 h 29"/>
              <a:gd name="T24" fmla="*/ 3 w 29"/>
              <a:gd name="T25" fmla="*/ 24 h 29"/>
              <a:gd name="T26" fmla="*/ 5 w 29"/>
              <a:gd name="T27" fmla="*/ 17 h 29"/>
              <a:gd name="T28" fmla="*/ 5 w 29"/>
              <a:gd name="T29" fmla="*/ 16 h 29"/>
              <a:gd name="T30" fmla="*/ 1 w 29"/>
              <a:gd name="T31" fmla="*/ 10 h 29"/>
              <a:gd name="T32" fmla="*/ 2 w 29"/>
              <a:gd name="T33" fmla="*/ 7 h 29"/>
              <a:gd name="T34" fmla="*/ 9 w 29"/>
              <a:gd name="T35" fmla="*/ 7 h 29"/>
              <a:gd name="T36" fmla="*/ 11 w 29"/>
              <a:gd name="T37" fmla="*/ 7 h 29"/>
              <a:gd name="T38" fmla="*/ 14 w 29"/>
              <a:gd name="T39" fmla="*/ 1 h 29"/>
              <a:gd name="T40" fmla="*/ 18 w 29"/>
              <a:gd name="T41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29">
                <a:moveTo>
                  <a:pt x="18" y="2"/>
                </a:moveTo>
                <a:cubicBezTo>
                  <a:pt x="20" y="8"/>
                  <a:pt x="20" y="8"/>
                  <a:pt x="20" y="8"/>
                </a:cubicBezTo>
                <a:cubicBezTo>
                  <a:pt x="20" y="9"/>
                  <a:pt x="20" y="9"/>
                  <a:pt x="21" y="9"/>
                </a:cubicBezTo>
                <a:cubicBezTo>
                  <a:pt x="27" y="11"/>
                  <a:pt x="27" y="11"/>
                  <a:pt x="27" y="11"/>
                </a:cubicBezTo>
                <a:cubicBezTo>
                  <a:pt x="29" y="12"/>
                  <a:pt x="29" y="14"/>
                  <a:pt x="28" y="15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2" y="19"/>
                  <a:pt x="22" y="20"/>
                </a:cubicBezTo>
                <a:cubicBezTo>
                  <a:pt x="22" y="27"/>
                  <a:pt x="22" y="27"/>
                  <a:pt x="22" y="27"/>
                </a:cubicBezTo>
                <a:cubicBezTo>
                  <a:pt x="22" y="28"/>
                  <a:pt x="20" y="29"/>
                  <a:pt x="19" y="28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2" y="24"/>
                  <a:pt x="12" y="24"/>
                </a:cubicBezTo>
                <a:cubicBezTo>
                  <a:pt x="5" y="26"/>
                  <a:pt x="5" y="26"/>
                  <a:pt x="5" y="26"/>
                </a:cubicBezTo>
                <a:cubicBezTo>
                  <a:pt x="4" y="26"/>
                  <a:pt x="2" y="25"/>
                  <a:pt x="3" y="24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6"/>
                  <a:pt x="5" y="16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9"/>
                  <a:pt x="1" y="7"/>
                  <a:pt x="2" y="7"/>
                </a:cubicBezTo>
                <a:cubicBezTo>
                  <a:pt x="9" y="7"/>
                  <a:pt x="9" y="7"/>
                  <a:pt x="9" y="7"/>
                </a:cubicBezTo>
                <a:cubicBezTo>
                  <a:pt x="10" y="7"/>
                  <a:pt x="10" y="7"/>
                  <a:pt x="11" y="7"/>
                </a:cubicBezTo>
                <a:cubicBezTo>
                  <a:pt x="14" y="1"/>
                  <a:pt x="14" y="1"/>
                  <a:pt x="14" y="1"/>
                </a:cubicBezTo>
                <a:cubicBezTo>
                  <a:pt x="15" y="0"/>
                  <a:pt x="17" y="0"/>
                  <a:pt x="18" y="2"/>
                </a:cubicBezTo>
                <a:close/>
              </a:path>
            </a:pathLst>
          </a:custGeom>
          <a:solidFill>
            <a:srgbClr val="F494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1089"/>
          <p:cNvSpPr/>
          <p:nvPr/>
        </p:nvSpPr>
        <p:spPr bwMode="auto">
          <a:xfrm>
            <a:off x="9727858" y="2341563"/>
            <a:ext cx="258762" cy="274638"/>
          </a:xfrm>
          <a:custGeom>
            <a:avLst/>
            <a:gdLst>
              <a:gd name="T0" fmla="*/ 25 w 36"/>
              <a:gd name="T1" fmla="*/ 3 h 38"/>
              <a:gd name="T2" fmla="*/ 26 w 36"/>
              <a:gd name="T3" fmla="*/ 11 h 38"/>
              <a:gd name="T4" fmla="*/ 27 w 36"/>
              <a:gd name="T5" fmla="*/ 13 h 38"/>
              <a:gd name="T6" fmla="*/ 35 w 36"/>
              <a:gd name="T7" fmla="*/ 18 h 38"/>
              <a:gd name="T8" fmla="*/ 34 w 36"/>
              <a:gd name="T9" fmla="*/ 22 h 38"/>
              <a:gd name="T10" fmla="*/ 27 w 36"/>
              <a:gd name="T11" fmla="*/ 25 h 38"/>
              <a:gd name="T12" fmla="*/ 25 w 36"/>
              <a:gd name="T13" fmla="*/ 27 h 38"/>
              <a:gd name="T14" fmla="*/ 23 w 36"/>
              <a:gd name="T15" fmla="*/ 35 h 38"/>
              <a:gd name="T16" fmla="*/ 19 w 36"/>
              <a:gd name="T17" fmla="*/ 36 h 38"/>
              <a:gd name="T18" fmla="*/ 14 w 36"/>
              <a:gd name="T19" fmla="*/ 30 h 38"/>
              <a:gd name="T20" fmla="*/ 11 w 36"/>
              <a:gd name="T21" fmla="*/ 29 h 38"/>
              <a:gd name="T22" fmla="*/ 3 w 36"/>
              <a:gd name="T23" fmla="*/ 30 h 38"/>
              <a:gd name="T24" fmla="*/ 1 w 36"/>
              <a:gd name="T25" fmla="*/ 26 h 38"/>
              <a:gd name="T26" fmla="*/ 5 w 36"/>
              <a:gd name="T27" fmla="*/ 19 h 38"/>
              <a:gd name="T28" fmla="*/ 5 w 36"/>
              <a:gd name="T29" fmla="*/ 17 h 38"/>
              <a:gd name="T30" fmla="*/ 2 w 36"/>
              <a:gd name="T31" fmla="*/ 9 h 38"/>
              <a:gd name="T32" fmla="*/ 5 w 36"/>
              <a:gd name="T33" fmla="*/ 6 h 38"/>
              <a:gd name="T34" fmla="*/ 13 w 36"/>
              <a:gd name="T35" fmla="*/ 8 h 38"/>
              <a:gd name="T36" fmla="*/ 15 w 36"/>
              <a:gd name="T37" fmla="*/ 7 h 38"/>
              <a:gd name="T38" fmla="*/ 21 w 36"/>
              <a:gd name="T39" fmla="*/ 1 h 38"/>
              <a:gd name="T40" fmla="*/ 25 w 36"/>
              <a:gd name="T41" fmla="*/ 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6" h="38">
                <a:moveTo>
                  <a:pt x="25" y="3"/>
                </a:moveTo>
                <a:cubicBezTo>
                  <a:pt x="26" y="11"/>
                  <a:pt x="26" y="11"/>
                  <a:pt x="26" y="11"/>
                </a:cubicBezTo>
                <a:cubicBezTo>
                  <a:pt x="26" y="12"/>
                  <a:pt x="27" y="13"/>
                  <a:pt x="27" y="13"/>
                </a:cubicBezTo>
                <a:cubicBezTo>
                  <a:pt x="35" y="18"/>
                  <a:pt x="35" y="18"/>
                  <a:pt x="35" y="18"/>
                </a:cubicBezTo>
                <a:cubicBezTo>
                  <a:pt x="36" y="19"/>
                  <a:pt x="36" y="21"/>
                  <a:pt x="34" y="22"/>
                </a:cubicBezTo>
                <a:cubicBezTo>
                  <a:pt x="27" y="25"/>
                  <a:pt x="27" y="25"/>
                  <a:pt x="27" y="25"/>
                </a:cubicBezTo>
                <a:cubicBezTo>
                  <a:pt x="26" y="26"/>
                  <a:pt x="25" y="26"/>
                  <a:pt x="25" y="27"/>
                </a:cubicBezTo>
                <a:cubicBezTo>
                  <a:pt x="23" y="35"/>
                  <a:pt x="23" y="35"/>
                  <a:pt x="23" y="35"/>
                </a:cubicBezTo>
                <a:cubicBezTo>
                  <a:pt x="23" y="37"/>
                  <a:pt x="20" y="38"/>
                  <a:pt x="19" y="36"/>
                </a:cubicBezTo>
                <a:cubicBezTo>
                  <a:pt x="14" y="30"/>
                  <a:pt x="14" y="30"/>
                  <a:pt x="14" y="30"/>
                </a:cubicBezTo>
                <a:cubicBezTo>
                  <a:pt x="13" y="29"/>
                  <a:pt x="12" y="29"/>
                  <a:pt x="11" y="29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1" y="26"/>
                </a:cubicBezTo>
                <a:cubicBezTo>
                  <a:pt x="5" y="19"/>
                  <a:pt x="5" y="19"/>
                  <a:pt x="5" y="19"/>
                </a:cubicBezTo>
                <a:cubicBezTo>
                  <a:pt x="6" y="18"/>
                  <a:pt x="6" y="17"/>
                  <a:pt x="5" y="17"/>
                </a:cubicBezTo>
                <a:cubicBezTo>
                  <a:pt x="2" y="9"/>
                  <a:pt x="2" y="9"/>
                  <a:pt x="2" y="9"/>
                </a:cubicBezTo>
                <a:cubicBezTo>
                  <a:pt x="1" y="7"/>
                  <a:pt x="3" y="5"/>
                  <a:pt x="5" y="6"/>
                </a:cubicBezTo>
                <a:cubicBezTo>
                  <a:pt x="13" y="8"/>
                  <a:pt x="13" y="8"/>
                  <a:pt x="13" y="8"/>
                </a:cubicBezTo>
                <a:cubicBezTo>
                  <a:pt x="14" y="8"/>
                  <a:pt x="14" y="8"/>
                  <a:pt x="15" y="7"/>
                </a:cubicBezTo>
                <a:cubicBezTo>
                  <a:pt x="21" y="1"/>
                  <a:pt x="21" y="1"/>
                  <a:pt x="21" y="1"/>
                </a:cubicBezTo>
                <a:cubicBezTo>
                  <a:pt x="23" y="0"/>
                  <a:pt x="25" y="1"/>
                  <a:pt x="25" y="3"/>
                </a:cubicBezTo>
                <a:close/>
              </a:path>
            </a:pathLst>
          </a:custGeom>
          <a:solidFill>
            <a:srgbClr val="00C5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130848" y="4839199"/>
            <a:ext cx="1466071" cy="1997998"/>
            <a:chOff x="420688" y="2182813"/>
            <a:chExt cx="1955800" cy="2665413"/>
          </a:xfrm>
        </p:grpSpPr>
        <p:sp>
          <p:nvSpPr>
            <p:cNvPr id="69" name="Freeform 1026"/>
            <p:cNvSpPr/>
            <p:nvPr/>
          </p:nvSpPr>
          <p:spPr bwMode="auto">
            <a:xfrm>
              <a:off x="1033463" y="3395663"/>
              <a:ext cx="382587" cy="469900"/>
            </a:xfrm>
            <a:custGeom>
              <a:avLst/>
              <a:gdLst>
                <a:gd name="T0" fmla="*/ 118 w 241"/>
                <a:gd name="T1" fmla="*/ 296 h 296"/>
                <a:gd name="T2" fmla="*/ 0 w 241"/>
                <a:gd name="T3" fmla="*/ 233 h 296"/>
                <a:gd name="T4" fmla="*/ 127 w 241"/>
                <a:gd name="T5" fmla="*/ 0 h 296"/>
                <a:gd name="T6" fmla="*/ 241 w 241"/>
                <a:gd name="T7" fmla="*/ 69 h 296"/>
                <a:gd name="T8" fmla="*/ 118 w 241"/>
                <a:gd name="T9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296">
                  <a:moveTo>
                    <a:pt x="118" y="296"/>
                  </a:moveTo>
                  <a:lnTo>
                    <a:pt x="0" y="233"/>
                  </a:lnTo>
                  <a:lnTo>
                    <a:pt x="127" y="0"/>
                  </a:lnTo>
                  <a:lnTo>
                    <a:pt x="241" y="69"/>
                  </a:lnTo>
                  <a:lnTo>
                    <a:pt x="118" y="296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" name="Freeform 1027"/>
            <p:cNvSpPr/>
            <p:nvPr/>
          </p:nvSpPr>
          <p:spPr bwMode="auto">
            <a:xfrm>
              <a:off x="1033463" y="3395663"/>
              <a:ext cx="296862" cy="419100"/>
            </a:xfrm>
            <a:custGeom>
              <a:avLst/>
              <a:gdLst>
                <a:gd name="T0" fmla="*/ 59 w 187"/>
                <a:gd name="T1" fmla="*/ 264 h 264"/>
                <a:gd name="T2" fmla="*/ 0 w 187"/>
                <a:gd name="T3" fmla="*/ 233 h 264"/>
                <a:gd name="T4" fmla="*/ 127 w 187"/>
                <a:gd name="T5" fmla="*/ 0 h 264"/>
                <a:gd name="T6" fmla="*/ 187 w 187"/>
                <a:gd name="T7" fmla="*/ 37 h 264"/>
                <a:gd name="T8" fmla="*/ 59 w 187"/>
                <a:gd name="T9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264">
                  <a:moveTo>
                    <a:pt x="59" y="264"/>
                  </a:moveTo>
                  <a:lnTo>
                    <a:pt x="0" y="233"/>
                  </a:lnTo>
                  <a:lnTo>
                    <a:pt x="127" y="0"/>
                  </a:lnTo>
                  <a:lnTo>
                    <a:pt x="187" y="37"/>
                  </a:lnTo>
                  <a:lnTo>
                    <a:pt x="59" y="264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" name="Freeform 1028"/>
            <p:cNvSpPr/>
            <p:nvPr/>
          </p:nvSpPr>
          <p:spPr bwMode="auto">
            <a:xfrm>
              <a:off x="831851" y="2182813"/>
              <a:ext cx="1544637" cy="1546225"/>
            </a:xfrm>
            <a:custGeom>
              <a:avLst/>
              <a:gdLst>
                <a:gd name="T0" fmla="*/ 189 w 214"/>
                <a:gd name="T1" fmla="*/ 152 h 214"/>
                <a:gd name="T2" fmla="*/ 61 w 214"/>
                <a:gd name="T3" fmla="*/ 189 h 214"/>
                <a:gd name="T4" fmla="*/ 25 w 214"/>
                <a:gd name="T5" fmla="*/ 61 h 214"/>
                <a:gd name="T6" fmla="*/ 152 w 214"/>
                <a:gd name="T7" fmla="*/ 25 h 214"/>
                <a:gd name="T8" fmla="*/ 189 w 214"/>
                <a:gd name="T9" fmla="*/ 152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214">
                  <a:moveTo>
                    <a:pt x="189" y="152"/>
                  </a:moveTo>
                  <a:cubicBezTo>
                    <a:pt x="164" y="197"/>
                    <a:pt x="107" y="214"/>
                    <a:pt x="61" y="189"/>
                  </a:cubicBezTo>
                  <a:cubicBezTo>
                    <a:pt x="16" y="164"/>
                    <a:pt x="0" y="107"/>
                    <a:pt x="25" y="61"/>
                  </a:cubicBezTo>
                  <a:cubicBezTo>
                    <a:pt x="49" y="16"/>
                    <a:pt x="106" y="0"/>
                    <a:pt x="152" y="25"/>
                  </a:cubicBezTo>
                  <a:cubicBezTo>
                    <a:pt x="197" y="50"/>
                    <a:pt x="214" y="106"/>
                    <a:pt x="189" y="152"/>
                  </a:cubicBezTo>
                  <a:close/>
                </a:path>
              </a:pathLst>
            </a:custGeom>
            <a:solidFill>
              <a:srgbClr val="4B7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Freeform 1029"/>
            <p:cNvSpPr/>
            <p:nvPr/>
          </p:nvSpPr>
          <p:spPr bwMode="auto">
            <a:xfrm>
              <a:off x="982663" y="2333625"/>
              <a:ext cx="1235075" cy="1236663"/>
            </a:xfrm>
            <a:custGeom>
              <a:avLst/>
              <a:gdLst>
                <a:gd name="T0" fmla="*/ 151 w 171"/>
                <a:gd name="T1" fmla="*/ 122 h 171"/>
                <a:gd name="T2" fmla="*/ 49 w 171"/>
                <a:gd name="T3" fmla="*/ 151 h 171"/>
                <a:gd name="T4" fmla="*/ 20 w 171"/>
                <a:gd name="T5" fmla="*/ 49 h 171"/>
                <a:gd name="T6" fmla="*/ 122 w 171"/>
                <a:gd name="T7" fmla="*/ 20 h 171"/>
                <a:gd name="T8" fmla="*/ 151 w 171"/>
                <a:gd name="T9" fmla="*/ 12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171">
                  <a:moveTo>
                    <a:pt x="151" y="122"/>
                  </a:moveTo>
                  <a:cubicBezTo>
                    <a:pt x="131" y="158"/>
                    <a:pt x="86" y="171"/>
                    <a:pt x="49" y="151"/>
                  </a:cubicBezTo>
                  <a:cubicBezTo>
                    <a:pt x="13" y="131"/>
                    <a:pt x="0" y="86"/>
                    <a:pt x="20" y="49"/>
                  </a:cubicBezTo>
                  <a:cubicBezTo>
                    <a:pt x="40" y="13"/>
                    <a:pt x="85" y="0"/>
                    <a:pt x="122" y="20"/>
                  </a:cubicBezTo>
                  <a:cubicBezTo>
                    <a:pt x="158" y="40"/>
                    <a:pt x="171" y="86"/>
                    <a:pt x="151" y="122"/>
                  </a:cubicBezTo>
                  <a:close/>
                </a:path>
              </a:pathLst>
            </a:custGeom>
            <a:solidFill>
              <a:srgbClr val="4C4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" name="Freeform 1030"/>
            <p:cNvSpPr/>
            <p:nvPr/>
          </p:nvSpPr>
          <p:spPr bwMode="auto">
            <a:xfrm>
              <a:off x="1033463" y="2384425"/>
              <a:ext cx="1139825" cy="1141413"/>
            </a:xfrm>
            <a:custGeom>
              <a:avLst/>
              <a:gdLst>
                <a:gd name="T0" fmla="*/ 139 w 158"/>
                <a:gd name="T1" fmla="*/ 112 h 158"/>
                <a:gd name="T2" fmla="*/ 45 w 158"/>
                <a:gd name="T3" fmla="*/ 139 h 158"/>
                <a:gd name="T4" fmla="*/ 18 w 158"/>
                <a:gd name="T5" fmla="*/ 45 h 158"/>
                <a:gd name="T6" fmla="*/ 112 w 158"/>
                <a:gd name="T7" fmla="*/ 18 h 158"/>
                <a:gd name="T8" fmla="*/ 139 w 158"/>
                <a:gd name="T9" fmla="*/ 11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158">
                  <a:moveTo>
                    <a:pt x="139" y="112"/>
                  </a:moveTo>
                  <a:cubicBezTo>
                    <a:pt x="121" y="145"/>
                    <a:pt x="79" y="158"/>
                    <a:pt x="45" y="139"/>
                  </a:cubicBezTo>
                  <a:cubicBezTo>
                    <a:pt x="12" y="121"/>
                    <a:pt x="0" y="79"/>
                    <a:pt x="18" y="45"/>
                  </a:cubicBezTo>
                  <a:cubicBezTo>
                    <a:pt x="36" y="12"/>
                    <a:pt x="78" y="0"/>
                    <a:pt x="112" y="18"/>
                  </a:cubicBezTo>
                  <a:cubicBezTo>
                    <a:pt x="145" y="36"/>
                    <a:pt x="158" y="79"/>
                    <a:pt x="139" y="112"/>
                  </a:cubicBezTo>
                  <a:close/>
                </a:path>
              </a:pathLst>
            </a:cu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Freeform 1031"/>
            <p:cNvSpPr/>
            <p:nvPr/>
          </p:nvSpPr>
          <p:spPr bwMode="auto">
            <a:xfrm>
              <a:off x="1106488" y="2457450"/>
              <a:ext cx="987425" cy="989013"/>
            </a:xfrm>
            <a:custGeom>
              <a:avLst/>
              <a:gdLst>
                <a:gd name="T0" fmla="*/ 121 w 137"/>
                <a:gd name="T1" fmla="*/ 98 h 137"/>
                <a:gd name="T2" fmla="*/ 40 w 137"/>
                <a:gd name="T3" fmla="*/ 121 h 137"/>
                <a:gd name="T4" fmla="*/ 16 w 137"/>
                <a:gd name="T5" fmla="*/ 40 h 137"/>
                <a:gd name="T6" fmla="*/ 97 w 137"/>
                <a:gd name="T7" fmla="*/ 16 h 137"/>
                <a:gd name="T8" fmla="*/ 121 w 137"/>
                <a:gd name="T9" fmla="*/ 9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" h="137">
                  <a:moveTo>
                    <a:pt x="121" y="98"/>
                  </a:moveTo>
                  <a:cubicBezTo>
                    <a:pt x="105" y="127"/>
                    <a:pt x="69" y="137"/>
                    <a:pt x="40" y="121"/>
                  </a:cubicBezTo>
                  <a:cubicBezTo>
                    <a:pt x="11" y="105"/>
                    <a:pt x="0" y="69"/>
                    <a:pt x="16" y="40"/>
                  </a:cubicBezTo>
                  <a:cubicBezTo>
                    <a:pt x="32" y="11"/>
                    <a:pt x="68" y="0"/>
                    <a:pt x="97" y="16"/>
                  </a:cubicBezTo>
                  <a:cubicBezTo>
                    <a:pt x="126" y="32"/>
                    <a:pt x="137" y="69"/>
                    <a:pt x="121" y="98"/>
                  </a:cubicBez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Freeform 1032"/>
            <p:cNvSpPr/>
            <p:nvPr/>
          </p:nvSpPr>
          <p:spPr bwMode="auto">
            <a:xfrm>
              <a:off x="1697038" y="2644775"/>
              <a:ext cx="317500" cy="506413"/>
            </a:xfrm>
            <a:custGeom>
              <a:avLst/>
              <a:gdLst>
                <a:gd name="T0" fmla="*/ 20 w 44"/>
                <a:gd name="T1" fmla="*/ 67 h 70"/>
                <a:gd name="T2" fmla="*/ 16 w 44"/>
                <a:gd name="T3" fmla="*/ 55 h 70"/>
                <a:gd name="T4" fmla="*/ 6 w 44"/>
                <a:gd name="T5" fmla="*/ 18 h 70"/>
                <a:gd name="T6" fmla="*/ 2 w 44"/>
                <a:gd name="T7" fmla="*/ 5 h 70"/>
                <a:gd name="T8" fmla="*/ 14 w 44"/>
                <a:gd name="T9" fmla="*/ 2 h 70"/>
                <a:gd name="T10" fmla="*/ 32 w 44"/>
                <a:gd name="T11" fmla="*/ 64 h 70"/>
                <a:gd name="T12" fmla="*/ 20 w 44"/>
                <a:gd name="T13" fmla="*/ 6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70">
                  <a:moveTo>
                    <a:pt x="20" y="67"/>
                  </a:moveTo>
                  <a:cubicBezTo>
                    <a:pt x="16" y="65"/>
                    <a:pt x="14" y="59"/>
                    <a:pt x="16" y="55"/>
                  </a:cubicBezTo>
                  <a:cubicBezTo>
                    <a:pt x="24" y="42"/>
                    <a:pt x="19" y="25"/>
                    <a:pt x="6" y="18"/>
                  </a:cubicBezTo>
                  <a:cubicBezTo>
                    <a:pt x="1" y="15"/>
                    <a:pt x="0" y="10"/>
                    <a:pt x="2" y="5"/>
                  </a:cubicBezTo>
                  <a:cubicBezTo>
                    <a:pt x="4" y="1"/>
                    <a:pt x="10" y="0"/>
                    <a:pt x="14" y="2"/>
                  </a:cubicBezTo>
                  <a:cubicBezTo>
                    <a:pt x="36" y="14"/>
                    <a:pt x="44" y="42"/>
                    <a:pt x="32" y="64"/>
                  </a:cubicBezTo>
                  <a:cubicBezTo>
                    <a:pt x="30" y="68"/>
                    <a:pt x="24" y="70"/>
                    <a:pt x="20" y="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" name="Freeform 1033"/>
            <p:cNvSpPr/>
            <p:nvPr/>
          </p:nvSpPr>
          <p:spPr bwMode="auto">
            <a:xfrm>
              <a:off x="1712913" y="3143250"/>
              <a:ext cx="142875" cy="144463"/>
            </a:xfrm>
            <a:custGeom>
              <a:avLst/>
              <a:gdLst>
                <a:gd name="T0" fmla="*/ 17 w 20"/>
                <a:gd name="T1" fmla="*/ 14 h 20"/>
                <a:gd name="T2" fmla="*/ 6 w 20"/>
                <a:gd name="T3" fmla="*/ 17 h 20"/>
                <a:gd name="T4" fmla="*/ 2 w 20"/>
                <a:gd name="T5" fmla="*/ 6 h 20"/>
                <a:gd name="T6" fmla="*/ 14 w 20"/>
                <a:gd name="T7" fmla="*/ 2 h 20"/>
                <a:gd name="T8" fmla="*/ 17 w 20"/>
                <a:gd name="T9" fmla="*/ 1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0">
                  <a:moveTo>
                    <a:pt x="17" y="14"/>
                  </a:moveTo>
                  <a:cubicBezTo>
                    <a:pt x="15" y="18"/>
                    <a:pt x="10" y="20"/>
                    <a:pt x="6" y="17"/>
                  </a:cubicBezTo>
                  <a:cubicBezTo>
                    <a:pt x="2" y="15"/>
                    <a:pt x="0" y="10"/>
                    <a:pt x="2" y="6"/>
                  </a:cubicBezTo>
                  <a:cubicBezTo>
                    <a:pt x="5" y="1"/>
                    <a:pt x="10" y="0"/>
                    <a:pt x="14" y="2"/>
                  </a:cubicBezTo>
                  <a:cubicBezTo>
                    <a:pt x="18" y="5"/>
                    <a:pt x="20" y="10"/>
                    <a:pt x="17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Freeform 1034"/>
            <p:cNvSpPr/>
            <p:nvPr/>
          </p:nvSpPr>
          <p:spPr bwMode="auto">
            <a:xfrm>
              <a:off x="449263" y="3641725"/>
              <a:ext cx="909637" cy="1149350"/>
            </a:xfrm>
            <a:custGeom>
              <a:avLst/>
              <a:gdLst>
                <a:gd name="T0" fmla="*/ 250 w 573"/>
                <a:gd name="T1" fmla="*/ 724 h 724"/>
                <a:gd name="T2" fmla="*/ 0 w 573"/>
                <a:gd name="T3" fmla="*/ 587 h 724"/>
                <a:gd name="T4" fmla="*/ 323 w 573"/>
                <a:gd name="T5" fmla="*/ 0 h 724"/>
                <a:gd name="T6" fmla="*/ 573 w 573"/>
                <a:gd name="T7" fmla="*/ 137 h 724"/>
                <a:gd name="T8" fmla="*/ 250 w 573"/>
                <a:gd name="T9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3" h="724">
                  <a:moveTo>
                    <a:pt x="250" y="724"/>
                  </a:moveTo>
                  <a:lnTo>
                    <a:pt x="0" y="587"/>
                  </a:lnTo>
                  <a:lnTo>
                    <a:pt x="323" y="0"/>
                  </a:lnTo>
                  <a:lnTo>
                    <a:pt x="573" y="137"/>
                  </a:lnTo>
                  <a:lnTo>
                    <a:pt x="250" y="724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Freeform 1035"/>
            <p:cNvSpPr/>
            <p:nvPr/>
          </p:nvSpPr>
          <p:spPr bwMode="auto">
            <a:xfrm>
              <a:off x="449263" y="3641725"/>
              <a:ext cx="722312" cy="1047750"/>
            </a:xfrm>
            <a:custGeom>
              <a:avLst/>
              <a:gdLst>
                <a:gd name="T0" fmla="*/ 132 w 455"/>
                <a:gd name="T1" fmla="*/ 660 h 660"/>
                <a:gd name="T2" fmla="*/ 0 w 455"/>
                <a:gd name="T3" fmla="*/ 587 h 660"/>
                <a:gd name="T4" fmla="*/ 323 w 455"/>
                <a:gd name="T5" fmla="*/ 0 h 660"/>
                <a:gd name="T6" fmla="*/ 455 w 455"/>
                <a:gd name="T7" fmla="*/ 73 h 660"/>
                <a:gd name="T8" fmla="*/ 132 w 455"/>
                <a:gd name="T9" fmla="*/ 66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5" h="660">
                  <a:moveTo>
                    <a:pt x="132" y="660"/>
                  </a:moveTo>
                  <a:lnTo>
                    <a:pt x="0" y="587"/>
                  </a:lnTo>
                  <a:lnTo>
                    <a:pt x="323" y="0"/>
                  </a:lnTo>
                  <a:lnTo>
                    <a:pt x="455" y="73"/>
                  </a:lnTo>
                  <a:lnTo>
                    <a:pt x="132" y="660"/>
                  </a:lnTo>
                  <a:close/>
                </a:path>
              </a:pathLst>
            </a:custGeom>
            <a:solidFill>
              <a:srgbClr val="E17A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" name="Freeform 1036"/>
            <p:cNvSpPr/>
            <p:nvPr/>
          </p:nvSpPr>
          <p:spPr bwMode="auto">
            <a:xfrm>
              <a:off x="874713" y="3641725"/>
              <a:ext cx="484187" cy="376238"/>
            </a:xfrm>
            <a:custGeom>
              <a:avLst/>
              <a:gdLst>
                <a:gd name="T0" fmla="*/ 250 w 305"/>
                <a:gd name="T1" fmla="*/ 237 h 237"/>
                <a:gd name="T2" fmla="*/ 0 w 305"/>
                <a:gd name="T3" fmla="*/ 100 h 237"/>
                <a:gd name="T4" fmla="*/ 55 w 305"/>
                <a:gd name="T5" fmla="*/ 0 h 237"/>
                <a:gd name="T6" fmla="*/ 305 w 305"/>
                <a:gd name="T7" fmla="*/ 137 h 237"/>
                <a:gd name="T8" fmla="*/ 250 w 305"/>
                <a:gd name="T9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5" h="237">
                  <a:moveTo>
                    <a:pt x="250" y="237"/>
                  </a:moveTo>
                  <a:lnTo>
                    <a:pt x="0" y="100"/>
                  </a:lnTo>
                  <a:lnTo>
                    <a:pt x="55" y="0"/>
                  </a:lnTo>
                  <a:lnTo>
                    <a:pt x="305" y="137"/>
                  </a:lnTo>
                  <a:lnTo>
                    <a:pt x="250" y="237"/>
                  </a:ln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" name="Freeform 1037"/>
            <p:cNvSpPr/>
            <p:nvPr/>
          </p:nvSpPr>
          <p:spPr bwMode="auto">
            <a:xfrm>
              <a:off x="874713" y="3641725"/>
              <a:ext cx="296862" cy="274638"/>
            </a:xfrm>
            <a:custGeom>
              <a:avLst/>
              <a:gdLst>
                <a:gd name="T0" fmla="*/ 132 w 187"/>
                <a:gd name="T1" fmla="*/ 173 h 173"/>
                <a:gd name="T2" fmla="*/ 0 w 187"/>
                <a:gd name="T3" fmla="*/ 100 h 173"/>
                <a:gd name="T4" fmla="*/ 55 w 187"/>
                <a:gd name="T5" fmla="*/ 0 h 173"/>
                <a:gd name="T6" fmla="*/ 187 w 187"/>
                <a:gd name="T7" fmla="*/ 73 h 173"/>
                <a:gd name="T8" fmla="*/ 132 w 187"/>
                <a:gd name="T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173">
                  <a:moveTo>
                    <a:pt x="132" y="173"/>
                  </a:moveTo>
                  <a:lnTo>
                    <a:pt x="0" y="100"/>
                  </a:lnTo>
                  <a:lnTo>
                    <a:pt x="55" y="0"/>
                  </a:lnTo>
                  <a:lnTo>
                    <a:pt x="187" y="73"/>
                  </a:lnTo>
                  <a:lnTo>
                    <a:pt x="132" y="173"/>
                  </a:lnTo>
                  <a:close/>
                </a:path>
              </a:pathLst>
            </a:cu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" name="Freeform 1038"/>
            <p:cNvSpPr/>
            <p:nvPr/>
          </p:nvSpPr>
          <p:spPr bwMode="auto">
            <a:xfrm>
              <a:off x="420688" y="4522788"/>
              <a:ext cx="454025" cy="325438"/>
            </a:xfrm>
            <a:custGeom>
              <a:avLst/>
              <a:gdLst>
                <a:gd name="T0" fmla="*/ 245 w 286"/>
                <a:gd name="T1" fmla="*/ 205 h 205"/>
                <a:gd name="T2" fmla="*/ 0 w 286"/>
                <a:gd name="T3" fmla="*/ 69 h 205"/>
                <a:gd name="T4" fmla="*/ 36 w 286"/>
                <a:gd name="T5" fmla="*/ 0 h 205"/>
                <a:gd name="T6" fmla="*/ 286 w 286"/>
                <a:gd name="T7" fmla="*/ 137 h 205"/>
                <a:gd name="T8" fmla="*/ 245 w 286"/>
                <a:gd name="T9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6" h="205">
                  <a:moveTo>
                    <a:pt x="245" y="205"/>
                  </a:moveTo>
                  <a:lnTo>
                    <a:pt x="0" y="69"/>
                  </a:lnTo>
                  <a:lnTo>
                    <a:pt x="36" y="0"/>
                  </a:lnTo>
                  <a:lnTo>
                    <a:pt x="286" y="137"/>
                  </a:lnTo>
                  <a:lnTo>
                    <a:pt x="245" y="205"/>
                  </a:ln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Freeform 1039"/>
            <p:cNvSpPr/>
            <p:nvPr/>
          </p:nvSpPr>
          <p:spPr bwMode="auto">
            <a:xfrm>
              <a:off x="420688" y="4522788"/>
              <a:ext cx="258762" cy="225425"/>
            </a:xfrm>
            <a:custGeom>
              <a:avLst/>
              <a:gdLst>
                <a:gd name="T0" fmla="*/ 127 w 163"/>
                <a:gd name="T1" fmla="*/ 142 h 142"/>
                <a:gd name="T2" fmla="*/ 0 w 163"/>
                <a:gd name="T3" fmla="*/ 69 h 142"/>
                <a:gd name="T4" fmla="*/ 36 w 163"/>
                <a:gd name="T5" fmla="*/ 0 h 142"/>
                <a:gd name="T6" fmla="*/ 163 w 163"/>
                <a:gd name="T7" fmla="*/ 73 h 142"/>
                <a:gd name="T8" fmla="*/ 127 w 163"/>
                <a:gd name="T9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42">
                  <a:moveTo>
                    <a:pt x="127" y="142"/>
                  </a:moveTo>
                  <a:lnTo>
                    <a:pt x="0" y="69"/>
                  </a:lnTo>
                  <a:lnTo>
                    <a:pt x="36" y="0"/>
                  </a:lnTo>
                  <a:lnTo>
                    <a:pt x="163" y="73"/>
                  </a:lnTo>
                  <a:lnTo>
                    <a:pt x="127" y="142"/>
                  </a:lnTo>
                  <a:close/>
                </a:path>
              </a:pathLst>
            </a:cu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" name="Freeform 1090"/>
            <p:cNvSpPr/>
            <p:nvPr/>
          </p:nvSpPr>
          <p:spPr bwMode="auto">
            <a:xfrm>
              <a:off x="1928813" y="3071813"/>
              <a:ext cx="195262" cy="187325"/>
            </a:xfrm>
            <a:custGeom>
              <a:avLst/>
              <a:gdLst>
                <a:gd name="T0" fmla="*/ 14 w 27"/>
                <a:gd name="T1" fmla="*/ 1 h 26"/>
                <a:gd name="T2" fmla="*/ 18 w 27"/>
                <a:gd name="T3" fmla="*/ 6 h 26"/>
                <a:gd name="T4" fmla="*/ 19 w 27"/>
                <a:gd name="T5" fmla="*/ 7 h 26"/>
                <a:gd name="T6" fmla="*/ 25 w 27"/>
                <a:gd name="T7" fmla="*/ 7 h 26"/>
                <a:gd name="T8" fmla="*/ 26 w 27"/>
                <a:gd name="T9" fmla="*/ 10 h 26"/>
                <a:gd name="T10" fmla="*/ 22 w 27"/>
                <a:gd name="T11" fmla="*/ 15 h 26"/>
                <a:gd name="T12" fmla="*/ 22 w 27"/>
                <a:gd name="T13" fmla="*/ 16 h 26"/>
                <a:gd name="T14" fmla="*/ 24 w 27"/>
                <a:gd name="T15" fmla="*/ 22 h 26"/>
                <a:gd name="T16" fmla="*/ 21 w 27"/>
                <a:gd name="T17" fmla="*/ 24 h 26"/>
                <a:gd name="T18" fmla="*/ 16 w 27"/>
                <a:gd name="T19" fmla="*/ 22 h 26"/>
                <a:gd name="T20" fmla="*/ 14 w 27"/>
                <a:gd name="T21" fmla="*/ 22 h 26"/>
                <a:gd name="T22" fmla="*/ 9 w 27"/>
                <a:gd name="T23" fmla="*/ 25 h 26"/>
                <a:gd name="T24" fmla="*/ 6 w 27"/>
                <a:gd name="T25" fmla="*/ 24 h 26"/>
                <a:gd name="T26" fmla="*/ 7 w 27"/>
                <a:gd name="T27" fmla="*/ 18 h 26"/>
                <a:gd name="T28" fmla="*/ 6 w 27"/>
                <a:gd name="T29" fmla="*/ 16 h 26"/>
                <a:gd name="T30" fmla="*/ 1 w 27"/>
                <a:gd name="T31" fmla="*/ 12 h 26"/>
                <a:gd name="T32" fmla="*/ 2 w 27"/>
                <a:gd name="T33" fmla="*/ 9 h 26"/>
                <a:gd name="T34" fmla="*/ 8 w 27"/>
                <a:gd name="T35" fmla="*/ 8 h 26"/>
                <a:gd name="T36" fmla="*/ 9 w 27"/>
                <a:gd name="T37" fmla="*/ 7 h 26"/>
                <a:gd name="T38" fmla="*/ 11 w 27"/>
                <a:gd name="T39" fmla="*/ 1 h 26"/>
                <a:gd name="T40" fmla="*/ 14 w 27"/>
                <a:gd name="T41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7" h="26">
                  <a:moveTo>
                    <a:pt x="14" y="1"/>
                  </a:move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7"/>
                    <a:pt x="19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7" y="7"/>
                    <a:pt x="27" y="9"/>
                    <a:pt x="26" y="1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6"/>
                    <a:pt x="22" y="16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4"/>
                    <a:pt x="23" y="25"/>
                    <a:pt x="21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6"/>
                    <a:pt x="6" y="25"/>
                    <a:pt x="6" y="24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7"/>
                    <a:pt x="6" y="17"/>
                    <a:pt x="6" y="16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0"/>
                    <a:pt x="2" y="9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9" y="7"/>
                    <a:pt x="9" y="7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0"/>
                    <a:pt x="14" y="0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5" name="Freeform 914"/>
          <p:cNvSpPr/>
          <p:nvPr/>
        </p:nvSpPr>
        <p:spPr bwMode="auto">
          <a:xfrm>
            <a:off x="3803637" y="5760156"/>
            <a:ext cx="223837" cy="223838"/>
          </a:xfrm>
          <a:custGeom>
            <a:avLst/>
            <a:gdLst>
              <a:gd name="T0" fmla="*/ 11 w 31"/>
              <a:gd name="T1" fmla="*/ 9 h 31"/>
              <a:gd name="T2" fmla="*/ 13 w 31"/>
              <a:gd name="T3" fmla="*/ 2 h 31"/>
              <a:gd name="T4" fmla="*/ 17 w 31"/>
              <a:gd name="T5" fmla="*/ 2 h 31"/>
              <a:gd name="T6" fmla="*/ 19 w 31"/>
              <a:gd name="T7" fmla="*/ 9 h 31"/>
              <a:gd name="T8" fmla="*/ 21 w 31"/>
              <a:gd name="T9" fmla="*/ 11 h 31"/>
              <a:gd name="T10" fmla="*/ 29 w 31"/>
              <a:gd name="T11" fmla="*/ 13 h 31"/>
              <a:gd name="T12" fmla="*/ 29 w 31"/>
              <a:gd name="T13" fmla="*/ 17 h 31"/>
              <a:gd name="T14" fmla="*/ 21 w 31"/>
              <a:gd name="T15" fmla="*/ 19 h 31"/>
              <a:gd name="T16" fmla="*/ 19 w 31"/>
              <a:gd name="T17" fmla="*/ 21 h 31"/>
              <a:gd name="T18" fmla="*/ 17 w 31"/>
              <a:gd name="T19" fmla="*/ 29 h 31"/>
              <a:gd name="T20" fmla="*/ 13 w 31"/>
              <a:gd name="T21" fmla="*/ 29 h 31"/>
              <a:gd name="T22" fmla="*/ 11 w 31"/>
              <a:gd name="T23" fmla="*/ 21 h 31"/>
              <a:gd name="T24" fmla="*/ 9 w 31"/>
              <a:gd name="T25" fmla="*/ 19 h 31"/>
              <a:gd name="T26" fmla="*/ 2 w 31"/>
              <a:gd name="T27" fmla="*/ 17 h 31"/>
              <a:gd name="T28" fmla="*/ 2 w 31"/>
              <a:gd name="T29" fmla="*/ 13 h 31"/>
              <a:gd name="T30" fmla="*/ 9 w 31"/>
              <a:gd name="T31" fmla="*/ 11 h 31"/>
              <a:gd name="T32" fmla="*/ 11 w 31"/>
              <a:gd name="T33" fmla="*/ 9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1" h="31">
                <a:moveTo>
                  <a:pt x="11" y="9"/>
                </a:moveTo>
                <a:cubicBezTo>
                  <a:pt x="13" y="2"/>
                  <a:pt x="13" y="2"/>
                  <a:pt x="13" y="2"/>
                </a:cubicBezTo>
                <a:cubicBezTo>
                  <a:pt x="14" y="0"/>
                  <a:pt x="17" y="0"/>
                  <a:pt x="17" y="2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10"/>
                  <a:pt x="20" y="11"/>
                  <a:pt x="21" y="11"/>
                </a:cubicBezTo>
                <a:cubicBezTo>
                  <a:pt x="29" y="13"/>
                  <a:pt x="29" y="13"/>
                  <a:pt x="29" y="13"/>
                </a:cubicBezTo>
                <a:cubicBezTo>
                  <a:pt x="31" y="14"/>
                  <a:pt x="31" y="17"/>
                  <a:pt x="29" y="17"/>
                </a:cubicBezTo>
                <a:cubicBezTo>
                  <a:pt x="21" y="19"/>
                  <a:pt x="21" y="19"/>
                  <a:pt x="21" y="19"/>
                </a:cubicBezTo>
                <a:cubicBezTo>
                  <a:pt x="20" y="20"/>
                  <a:pt x="20" y="20"/>
                  <a:pt x="19" y="21"/>
                </a:cubicBezTo>
                <a:cubicBezTo>
                  <a:pt x="17" y="29"/>
                  <a:pt x="17" y="29"/>
                  <a:pt x="17" y="29"/>
                </a:cubicBezTo>
                <a:cubicBezTo>
                  <a:pt x="17" y="31"/>
                  <a:pt x="14" y="31"/>
                  <a:pt x="13" y="29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0"/>
                  <a:pt x="10" y="20"/>
                  <a:pt x="9" y="19"/>
                </a:cubicBezTo>
                <a:cubicBezTo>
                  <a:pt x="2" y="17"/>
                  <a:pt x="2" y="17"/>
                  <a:pt x="2" y="17"/>
                </a:cubicBezTo>
                <a:cubicBezTo>
                  <a:pt x="0" y="17"/>
                  <a:pt x="0" y="14"/>
                  <a:pt x="2" y="13"/>
                </a:cubicBezTo>
                <a:cubicBezTo>
                  <a:pt x="9" y="11"/>
                  <a:pt x="9" y="11"/>
                  <a:pt x="9" y="11"/>
                </a:cubicBezTo>
                <a:cubicBezTo>
                  <a:pt x="10" y="11"/>
                  <a:pt x="11" y="10"/>
                  <a:pt x="11" y="9"/>
                </a:cubicBezTo>
                <a:close/>
              </a:path>
            </a:pathLst>
          </a:custGeom>
          <a:solidFill>
            <a:srgbClr val="F488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Freeform 1081"/>
          <p:cNvSpPr/>
          <p:nvPr/>
        </p:nvSpPr>
        <p:spPr bwMode="auto">
          <a:xfrm>
            <a:off x="1174597" y="3224778"/>
            <a:ext cx="433387" cy="447675"/>
          </a:xfrm>
          <a:custGeom>
            <a:avLst/>
            <a:gdLst>
              <a:gd name="T0" fmla="*/ 42 w 60"/>
              <a:gd name="T1" fmla="*/ 5 h 62"/>
              <a:gd name="T2" fmla="*/ 43 w 60"/>
              <a:gd name="T3" fmla="*/ 19 h 62"/>
              <a:gd name="T4" fmla="*/ 45 w 60"/>
              <a:gd name="T5" fmla="*/ 22 h 62"/>
              <a:gd name="T6" fmla="*/ 57 w 60"/>
              <a:gd name="T7" fmla="*/ 29 h 62"/>
              <a:gd name="T8" fmla="*/ 56 w 60"/>
              <a:gd name="T9" fmla="*/ 36 h 62"/>
              <a:gd name="T10" fmla="*/ 44 w 60"/>
              <a:gd name="T11" fmla="*/ 41 h 62"/>
              <a:gd name="T12" fmla="*/ 41 w 60"/>
              <a:gd name="T13" fmla="*/ 44 h 62"/>
              <a:gd name="T14" fmla="*/ 38 w 60"/>
              <a:gd name="T15" fmla="*/ 57 h 62"/>
              <a:gd name="T16" fmla="*/ 32 w 60"/>
              <a:gd name="T17" fmla="*/ 59 h 62"/>
              <a:gd name="T18" fmla="*/ 23 w 60"/>
              <a:gd name="T19" fmla="*/ 49 h 62"/>
              <a:gd name="T20" fmla="*/ 19 w 60"/>
              <a:gd name="T21" fmla="*/ 47 h 62"/>
              <a:gd name="T22" fmla="*/ 5 w 60"/>
              <a:gd name="T23" fmla="*/ 49 h 62"/>
              <a:gd name="T24" fmla="*/ 2 w 60"/>
              <a:gd name="T25" fmla="*/ 43 h 62"/>
              <a:gd name="T26" fmla="*/ 9 w 60"/>
              <a:gd name="T27" fmla="*/ 31 h 62"/>
              <a:gd name="T28" fmla="*/ 9 w 60"/>
              <a:gd name="T29" fmla="*/ 27 h 62"/>
              <a:gd name="T30" fmla="*/ 3 w 60"/>
              <a:gd name="T31" fmla="*/ 14 h 62"/>
              <a:gd name="T32" fmla="*/ 8 w 60"/>
              <a:gd name="T33" fmla="*/ 9 h 62"/>
              <a:gd name="T34" fmla="*/ 21 w 60"/>
              <a:gd name="T35" fmla="*/ 12 h 62"/>
              <a:gd name="T36" fmla="*/ 25 w 60"/>
              <a:gd name="T37" fmla="*/ 11 h 62"/>
              <a:gd name="T38" fmla="*/ 35 w 60"/>
              <a:gd name="T39" fmla="*/ 2 h 62"/>
              <a:gd name="T40" fmla="*/ 42 w 60"/>
              <a:gd name="T41" fmla="*/ 5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0" h="62">
                <a:moveTo>
                  <a:pt x="42" y="5"/>
                </a:moveTo>
                <a:cubicBezTo>
                  <a:pt x="43" y="19"/>
                  <a:pt x="43" y="19"/>
                  <a:pt x="43" y="19"/>
                </a:cubicBezTo>
                <a:cubicBezTo>
                  <a:pt x="43" y="20"/>
                  <a:pt x="44" y="21"/>
                  <a:pt x="45" y="22"/>
                </a:cubicBezTo>
                <a:cubicBezTo>
                  <a:pt x="57" y="29"/>
                  <a:pt x="57" y="29"/>
                  <a:pt x="57" y="29"/>
                </a:cubicBezTo>
                <a:cubicBezTo>
                  <a:pt x="60" y="30"/>
                  <a:pt x="59" y="34"/>
                  <a:pt x="56" y="36"/>
                </a:cubicBezTo>
                <a:cubicBezTo>
                  <a:pt x="44" y="41"/>
                  <a:pt x="44" y="41"/>
                  <a:pt x="44" y="41"/>
                </a:cubicBezTo>
                <a:cubicBezTo>
                  <a:pt x="42" y="42"/>
                  <a:pt x="42" y="43"/>
                  <a:pt x="41" y="44"/>
                </a:cubicBezTo>
                <a:cubicBezTo>
                  <a:pt x="38" y="57"/>
                  <a:pt x="38" y="57"/>
                  <a:pt x="38" y="57"/>
                </a:cubicBezTo>
                <a:cubicBezTo>
                  <a:pt x="38" y="61"/>
                  <a:pt x="34" y="62"/>
                  <a:pt x="32" y="59"/>
                </a:cubicBezTo>
                <a:cubicBezTo>
                  <a:pt x="23" y="49"/>
                  <a:pt x="23" y="49"/>
                  <a:pt x="23" y="49"/>
                </a:cubicBezTo>
                <a:cubicBezTo>
                  <a:pt x="22" y="48"/>
                  <a:pt x="20" y="47"/>
                  <a:pt x="19" y="47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6"/>
                  <a:pt x="2" y="43"/>
                </a:cubicBezTo>
                <a:cubicBezTo>
                  <a:pt x="9" y="31"/>
                  <a:pt x="9" y="31"/>
                  <a:pt x="9" y="31"/>
                </a:cubicBezTo>
                <a:cubicBezTo>
                  <a:pt x="9" y="30"/>
                  <a:pt x="10" y="28"/>
                  <a:pt x="9" y="27"/>
                </a:cubicBezTo>
                <a:cubicBezTo>
                  <a:pt x="3" y="14"/>
                  <a:pt x="3" y="14"/>
                  <a:pt x="3" y="14"/>
                </a:cubicBezTo>
                <a:cubicBezTo>
                  <a:pt x="2" y="12"/>
                  <a:pt x="5" y="8"/>
                  <a:pt x="8" y="9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3"/>
                  <a:pt x="24" y="12"/>
                  <a:pt x="25" y="11"/>
                </a:cubicBezTo>
                <a:cubicBezTo>
                  <a:pt x="35" y="2"/>
                  <a:pt x="35" y="2"/>
                  <a:pt x="35" y="2"/>
                </a:cubicBezTo>
                <a:cubicBezTo>
                  <a:pt x="38" y="0"/>
                  <a:pt x="42" y="2"/>
                  <a:pt x="42" y="5"/>
                </a:cubicBezTo>
                <a:close/>
              </a:path>
            </a:pathLst>
          </a:custGeom>
          <a:solidFill>
            <a:srgbClr val="F2C8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Freeform 1082"/>
          <p:cNvSpPr/>
          <p:nvPr/>
        </p:nvSpPr>
        <p:spPr bwMode="auto">
          <a:xfrm>
            <a:off x="1609712" y="5564893"/>
            <a:ext cx="209550" cy="215900"/>
          </a:xfrm>
          <a:custGeom>
            <a:avLst/>
            <a:gdLst>
              <a:gd name="T0" fmla="*/ 20 w 29"/>
              <a:gd name="T1" fmla="*/ 2 h 30"/>
              <a:gd name="T2" fmla="*/ 21 w 29"/>
              <a:gd name="T3" fmla="*/ 9 h 30"/>
              <a:gd name="T4" fmla="*/ 22 w 29"/>
              <a:gd name="T5" fmla="*/ 11 h 30"/>
              <a:gd name="T6" fmla="*/ 28 w 29"/>
              <a:gd name="T7" fmla="*/ 14 h 30"/>
              <a:gd name="T8" fmla="*/ 27 w 29"/>
              <a:gd name="T9" fmla="*/ 17 h 30"/>
              <a:gd name="T10" fmla="*/ 21 w 29"/>
              <a:gd name="T11" fmla="*/ 20 h 30"/>
              <a:gd name="T12" fmla="*/ 20 w 29"/>
              <a:gd name="T13" fmla="*/ 21 h 30"/>
              <a:gd name="T14" fmla="*/ 19 w 29"/>
              <a:gd name="T15" fmla="*/ 28 h 30"/>
              <a:gd name="T16" fmla="*/ 16 w 29"/>
              <a:gd name="T17" fmla="*/ 28 h 30"/>
              <a:gd name="T18" fmla="*/ 11 w 29"/>
              <a:gd name="T19" fmla="*/ 23 h 30"/>
              <a:gd name="T20" fmla="*/ 10 w 29"/>
              <a:gd name="T21" fmla="*/ 23 h 30"/>
              <a:gd name="T22" fmla="*/ 3 w 29"/>
              <a:gd name="T23" fmla="*/ 23 h 30"/>
              <a:gd name="T24" fmla="*/ 1 w 29"/>
              <a:gd name="T25" fmla="*/ 21 h 30"/>
              <a:gd name="T26" fmla="*/ 5 w 29"/>
              <a:gd name="T27" fmla="*/ 15 h 30"/>
              <a:gd name="T28" fmla="*/ 5 w 29"/>
              <a:gd name="T29" fmla="*/ 13 h 30"/>
              <a:gd name="T30" fmla="*/ 2 w 29"/>
              <a:gd name="T31" fmla="*/ 7 h 30"/>
              <a:gd name="T32" fmla="*/ 4 w 29"/>
              <a:gd name="T33" fmla="*/ 5 h 30"/>
              <a:gd name="T34" fmla="*/ 11 w 29"/>
              <a:gd name="T35" fmla="*/ 6 h 30"/>
              <a:gd name="T36" fmla="*/ 12 w 29"/>
              <a:gd name="T37" fmla="*/ 6 h 30"/>
              <a:gd name="T38" fmla="*/ 17 w 29"/>
              <a:gd name="T39" fmla="*/ 1 h 30"/>
              <a:gd name="T40" fmla="*/ 20 w 29"/>
              <a:gd name="T41" fmla="*/ 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30">
                <a:moveTo>
                  <a:pt x="20" y="2"/>
                </a:moveTo>
                <a:cubicBezTo>
                  <a:pt x="21" y="9"/>
                  <a:pt x="21" y="9"/>
                  <a:pt x="21" y="9"/>
                </a:cubicBezTo>
                <a:cubicBezTo>
                  <a:pt x="21" y="10"/>
                  <a:pt x="21" y="10"/>
                  <a:pt x="22" y="11"/>
                </a:cubicBezTo>
                <a:cubicBezTo>
                  <a:pt x="28" y="14"/>
                  <a:pt x="28" y="14"/>
                  <a:pt x="28" y="14"/>
                </a:cubicBezTo>
                <a:cubicBezTo>
                  <a:pt x="29" y="15"/>
                  <a:pt x="29" y="17"/>
                  <a:pt x="27" y="17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0" y="20"/>
                  <a:pt x="20" y="21"/>
                </a:cubicBezTo>
                <a:cubicBezTo>
                  <a:pt x="19" y="28"/>
                  <a:pt x="19" y="28"/>
                  <a:pt x="19" y="28"/>
                </a:cubicBezTo>
                <a:cubicBezTo>
                  <a:pt x="18" y="29"/>
                  <a:pt x="17" y="30"/>
                  <a:pt x="16" y="28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0" y="23"/>
                  <a:pt x="10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1" y="24"/>
                  <a:pt x="0" y="22"/>
                  <a:pt x="1" y="21"/>
                </a:cubicBezTo>
                <a:cubicBezTo>
                  <a:pt x="5" y="15"/>
                  <a:pt x="5" y="15"/>
                  <a:pt x="5" y="15"/>
                </a:cubicBezTo>
                <a:cubicBezTo>
                  <a:pt x="5" y="14"/>
                  <a:pt x="5" y="14"/>
                  <a:pt x="5" y="13"/>
                </a:cubicBezTo>
                <a:cubicBezTo>
                  <a:pt x="2" y="7"/>
                  <a:pt x="2" y="7"/>
                  <a:pt x="2" y="7"/>
                </a:cubicBezTo>
                <a:cubicBezTo>
                  <a:pt x="1" y="6"/>
                  <a:pt x="3" y="4"/>
                  <a:pt x="4" y="5"/>
                </a:cubicBezTo>
                <a:cubicBezTo>
                  <a:pt x="11" y="6"/>
                  <a:pt x="11" y="6"/>
                  <a:pt x="11" y="6"/>
                </a:cubicBezTo>
                <a:cubicBezTo>
                  <a:pt x="11" y="6"/>
                  <a:pt x="12" y="6"/>
                  <a:pt x="12" y="6"/>
                </a:cubicBezTo>
                <a:cubicBezTo>
                  <a:pt x="17" y="1"/>
                  <a:pt x="17" y="1"/>
                  <a:pt x="17" y="1"/>
                </a:cubicBezTo>
                <a:cubicBezTo>
                  <a:pt x="18" y="0"/>
                  <a:pt x="20" y="1"/>
                  <a:pt x="20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Freeform 1083"/>
          <p:cNvSpPr/>
          <p:nvPr/>
        </p:nvSpPr>
        <p:spPr bwMode="auto">
          <a:xfrm>
            <a:off x="2252649" y="4277431"/>
            <a:ext cx="207962" cy="209550"/>
          </a:xfrm>
          <a:custGeom>
            <a:avLst/>
            <a:gdLst>
              <a:gd name="T0" fmla="*/ 18 w 29"/>
              <a:gd name="T1" fmla="*/ 2 h 29"/>
              <a:gd name="T2" fmla="*/ 20 w 29"/>
              <a:gd name="T3" fmla="*/ 8 h 29"/>
              <a:gd name="T4" fmla="*/ 21 w 29"/>
              <a:gd name="T5" fmla="*/ 9 h 29"/>
              <a:gd name="T6" fmla="*/ 27 w 29"/>
              <a:gd name="T7" fmla="*/ 11 h 29"/>
              <a:gd name="T8" fmla="*/ 28 w 29"/>
              <a:gd name="T9" fmla="*/ 15 h 29"/>
              <a:gd name="T10" fmla="*/ 22 w 29"/>
              <a:gd name="T11" fmla="*/ 19 h 29"/>
              <a:gd name="T12" fmla="*/ 21 w 29"/>
              <a:gd name="T13" fmla="*/ 20 h 29"/>
              <a:gd name="T14" fmla="*/ 21 w 29"/>
              <a:gd name="T15" fmla="*/ 27 h 29"/>
              <a:gd name="T16" fmla="*/ 18 w 29"/>
              <a:gd name="T17" fmla="*/ 28 h 29"/>
              <a:gd name="T18" fmla="*/ 13 w 29"/>
              <a:gd name="T19" fmla="*/ 24 h 29"/>
              <a:gd name="T20" fmla="*/ 11 w 29"/>
              <a:gd name="T21" fmla="*/ 24 h 29"/>
              <a:gd name="T22" fmla="*/ 5 w 29"/>
              <a:gd name="T23" fmla="*/ 26 h 29"/>
              <a:gd name="T24" fmla="*/ 3 w 29"/>
              <a:gd name="T25" fmla="*/ 24 h 29"/>
              <a:gd name="T26" fmla="*/ 5 w 29"/>
              <a:gd name="T27" fmla="*/ 17 h 29"/>
              <a:gd name="T28" fmla="*/ 5 w 29"/>
              <a:gd name="T29" fmla="*/ 16 h 29"/>
              <a:gd name="T30" fmla="*/ 1 w 29"/>
              <a:gd name="T31" fmla="*/ 10 h 29"/>
              <a:gd name="T32" fmla="*/ 2 w 29"/>
              <a:gd name="T33" fmla="*/ 7 h 29"/>
              <a:gd name="T34" fmla="*/ 9 w 29"/>
              <a:gd name="T35" fmla="*/ 7 h 29"/>
              <a:gd name="T36" fmla="*/ 10 w 29"/>
              <a:gd name="T37" fmla="*/ 7 h 29"/>
              <a:gd name="T38" fmla="*/ 14 w 29"/>
              <a:gd name="T39" fmla="*/ 1 h 29"/>
              <a:gd name="T40" fmla="*/ 18 w 29"/>
              <a:gd name="T41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29">
                <a:moveTo>
                  <a:pt x="18" y="2"/>
                </a:moveTo>
                <a:cubicBezTo>
                  <a:pt x="20" y="8"/>
                  <a:pt x="20" y="8"/>
                  <a:pt x="20" y="8"/>
                </a:cubicBezTo>
                <a:cubicBezTo>
                  <a:pt x="20" y="9"/>
                  <a:pt x="20" y="9"/>
                  <a:pt x="21" y="9"/>
                </a:cubicBezTo>
                <a:cubicBezTo>
                  <a:pt x="27" y="11"/>
                  <a:pt x="27" y="11"/>
                  <a:pt x="27" y="11"/>
                </a:cubicBezTo>
                <a:cubicBezTo>
                  <a:pt x="29" y="12"/>
                  <a:pt x="29" y="14"/>
                  <a:pt x="28" y="15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1" y="19"/>
                  <a:pt x="21" y="20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8"/>
                  <a:pt x="20" y="29"/>
                  <a:pt x="18" y="28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2" y="24"/>
                  <a:pt x="11" y="24"/>
                </a:cubicBezTo>
                <a:cubicBezTo>
                  <a:pt x="5" y="26"/>
                  <a:pt x="5" y="26"/>
                  <a:pt x="5" y="26"/>
                </a:cubicBezTo>
                <a:cubicBezTo>
                  <a:pt x="4" y="26"/>
                  <a:pt x="2" y="25"/>
                  <a:pt x="3" y="24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6"/>
                  <a:pt x="5" y="16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9"/>
                  <a:pt x="1" y="7"/>
                  <a:pt x="2" y="7"/>
                </a:cubicBezTo>
                <a:cubicBezTo>
                  <a:pt x="9" y="7"/>
                  <a:pt x="9" y="7"/>
                  <a:pt x="9" y="7"/>
                </a:cubicBezTo>
                <a:cubicBezTo>
                  <a:pt x="10" y="7"/>
                  <a:pt x="10" y="7"/>
                  <a:pt x="10" y="7"/>
                </a:cubicBezTo>
                <a:cubicBezTo>
                  <a:pt x="14" y="1"/>
                  <a:pt x="14" y="1"/>
                  <a:pt x="14" y="1"/>
                </a:cubicBezTo>
                <a:cubicBezTo>
                  <a:pt x="15" y="0"/>
                  <a:pt x="17" y="0"/>
                  <a:pt x="18" y="2"/>
                </a:cubicBezTo>
                <a:close/>
              </a:path>
            </a:pathLst>
          </a:custGeom>
          <a:solidFill>
            <a:srgbClr val="F494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Freeform 1084"/>
          <p:cNvSpPr/>
          <p:nvPr/>
        </p:nvSpPr>
        <p:spPr bwMode="auto">
          <a:xfrm>
            <a:off x="3327387" y="4372681"/>
            <a:ext cx="266700" cy="274638"/>
          </a:xfrm>
          <a:custGeom>
            <a:avLst/>
            <a:gdLst>
              <a:gd name="T0" fmla="*/ 26 w 37"/>
              <a:gd name="T1" fmla="*/ 3 h 38"/>
              <a:gd name="T2" fmla="*/ 27 w 37"/>
              <a:gd name="T3" fmla="*/ 11 h 38"/>
              <a:gd name="T4" fmla="*/ 28 w 37"/>
              <a:gd name="T5" fmla="*/ 13 h 38"/>
              <a:gd name="T6" fmla="*/ 36 w 37"/>
              <a:gd name="T7" fmla="*/ 18 h 38"/>
              <a:gd name="T8" fmla="*/ 35 w 37"/>
              <a:gd name="T9" fmla="*/ 22 h 38"/>
              <a:gd name="T10" fmla="*/ 27 w 37"/>
              <a:gd name="T11" fmla="*/ 25 h 38"/>
              <a:gd name="T12" fmla="*/ 26 w 37"/>
              <a:gd name="T13" fmla="*/ 27 h 38"/>
              <a:gd name="T14" fmla="*/ 24 w 37"/>
              <a:gd name="T15" fmla="*/ 35 h 38"/>
              <a:gd name="T16" fmla="*/ 20 w 37"/>
              <a:gd name="T17" fmla="*/ 36 h 38"/>
              <a:gd name="T18" fmla="*/ 14 w 37"/>
              <a:gd name="T19" fmla="*/ 30 h 38"/>
              <a:gd name="T20" fmla="*/ 12 w 37"/>
              <a:gd name="T21" fmla="*/ 29 h 38"/>
              <a:gd name="T22" fmla="*/ 4 w 37"/>
              <a:gd name="T23" fmla="*/ 30 h 38"/>
              <a:gd name="T24" fmla="*/ 1 w 37"/>
              <a:gd name="T25" fmla="*/ 26 h 38"/>
              <a:gd name="T26" fmla="*/ 6 w 37"/>
              <a:gd name="T27" fmla="*/ 19 h 38"/>
              <a:gd name="T28" fmla="*/ 6 w 37"/>
              <a:gd name="T29" fmla="*/ 17 h 38"/>
              <a:gd name="T30" fmla="*/ 3 w 37"/>
              <a:gd name="T31" fmla="*/ 9 h 38"/>
              <a:gd name="T32" fmla="*/ 5 w 37"/>
              <a:gd name="T33" fmla="*/ 6 h 38"/>
              <a:gd name="T34" fmla="*/ 14 w 37"/>
              <a:gd name="T35" fmla="*/ 8 h 38"/>
              <a:gd name="T36" fmla="*/ 16 w 37"/>
              <a:gd name="T37" fmla="*/ 7 h 38"/>
              <a:gd name="T38" fmla="*/ 22 w 37"/>
              <a:gd name="T39" fmla="*/ 1 h 38"/>
              <a:gd name="T40" fmla="*/ 26 w 37"/>
              <a:gd name="T41" fmla="*/ 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7" h="38">
                <a:moveTo>
                  <a:pt x="26" y="3"/>
                </a:moveTo>
                <a:cubicBezTo>
                  <a:pt x="27" y="11"/>
                  <a:pt x="27" y="11"/>
                  <a:pt x="27" y="11"/>
                </a:cubicBezTo>
                <a:cubicBezTo>
                  <a:pt x="27" y="12"/>
                  <a:pt x="27" y="13"/>
                  <a:pt x="28" y="13"/>
                </a:cubicBezTo>
                <a:cubicBezTo>
                  <a:pt x="36" y="18"/>
                  <a:pt x="36" y="18"/>
                  <a:pt x="36" y="18"/>
                </a:cubicBezTo>
                <a:cubicBezTo>
                  <a:pt x="37" y="19"/>
                  <a:pt x="37" y="21"/>
                  <a:pt x="35" y="22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6"/>
                  <a:pt x="26" y="26"/>
                  <a:pt x="26" y="27"/>
                </a:cubicBezTo>
                <a:cubicBezTo>
                  <a:pt x="24" y="35"/>
                  <a:pt x="24" y="35"/>
                  <a:pt x="24" y="35"/>
                </a:cubicBezTo>
                <a:cubicBezTo>
                  <a:pt x="24" y="37"/>
                  <a:pt x="21" y="38"/>
                  <a:pt x="20" y="36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29"/>
                  <a:pt x="13" y="29"/>
                  <a:pt x="12" y="29"/>
                </a:cubicBezTo>
                <a:cubicBezTo>
                  <a:pt x="4" y="30"/>
                  <a:pt x="4" y="30"/>
                  <a:pt x="4" y="30"/>
                </a:cubicBezTo>
                <a:cubicBezTo>
                  <a:pt x="2" y="30"/>
                  <a:pt x="0" y="28"/>
                  <a:pt x="1" y="26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18"/>
                  <a:pt x="6" y="17"/>
                  <a:pt x="6" y="17"/>
                </a:cubicBezTo>
                <a:cubicBezTo>
                  <a:pt x="3" y="9"/>
                  <a:pt x="3" y="9"/>
                  <a:pt x="3" y="9"/>
                </a:cubicBezTo>
                <a:cubicBezTo>
                  <a:pt x="2" y="7"/>
                  <a:pt x="3" y="5"/>
                  <a:pt x="5" y="6"/>
                </a:cubicBez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5" y="8"/>
                  <a:pt x="16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4" y="0"/>
                  <a:pt x="26" y="1"/>
                  <a:pt x="26" y="3"/>
                </a:cubicBezTo>
                <a:close/>
              </a:path>
            </a:pathLst>
          </a:custGeom>
          <a:solidFill>
            <a:srgbClr val="00C5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Giới thiệu</a:t>
            </a:r>
            <a:endParaRPr lang="en-US" altLang="zh-CN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MH_Entry_1"/>
          <p:cNvSpPr/>
          <p:nvPr>
            <p:custDataLst>
              <p:tags r:id="rId2"/>
            </p:custDataLst>
          </p:nvPr>
        </p:nvSpPr>
        <p:spPr>
          <a:xfrm>
            <a:off x="314325" y="1012825"/>
            <a:ext cx="11549380" cy="54413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endParaRPr lang="en-US" altLang="zh-CN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3"/>
            </p:custDataLst>
          </p:nvPr>
        </p:nvSpPr>
        <p:spPr>
          <a:xfrm>
            <a:off x="482600" y="1482725"/>
            <a:ext cx="10358755" cy="43554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Bối cảnh: Trong bối cảnh chuyển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ổi số,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ứng dụng web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ã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trở thành nền tảng cốt l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õ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cho nhiều dịch vụ trực tuyến (ng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â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hàng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iện tử,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mại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iện tử).Mức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ộ nghi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 trọng: 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 b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OWASP Top 10 n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 2021, 	Broken Access Control (BAC) tiếp tục giữ vị tr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thứ nhất trong danh s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lỗ hổng bảo mật nghi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 trọng nhất.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Thống k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Lỗ hổng này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tỷ lệ ph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hiện l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ến 94% trong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bài kiểm tra bảo mật.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4"/>
          <a:stretch>
            <a:fillRect/>
          </a:stretch>
        </p:blipFill>
        <p:spPr>
          <a:xfrm>
            <a:off x="7663180" y="676275"/>
            <a:ext cx="3867150" cy="1181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 animBg="1"/>
      <p:bldP spid="3" grpId="0" bldLvl="0" animBg="1"/>
      <p:bldP spid="13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36694" y="1769913"/>
            <a:ext cx="3530274" cy="18986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  <a:endParaRPr lang="zh-CN" altLang="en-US" sz="138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1"/>
            </p:custDataLst>
          </p:nvPr>
        </p:nvSpPr>
        <p:spPr>
          <a:xfrm>
            <a:off x="4199183" y="3823312"/>
            <a:ext cx="3778403" cy="7548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32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Cơ sở lý thuyết</a:t>
            </a:r>
            <a:endParaRPr lang="en-US" altLang="zh-CN" sz="32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4357089" y="4696457"/>
            <a:ext cx="348948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4357089" y="3876041"/>
            <a:ext cx="348948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20746" y="377952"/>
            <a:ext cx="10961312" cy="5936169"/>
          </a:xfrm>
          <a:prstGeom prst="rect">
            <a:avLst/>
          </a:prstGeom>
          <a:noFill/>
          <a:ln w="19050">
            <a:solidFill>
              <a:srgbClr val="FFC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919"/>
          <p:cNvSpPr/>
          <p:nvPr/>
        </p:nvSpPr>
        <p:spPr bwMode="auto">
          <a:xfrm>
            <a:off x="1607984" y="989472"/>
            <a:ext cx="1209305" cy="1193341"/>
          </a:xfrm>
          <a:custGeom>
            <a:avLst/>
            <a:gdLst>
              <a:gd name="T0" fmla="*/ 126 w 200"/>
              <a:gd name="T1" fmla="*/ 191 h 197"/>
              <a:gd name="T2" fmla="*/ 125 w 200"/>
              <a:gd name="T3" fmla="*/ 191 h 197"/>
              <a:gd name="T4" fmla="*/ 125 w 200"/>
              <a:gd name="T5" fmla="*/ 182 h 197"/>
              <a:gd name="T6" fmla="*/ 133 w 200"/>
              <a:gd name="T7" fmla="*/ 182 h 197"/>
              <a:gd name="T8" fmla="*/ 134 w 200"/>
              <a:gd name="T9" fmla="*/ 182 h 197"/>
              <a:gd name="T10" fmla="*/ 137 w 200"/>
              <a:gd name="T11" fmla="*/ 178 h 197"/>
              <a:gd name="T12" fmla="*/ 137 w 200"/>
              <a:gd name="T13" fmla="*/ 178 h 197"/>
              <a:gd name="T14" fmla="*/ 136 w 200"/>
              <a:gd name="T15" fmla="*/ 169 h 197"/>
              <a:gd name="T16" fmla="*/ 145 w 200"/>
              <a:gd name="T17" fmla="*/ 169 h 197"/>
              <a:gd name="T18" fmla="*/ 146 w 200"/>
              <a:gd name="T19" fmla="*/ 169 h 197"/>
              <a:gd name="T20" fmla="*/ 150 w 200"/>
              <a:gd name="T21" fmla="*/ 165 h 197"/>
              <a:gd name="T22" fmla="*/ 149 w 200"/>
              <a:gd name="T23" fmla="*/ 164 h 197"/>
              <a:gd name="T24" fmla="*/ 149 w 200"/>
              <a:gd name="T25" fmla="*/ 155 h 197"/>
              <a:gd name="T26" fmla="*/ 158 w 200"/>
              <a:gd name="T27" fmla="*/ 155 h 197"/>
              <a:gd name="T28" fmla="*/ 158 w 200"/>
              <a:gd name="T29" fmla="*/ 156 h 197"/>
              <a:gd name="T30" fmla="*/ 162 w 200"/>
              <a:gd name="T31" fmla="*/ 151 h 197"/>
              <a:gd name="T32" fmla="*/ 162 w 200"/>
              <a:gd name="T33" fmla="*/ 150 h 197"/>
              <a:gd name="T34" fmla="*/ 161 w 200"/>
              <a:gd name="T35" fmla="*/ 142 h 197"/>
              <a:gd name="T36" fmla="*/ 170 w 200"/>
              <a:gd name="T37" fmla="*/ 141 h 197"/>
              <a:gd name="T38" fmla="*/ 171 w 200"/>
              <a:gd name="T39" fmla="*/ 142 h 197"/>
              <a:gd name="T40" fmla="*/ 175 w 200"/>
              <a:gd name="T41" fmla="*/ 137 h 197"/>
              <a:gd name="T42" fmla="*/ 174 w 200"/>
              <a:gd name="T43" fmla="*/ 136 h 197"/>
              <a:gd name="T44" fmla="*/ 174 w 200"/>
              <a:gd name="T45" fmla="*/ 128 h 197"/>
              <a:gd name="T46" fmla="*/ 183 w 200"/>
              <a:gd name="T47" fmla="*/ 127 h 197"/>
              <a:gd name="T48" fmla="*/ 183 w 200"/>
              <a:gd name="T49" fmla="*/ 128 h 197"/>
              <a:gd name="T50" fmla="*/ 187 w 200"/>
              <a:gd name="T51" fmla="*/ 123 h 197"/>
              <a:gd name="T52" fmla="*/ 187 w 200"/>
              <a:gd name="T53" fmla="*/ 122 h 197"/>
              <a:gd name="T54" fmla="*/ 186 w 200"/>
              <a:gd name="T55" fmla="*/ 114 h 197"/>
              <a:gd name="T56" fmla="*/ 195 w 200"/>
              <a:gd name="T57" fmla="*/ 113 h 197"/>
              <a:gd name="T58" fmla="*/ 196 w 200"/>
              <a:gd name="T59" fmla="*/ 114 h 197"/>
              <a:gd name="T60" fmla="*/ 200 w 200"/>
              <a:gd name="T61" fmla="*/ 109 h 197"/>
              <a:gd name="T62" fmla="*/ 79 w 200"/>
              <a:gd name="T63" fmla="*/ 0 h 197"/>
              <a:gd name="T64" fmla="*/ 0 w 200"/>
              <a:gd name="T65" fmla="*/ 88 h 197"/>
              <a:gd name="T66" fmla="*/ 121 w 200"/>
              <a:gd name="T67" fmla="*/ 197 h 197"/>
              <a:gd name="T68" fmla="*/ 126 w 200"/>
              <a:gd name="T69" fmla="*/ 191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00" h="197">
                <a:moveTo>
                  <a:pt x="126" y="191"/>
                </a:moveTo>
                <a:cubicBezTo>
                  <a:pt x="125" y="191"/>
                  <a:pt x="125" y="191"/>
                  <a:pt x="125" y="191"/>
                </a:cubicBezTo>
                <a:cubicBezTo>
                  <a:pt x="123" y="189"/>
                  <a:pt x="122" y="185"/>
                  <a:pt x="125" y="182"/>
                </a:cubicBezTo>
                <a:cubicBezTo>
                  <a:pt x="127" y="180"/>
                  <a:pt x="131" y="180"/>
                  <a:pt x="133" y="182"/>
                </a:cubicBezTo>
                <a:cubicBezTo>
                  <a:pt x="133" y="182"/>
                  <a:pt x="134" y="182"/>
                  <a:pt x="134" y="182"/>
                </a:cubicBezTo>
                <a:cubicBezTo>
                  <a:pt x="137" y="178"/>
                  <a:pt x="137" y="178"/>
                  <a:pt x="137" y="178"/>
                </a:cubicBezTo>
                <a:cubicBezTo>
                  <a:pt x="137" y="178"/>
                  <a:pt x="137" y="178"/>
                  <a:pt x="137" y="178"/>
                </a:cubicBezTo>
                <a:cubicBezTo>
                  <a:pt x="134" y="176"/>
                  <a:pt x="134" y="172"/>
                  <a:pt x="136" y="169"/>
                </a:cubicBezTo>
                <a:cubicBezTo>
                  <a:pt x="139" y="167"/>
                  <a:pt x="143" y="167"/>
                  <a:pt x="145" y="169"/>
                </a:cubicBezTo>
                <a:cubicBezTo>
                  <a:pt x="145" y="169"/>
                  <a:pt x="145" y="169"/>
                  <a:pt x="146" y="169"/>
                </a:cubicBezTo>
                <a:cubicBezTo>
                  <a:pt x="150" y="165"/>
                  <a:pt x="150" y="165"/>
                  <a:pt x="150" y="165"/>
                </a:cubicBezTo>
                <a:cubicBezTo>
                  <a:pt x="150" y="164"/>
                  <a:pt x="149" y="164"/>
                  <a:pt x="149" y="164"/>
                </a:cubicBezTo>
                <a:cubicBezTo>
                  <a:pt x="147" y="162"/>
                  <a:pt x="147" y="158"/>
                  <a:pt x="149" y="155"/>
                </a:cubicBezTo>
                <a:cubicBezTo>
                  <a:pt x="151" y="153"/>
                  <a:pt x="155" y="153"/>
                  <a:pt x="158" y="155"/>
                </a:cubicBezTo>
                <a:cubicBezTo>
                  <a:pt x="158" y="155"/>
                  <a:pt x="158" y="155"/>
                  <a:pt x="158" y="156"/>
                </a:cubicBezTo>
                <a:cubicBezTo>
                  <a:pt x="162" y="151"/>
                  <a:pt x="162" y="151"/>
                  <a:pt x="162" y="151"/>
                </a:cubicBezTo>
                <a:cubicBezTo>
                  <a:pt x="162" y="151"/>
                  <a:pt x="162" y="150"/>
                  <a:pt x="162" y="150"/>
                </a:cubicBezTo>
                <a:cubicBezTo>
                  <a:pt x="159" y="148"/>
                  <a:pt x="159" y="144"/>
                  <a:pt x="161" y="142"/>
                </a:cubicBezTo>
                <a:cubicBezTo>
                  <a:pt x="164" y="139"/>
                  <a:pt x="168" y="139"/>
                  <a:pt x="170" y="141"/>
                </a:cubicBezTo>
                <a:cubicBezTo>
                  <a:pt x="170" y="141"/>
                  <a:pt x="170" y="141"/>
                  <a:pt x="171" y="142"/>
                </a:cubicBezTo>
                <a:cubicBezTo>
                  <a:pt x="175" y="137"/>
                  <a:pt x="175" y="137"/>
                  <a:pt x="175" y="137"/>
                </a:cubicBezTo>
                <a:cubicBezTo>
                  <a:pt x="175" y="137"/>
                  <a:pt x="174" y="137"/>
                  <a:pt x="174" y="136"/>
                </a:cubicBezTo>
                <a:cubicBezTo>
                  <a:pt x="172" y="134"/>
                  <a:pt x="172" y="130"/>
                  <a:pt x="174" y="128"/>
                </a:cubicBezTo>
                <a:cubicBezTo>
                  <a:pt x="176" y="125"/>
                  <a:pt x="180" y="125"/>
                  <a:pt x="183" y="127"/>
                </a:cubicBezTo>
                <a:cubicBezTo>
                  <a:pt x="183" y="127"/>
                  <a:pt x="183" y="128"/>
                  <a:pt x="183" y="128"/>
                </a:cubicBezTo>
                <a:cubicBezTo>
                  <a:pt x="187" y="123"/>
                  <a:pt x="187" y="123"/>
                  <a:pt x="187" y="123"/>
                </a:cubicBezTo>
                <a:cubicBezTo>
                  <a:pt x="187" y="123"/>
                  <a:pt x="187" y="123"/>
                  <a:pt x="187" y="122"/>
                </a:cubicBezTo>
                <a:cubicBezTo>
                  <a:pt x="184" y="120"/>
                  <a:pt x="184" y="116"/>
                  <a:pt x="186" y="114"/>
                </a:cubicBezTo>
                <a:cubicBezTo>
                  <a:pt x="189" y="111"/>
                  <a:pt x="192" y="111"/>
                  <a:pt x="195" y="113"/>
                </a:cubicBezTo>
                <a:cubicBezTo>
                  <a:pt x="195" y="113"/>
                  <a:pt x="195" y="114"/>
                  <a:pt x="196" y="114"/>
                </a:cubicBezTo>
                <a:cubicBezTo>
                  <a:pt x="200" y="109"/>
                  <a:pt x="200" y="109"/>
                  <a:pt x="200" y="109"/>
                </a:cubicBezTo>
                <a:cubicBezTo>
                  <a:pt x="79" y="0"/>
                  <a:pt x="79" y="0"/>
                  <a:pt x="79" y="0"/>
                </a:cubicBezTo>
                <a:cubicBezTo>
                  <a:pt x="0" y="88"/>
                  <a:pt x="0" y="88"/>
                  <a:pt x="0" y="88"/>
                </a:cubicBezTo>
                <a:cubicBezTo>
                  <a:pt x="121" y="197"/>
                  <a:pt x="121" y="197"/>
                  <a:pt x="121" y="197"/>
                </a:cubicBezTo>
                <a:lnTo>
                  <a:pt x="126" y="191"/>
                </a:lnTo>
                <a:close/>
              </a:path>
            </a:pathLst>
          </a:custGeom>
          <a:solidFill>
            <a:srgbClr val="D0D1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79952" y="162285"/>
            <a:ext cx="2177813" cy="1870498"/>
            <a:chOff x="571501" y="-28575"/>
            <a:chExt cx="2598737" cy="2232025"/>
          </a:xfrm>
        </p:grpSpPr>
        <p:sp>
          <p:nvSpPr>
            <p:cNvPr id="12" name="Freeform 1040"/>
            <p:cNvSpPr/>
            <p:nvPr/>
          </p:nvSpPr>
          <p:spPr bwMode="auto">
            <a:xfrm>
              <a:off x="571501" y="101600"/>
              <a:ext cx="2598737" cy="2101850"/>
            </a:xfrm>
            <a:custGeom>
              <a:avLst/>
              <a:gdLst>
                <a:gd name="T0" fmla="*/ 354 w 360"/>
                <a:gd name="T1" fmla="*/ 236 h 291"/>
                <a:gd name="T2" fmla="*/ 48 w 360"/>
                <a:gd name="T3" fmla="*/ 290 h 291"/>
                <a:gd name="T4" fmla="*/ 40 w 360"/>
                <a:gd name="T5" fmla="*/ 284 h 291"/>
                <a:gd name="T6" fmla="*/ 1 w 360"/>
                <a:gd name="T7" fmla="*/ 63 h 291"/>
                <a:gd name="T8" fmla="*/ 7 w 360"/>
                <a:gd name="T9" fmla="*/ 55 h 291"/>
                <a:gd name="T10" fmla="*/ 312 w 360"/>
                <a:gd name="T11" fmla="*/ 1 h 291"/>
                <a:gd name="T12" fmla="*/ 320 w 360"/>
                <a:gd name="T13" fmla="*/ 6 h 291"/>
                <a:gd name="T14" fmla="*/ 360 w 360"/>
                <a:gd name="T15" fmla="*/ 228 h 291"/>
                <a:gd name="T16" fmla="*/ 354 w 360"/>
                <a:gd name="T17" fmla="*/ 23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0" h="291">
                  <a:moveTo>
                    <a:pt x="354" y="236"/>
                  </a:moveTo>
                  <a:cubicBezTo>
                    <a:pt x="48" y="290"/>
                    <a:pt x="48" y="290"/>
                    <a:pt x="48" y="290"/>
                  </a:cubicBezTo>
                  <a:cubicBezTo>
                    <a:pt x="44" y="291"/>
                    <a:pt x="41" y="288"/>
                    <a:pt x="40" y="284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0" y="59"/>
                    <a:pt x="3" y="56"/>
                    <a:pt x="7" y="55"/>
                  </a:cubicBezTo>
                  <a:cubicBezTo>
                    <a:pt x="312" y="1"/>
                    <a:pt x="312" y="1"/>
                    <a:pt x="312" y="1"/>
                  </a:cubicBezTo>
                  <a:cubicBezTo>
                    <a:pt x="316" y="0"/>
                    <a:pt x="320" y="3"/>
                    <a:pt x="320" y="6"/>
                  </a:cubicBezTo>
                  <a:cubicBezTo>
                    <a:pt x="360" y="228"/>
                    <a:pt x="360" y="228"/>
                    <a:pt x="360" y="228"/>
                  </a:cubicBezTo>
                  <a:cubicBezTo>
                    <a:pt x="360" y="231"/>
                    <a:pt x="358" y="235"/>
                    <a:pt x="354" y="236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Freeform 1041"/>
            <p:cNvSpPr/>
            <p:nvPr/>
          </p:nvSpPr>
          <p:spPr bwMode="auto">
            <a:xfrm>
              <a:off x="622301" y="144463"/>
              <a:ext cx="2490787" cy="1979613"/>
            </a:xfrm>
            <a:custGeom>
              <a:avLst/>
              <a:gdLst>
                <a:gd name="T0" fmla="*/ 1569 w 1569"/>
                <a:gd name="T1" fmla="*/ 1002 h 1247"/>
                <a:gd name="T2" fmla="*/ 182 w 1569"/>
                <a:gd name="T3" fmla="*/ 1247 h 1247"/>
                <a:gd name="T4" fmla="*/ 0 w 1569"/>
                <a:gd name="T5" fmla="*/ 246 h 1247"/>
                <a:gd name="T6" fmla="*/ 1391 w 1569"/>
                <a:gd name="T7" fmla="*/ 0 h 1247"/>
                <a:gd name="T8" fmla="*/ 1569 w 1569"/>
                <a:gd name="T9" fmla="*/ 1002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9" h="1247">
                  <a:moveTo>
                    <a:pt x="1569" y="1002"/>
                  </a:moveTo>
                  <a:lnTo>
                    <a:pt x="182" y="1247"/>
                  </a:lnTo>
                  <a:lnTo>
                    <a:pt x="0" y="246"/>
                  </a:lnTo>
                  <a:lnTo>
                    <a:pt x="1391" y="0"/>
                  </a:lnTo>
                  <a:lnTo>
                    <a:pt x="1569" y="1002"/>
                  </a:lnTo>
                  <a:close/>
                </a:path>
              </a:pathLst>
            </a:custGeom>
            <a:solidFill>
              <a:srgbClr val="B83B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Freeform 1042"/>
            <p:cNvSpPr/>
            <p:nvPr/>
          </p:nvSpPr>
          <p:spPr bwMode="auto">
            <a:xfrm>
              <a:off x="658813" y="93663"/>
              <a:ext cx="2409825" cy="1958975"/>
            </a:xfrm>
            <a:custGeom>
              <a:avLst/>
              <a:gdLst>
                <a:gd name="T0" fmla="*/ 334 w 334"/>
                <a:gd name="T1" fmla="*/ 219 h 271"/>
                <a:gd name="T2" fmla="*/ 295 w 334"/>
                <a:gd name="T3" fmla="*/ 0 h 271"/>
                <a:gd name="T4" fmla="*/ 152 w 334"/>
                <a:gd name="T5" fmla="*/ 52 h 271"/>
                <a:gd name="T6" fmla="*/ 0 w 334"/>
                <a:gd name="T7" fmla="*/ 53 h 271"/>
                <a:gd name="T8" fmla="*/ 39 w 334"/>
                <a:gd name="T9" fmla="*/ 271 h 271"/>
                <a:gd name="T10" fmla="*/ 334 w 334"/>
                <a:gd name="T11" fmla="*/ 219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4" h="271">
                  <a:moveTo>
                    <a:pt x="334" y="219"/>
                  </a:moveTo>
                  <a:cubicBezTo>
                    <a:pt x="295" y="0"/>
                    <a:pt x="295" y="0"/>
                    <a:pt x="295" y="0"/>
                  </a:cubicBezTo>
                  <a:cubicBezTo>
                    <a:pt x="184" y="3"/>
                    <a:pt x="152" y="52"/>
                    <a:pt x="152" y="52"/>
                  </a:cubicBezTo>
                  <a:cubicBezTo>
                    <a:pt x="152" y="52"/>
                    <a:pt x="105" y="17"/>
                    <a:pt x="0" y="53"/>
                  </a:cubicBezTo>
                  <a:cubicBezTo>
                    <a:pt x="39" y="271"/>
                    <a:pt x="39" y="271"/>
                    <a:pt x="39" y="271"/>
                  </a:cubicBezTo>
                  <a:lnTo>
                    <a:pt x="334" y="219"/>
                  </a:lnTo>
                  <a:close/>
                </a:path>
              </a:pathLst>
            </a:custGeom>
            <a:solidFill>
              <a:srgbClr val="D0D1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Freeform 1043"/>
            <p:cNvSpPr/>
            <p:nvPr/>
          </p:nvSpPr>
          <p:spPr bwMode="auto">
            <a:xfrm>
              <a:off x="636588" y="-28575"/>
              <a:ext cx="2411412" cy="1958975"/>
            </a:xfrm>
            <a:custGeom>
              <a:avLst/>
              <a:gdLst>
                <a:gd name="T0" fmla="*/ 334 w 334"/>
                <a:gd name="T1" fmla="*/ 218 h 271"/>
                <a:gd name="T2" fmla="*/ 295 w 334"/>
                <a:gd name="T3" fmla="*/ 0 h 271"/>
                <a:gd name="T4" fmla="*/ 152 w 334"/>
                <a:gd name="T5" fmla="*/ 52 h 271"/>
                <a:gd name="T6" fmla="*/ 0 w 334"/>
                <a:gd name="T7" fmla="*/ 52 h 271"/>
                <a:gd name="T8" fmla="*/ 39 w 334"/>
                <a:gd name="T9" fmla="*/ 271 h 271"/>
                <a:gd name="T10" fmla="*/ 334 w 334"/>
                <a:gd name="T11" fmla="*/ 21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4" h="271">
                  <a:moveTo>
                    <a:pt x="334" y="218"/>
                  </a:moveTo>
                  <a:cubicBezTo>
                    <a:pt x="295" y="0"/>
                    <a:pt x="295" y="0"/>
                    <a:pt x="295" y="0"/>
                  </a:cubicBezTo>
                  <a:cubicBezTo>
                    <a:pt x="184" y="2"/>
                    <a:pt x="152" y="52"/>
                    <a:pt x="152" y="52"/>
                  </a:cubicBezTo>
                  <a:cubicBezTo>
                    <a:pt x="152" y="52"/>
                    <a:pt x="105" y="17"/>
                    <a:pt x="0" y="52"/>
                  </a:cubicBezTo>
                  <a:cubicBezTo>
                    <a:pt x="39" y="271"/>
                    <a:pt x="39" y="271"/>
                    <a:pt x="39" y="271"/>
                  </a:cubicBezTo>
                  <a:lnTo>
                    <a:pt x="334" y="218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Freeform 1044"/>
            <p:cNvSpPr/>
            <p:nvPr/>
          </p:nvSpPr>
          <p:spPr bwMode="auto">
            <a:xfrm>
              <a:off x="1733551" y="-28575"/>
              <a:ext cx="1314450" cy="1770063"/>
            </a:xfrm>
            <a:custGeom>
              <a:avLst/>
              <a:gdLst>
                <a:gd name="T0" fmla="*/ 143 w 182"/>
                <a:gd name="T1" fmla="*/ 0 h 245"/>
                <a:gd name="T2" fmla="*/ 0 w 182"/>
                <a:gd name="T3" fmla="*/ 52 h 245"/>
                <a:gd name="T4" fmla="*/ 34 w 182"/>
                <a:gd name="T5" fmla="*/ 245 h 245"/>
                <a:gd name="T6" fmla="*/ 182 w 182"/>
                <a:gd name="T7" fmla="*/ 218 h 245"/>
                <a:gd name="T8" fmla="*/ 143 w 182"/>
                <a:gd name="T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" h="245">
                  <a:moveTo>
                    <a:pt x="143" y="0"/>
                  </a:moveTo>
                  <a:cubicBezTo>
                    <a:pt x="32" y="2"/>
                    <a:pt x="0" y="52"/>
                    <a:pt x="0" y="52"/>
                  </a:cubicBezTo>
                  <a:cubicBezTo>
                    <a:pt x="34" y="245"/>
                    <a:pt x="34" y="245"/>
                    <a:pt x="34" y="245"/>
                  </a:cubicBezTo>
                  <a:cubicBezTo>
                    <a:pt x="182" y="218"/>
                    <a:pt x="182" y="218"/>
                    <a:pt x="182" y="218"/>
                  </a:cubicBezTo>
                  <a:lnTo>
                    <a:pt x="143" y="0"/>
                  </a:lnTo>
                  <a:close/>
                </a:path>
              </a:pathLst>
            </a:custGeom>
            <a:solidFill>
              <a:srgbClr val="F3F3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286533" y="368300"/>
            <a:ext cx="2324100" cy="2270125"/>
            <a:chOff x="4576763" y="-260350"/>
            <a:chExt cx="2324100" cy="2270125"/>
          </a:xfrm>
        </p:grpSpPr>
        <p:sp>
          <p:nvSpPr>
            <p:cNvPr id="18" name="Freeform 920"/>
            <p:cNvSpPr/>
            <p:nvPr/>
          </p:nvSpPr>
          <p:spPr bwMode="auto">
            <a:xfrm>
              <a:off x="5154613" y="498475"/>
              <a:ext cx="1400175" cy="1452563"/>
            </a:xfrm>
            <a:custGeom>
              <a:avLst/>
              <a:gdLst>
                <a:gd name="T0" fmla="*/ 5 w 194"/>
                <a:gd name="T1" fmla="*/ 131 h 201"/>
                <a:gd name="T2" fmla="*/ 6 w 194"/>
                <a:gd name="T3" fmla="*/ 130 h 201"/>
                <a:gd name="T4" fmla="*/ 14 w 194"/>
                <a:gd name="T5" fmla="*/ 129 h 201"/>
                <a:gd name="T6" fmla="*/ 15 w 194"/>
                <a:gd name="T7" fmla="*/ 138 h 201"/>
                <a:gd name="T8" fmla="*/ 15 w 194"/>
                <a:gd name="T9" fmla="*/ 139 h 201"/>
                <a:gd name="T10" fmla="*/ 19 w 194"/>
                <a:gd name="T11" fmla="*/ 142 h 201"/>
                <a:gd name="T12" fmla="*/ 19 w 194"/>
                <a:gd name="T13" fmla="*/ 141 h 201"/>
                <a:gd name="T14" fmla="*/ 28 w 194"/>
                <a:gd name="T15" fmla="*/ 140 h 201"/>
                <a:gd name="T16" fmla="*/ 29 w 194"/>
                <a:gd name="T17" fmla="*/ 149 h 201"/>
                <a:gd name="T18" fmla="*/ 28 w 194"/>
                <a:gd name="T19" fmla="*/ 150 h 201"/>
                <a:gd name="T20" fmla="*/ 33 w 194"/>
                <a:gd name="T21" fmla="*/ 154 h 201"/>
                <a:gd name="T22" fmla="*/ 34 w 194"/>
                <a:gd name="T23" fmla="*/ 153 h 201"/>
                <a:gd name="T24" fmla="*/ 42 w 194"/>
                <a:gd name="T25" fmla="*/ 152 h 201"/>
                <a:gd name="T26" fmla="*/ 43 w 194"/>
                <a:gd name="T27" fmla="*/ 161 h 201"/>
                <a:gd name="T28" fmla="*/ 43 w 194"/>
                <a:gd name="T29" fmla="*/ 161 h 201"/>
                <a:gd name="T30" fmla="*/ 48 w 194"/>
                <a:gd name="T31" fmla="*/ 165 h 201"/>
                <a:gd name="T32" fmla="*/ 48 w 194"/>
                <a:gd name="T33" fmla="*/ 165 h 201"/>
                <a:gd name="T34" fmla="*/ 57 w 194"/>
                <a:gd name="T35" fmla="*/ 164 h 201"/>
                <a:gd name="T36" fmla="*/ 58 w 194"/>
                <a:gd name="T37" fmla="*/ 172 h 201"/>
                <a:gd name="T38" fmla="*/ 57 w 194"/>
                <a:gd name="T39" fmla="*/ 173 h 201"/>
                <a:gd name="T40" fmla="*/ 62 w 194"/>
                <a:gd name="T41" fmla="*/ 177 h 201"/>
                <a:gd name="T42" fmla="*/ 63 w 194"/>
                <a:gd name="T43" fmla="*/ 176 h 201"/>
                <a:gd name="T44" fmla="*/ 71 w 194"/>
                <a:gd name="T45" fmla="*/ 176 h 201"/>
                <a:gd name="T46" fmla="*/ 72 w 194"/>
                <a:gd name="T47" fmla="*/ 184 h 201"/>
                <a:gd name="T48" fmla="*/ 72 w 194"/>
                <a:gd name="T49" fmla="*/ 185 h 201"/>
                <a:gd name="T50" fmla="*/ 77 w 194"/>
                <a:gd name="T51" fmla="*/ 189 h 201"/>
                <a:gd name="T52" fmla="*/ 77 w 194"/>
                <a:gd name="T53" fmla="*/ 188 h 201"/>
                <a:gd name="T54" fmla="*/ 86 w 194"/>
                <a:gd name="T55" fmla="*/ 187 h 201"/>
                <a:gd name="T56" fmla="*/ 87 w 194"/>
                <a:gd name="T57" fmla="*/ 196 h 201"/>
                <a:gd name="T58" fmla="*/ 86 w 194"/>
                <a:gd name="T59" fmla="*/ 196 h 201"/>
                <a:gd name="T60" fmla="*/ 92 w 194"/>
                <a:gd name="T61" fmla="*/ 201 h 201"/>
                <a:gd name="T62" fmla="*/ 194 w 194"/>
                <a:gd name="T63" fmla="*/ 74 h 201"/>
                <a:gd name="T64" fmla="*/ 102 w 194"/>
                <a:gd name="T65" fmla="*/ 0 h 201"/>
                <a:gd name="T66" fmla="*/ 0 w 194"/>
                <a:gd name="T67" fmla="*/ 127 h 201"/>
                <a:gd name="T68" fmla="*/ 5 w 194"/>
                <a:gd name="T69" fmla="*/ 13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4" h="201">
                  <a:moveTo>
                    <a:pt x="5" y="131"/>
                  </a:moveTo>
                  <a:cubicBezTo>
                    <a:pt x="5" y="131"/>
                    <a:pt x="5" y="130"/>
                    <a:pt x="6" y="130"/>
                  </a:cubicBezTo>
                  <a:cubicBezTo>
                    <a:pt x="8" y="128"/>
                    <a:pt x="12" y="127"/>
                    <a:pt x="14" y="129"/>
                  </a:cubicBezTo>
                  <a:cubicBezTo>
                    <a:pt x="17" y="131"/>
                    <a:pt x="17" y="135"/>
                    <a:pt x="15" y="138"/>
                  </a:cubicBezTo>
                  <a:cubicBezTo>
                    <a:pt x="15" y="138"/>
                    <a:pt x="15" y="138"/>
                    <a:pt x="15" y="139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19" y="142"/>
                    <a:pt x="19" y="141"/>
                    <a:pt x="19" y="141"/>
                  </a:cubicBezTo>
                  <a:cubicBezTo>
                    <a:pt x="21" y="139"/>
                    <a:pt x="25" y="138"/>
                    <a:pt x="28" y="140"/>
                  </a:cubicBezTo>
                  <a:cubicBezTo>
                    <a:pt x="30" y="143"/>
                    <a:pt x="31" y="146"/>
                    <a:pt x="29" y="149"/>
                  </a:cubicBezTo>
                  <a:cubicBezTo>
                    <a:pt x="29" y="149"/>
                    <a:pt x="28" y="149"/>
                    <a:pt x="28" y="150"/>
                  </a:cubicBezTo>
                  <a:cubicBezTo>
                    <a:pt x="33" y="154"/>
                    <a:pt x="33" y="154"/>
                    <a:pt x="33" y="154"/>
                  </a:cubicBezTo>
                  <a:cubicBezTo>
                    <a:pt x="33" y="153"/>
                    <a:pt x="34" y="153"/>
                    <a:pt x="34" y="153"/>
                  </a:cubicBezTo>
                  <a:cubicBezTo>
                    <a:pt x="36" y="150"/>
                    <a:pt x="40" y="150"/>
                    <a:pt x="42" y="152"/>
                  </a:cubicBezTo>
                  <a:cubicBezTo>
                    <a:pt x="45" y="154"/>
                    <a:pt x="45" y="158"/>
                    <a:pt x="43" y="161"/>
                  </a:cubicBezTo>
                  <a:cubicBezTo>
                    <a:pt x="43" y="161"/>
                    <a:pt x="43" y="161"/>
                    <a:pt x="43" y="161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50" y="162"/>
                    <a:pt x="54" y="162"/>
                    <a:pt x="57" y="164"/>
                  </a:cubicBezTo>
                  <a:cubicBezTo>
                    <a:pt x="60" y="166"/>
                    <a:pt x="60" y="170"/>
                    <a:pt x="58" y="172"/>
                  </a:cubicBezTo>
                  <a:cubicBezTo>
                    <a:pt x="58" y="173"/>
                    <a:pt x="57" y="173"/>
                    <a:pt x="57" y="173"/>
                  </a:cubicBezTo>
                  <a:cubicBezTo>
                    <a:pt x="62" y="177"/>
                    <a:pt x="62" y="177"/>
                    <a:pt x="62" y="177"/>
                  </a:cubicBezTo>
                  <a:cubicBezTo>
                    <a:pt x="62" y="177"/>
                    <a:pt x="63" y="177"/>
                    <a:pt x="63" y="176"/>
                  </a:cubicBezTo>
                  <a:cubicBezTo>
                    <a:pt x="65" y="174"/>
                    <a:pt x="69" y="173"/>
                    <a:pt x="71" y="176"/>
                  </a:cubicBezTo>
                  <a:cubicBezTo>
                    <a:pt x="74" y="178"/>
                    <a:pt x="74" y="182"/>
                    <a:pt x="72" y="184"/>
                  </a:cubicBezTo>
                  <a:cubicBezTo>
                    <a:pt x="72" y="184"/>
                    <a:pt x="72" y="185"/>
                    <a:pt x="72" y="185"/>
                  </a:cubicBezTo>
                  <a:cubicBezTo>
                    <a:pt x="77" y="189"/>
                    <a:pt x="77" y="189"/>
                    <a:pt x="77" y="189"/>
                  </a:cubicBezTo>
                  <a:cubicBezTo>
                    <a:pt x="77" y="189"/>
                    <a:pt x="77" y="188"/>
                    <a:pt x="77" y="188"/>
                  </a:cubicBezTo>
                  <a:cubicBezTo>
                    <a:pt x="79" y="186"/>
                    <a:pt x="83" y="185"/>
                    <a:pt x="86" y="187"/>
                  </a:cubicBezTo>
                  <a:cubicBezTo>
                    <a:pt x="89" y="189"/>
                    <a:pt x="89" y="193"/>
                    <a:pt x="87" y="196"/>
                  </a:cubicBezTo>
                  <a:cubicBezTo>
                    <a:pt x="87" y="196"/>
                    <a:pt x="86" y="196"/>
                    <a:pt x="86" y="196"/>
                  </a:cubicBezTo>
                  <a:cubicBezTo>
                    <a:pt x="92" y="201"/>
                    <a:pt x="92" y="201"/>
                    <a:pt x="92" y="201"/>
                  </a:cubicBezTo>
                  <a:cubicBezTo>
                    <a:pt x="194" y="74"/>
                    <a:pt x="194" y="74"/>
                    <a:pt x="194" y="74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0" y="127"/>
                    <a:pt x="0" y="127"/>
                    <a:pt x="0" y="127"/>
                  </a:cubicBezTo>
                  <a:lnTo>
                    <a:pt x="5" y="131"/>
                  </a:lnTo>
                  <a:close/>
                </a:path>
              </a:pathLst>
            </a:custGeom>
            <a:solidFill>
              <a:srgbClr val="D0D1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Freeform 1045"/>
            <p:cNvSpPr>
              <a:spLocks noEditPoints="1"/>
            </p:cNvSpPr>
            <p:nvPr/>
          </p:nvSpPr>
          <p:spPr bwMode="auto">
            <a:xfrm>
              <a:off x="4576763" y="-260350"/>
              <a:ext cx="2324100" cy="2270125"/>
            </a:xfrm>
            <a:custGeom>
              <a:avLst/>
              <a:gdLst>
                <a:gd name="T0" fmla="*/ 0 w 1464"/>
                <a:gd name="T1" fmla="*/ 1006 h 1430"/>
                <a:gd name="T2" fmla="*/ 1464 w 1464"/>
                <a:gd name="T3" fmla="*/ 1430 h 1430"/>
                <a:gd name="T4" fmla="*/ 319 w 1464"/>
                <a:gd name="T5" fmla="*/ 0 h 1430"/>
                <a:gd name="T6" fmla="*/ 0 w 1464"/>
                <a:gd name="T7" fmla="*/ 1006 h 1430"/>
                <a:gd name="T8" fmla="*/ 337 w 1464"/>
                <a:gd name="T9" fmla="*/ 824 h 1430"/>
                <a:gd name="T10" fmla="*/ 432 w 1464"/>
                <a:gd name="T11" fmla="*/ 510 h 1430"/>
                <a:gd name="T12" fmla="*/ 792 w 1464"/>
                <a:gd name="T13" fmla="*/ 956 h 1430"/>
                <a:gd name="T14" fmla="*/ 337 w 1464"/>
                <a:gd name="T15" fmla="*/ 824 h 1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4" h="1430">
                  <a:moveTo>
                    <a:pt x="0" y="1006"/>
                  </a:moveTo>
                  <a:lnTo>
                    <a:pt x="1464" y="1430"/>
                  </a:lnTo>
                  <a:lnTo>
                    <a:pt x="319" y="0"/>
                  </a:lnTo>
                  <a:lnTo>
                    <a:pt x="0" y="1006"/>
                  </a:lnTo>
                  <a:close/>
                  <a:moveTo>
                    <a:pt x="337" y="824"/>
                  </a:moveTo>
                  <a:lnTo>
                    <a:pt x="432" y="510"/>
                  </a:lnTo>
                  <a:lnTo>
                    <a:pt x="792" y="956"/>
                  </a:lnTo>
                  <a:lnTo>
                    <a:pt x="337" y="824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Freeform 1046"/>
            <p:cNvSpPr/>
            <p:nvPr/>
          </p:nvSpPr>
          <p:spPr bwMode="auto">
            <a:xfrm>
              <a:off x="6526213" y="1704975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2 w 41"/>
                <a:gd name="T3" fmla="*/ 0 h 37"/>
                <a:gd name="T4" fmla="*/ 41 w 41"/>
                <a:gd name="T5" fmla="*/ 10 h 37"/>
                <a:gd name="T6" fmla="*/ 5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2" y="0"/>
                  </a:lnTo>
                  <a:lnTo>
                    <a:pt x="41" y="10"/>
                  </a:lnTo>
                  <a:lnTo>
                    <a:pt x="5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Freeform 1047"/>
            <p:cNvSpPr/>
            <p:nvPr/>
          </p:nvSpPr>
          <p:spPr bwMode="auto">
            <a:xfrm>
              <a:off x="6483350" y="1655763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Freeform 1048"/>
            <p:cNvSpPr/>
            <p:nvPr/>
          </p:nvSpPr>
          <p:spPr bwMode="auto">
            <a:xfrm>
              <a:off x="6438900" y="1604963"/>
              <a:ext cx="73025" cy="57150"/>
            </a:xfrm>
            <a:custGeom>
              <a:avLst/>
              <a:gdLst>
                <a:gd name="T0" fmla="*/ 0 w 46"/>
                <a:gd name="T1" fmla="*/ 32 h 36"/>
                <a:gd name="T2" fmla="*/ 37 w 46"/>
                <a:gd name="T3" fmla="*/ 0 h 36"/>
                <a:gd name="T4" fmla="*/ 46 w 46"/>
                <a:gd name="T5" fmla="*/ 9 h 36"/>
                <a:gd name="T6" fmla="*/ 9 w 46"/>
                <a:gd name="T7" fmla="*/ 36 h 36"/>
                <a:gd name="T8" fmla="*/ 0 w 46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0" y="32"/>
                  </a:moveTo>
                  <a:lnTo>
                    <a:pt x="37" y="0"/>
                  </a:lnTo>
                  <a:lnTo>
                    <a:pt x="46" y="9"/>
                  </a:lnTo>
                  <a:lnTo>
                    <a:pt x="9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Freeform 1049"/>
            <p:cNvSpPr/>
            <p:nvPr/>
          </p:nvSpPr>
          <p:spPr bwMode="auto">
            <a:xfrm>
              <a:off x="6403975" y="1554163"/>
              <a:ext cx="65087" cy="65088"/>
            </a:xfrm>
            <a:custGeom>
              <a:avLst/>
              <a:gdLst>
                <a:gd name="T0" fmla="*/ 0 w 41"/>
                <a:gd name="T1" fmla="*/ 32 h 41"/>
                <a:gd name="T2" fmla="*/ 36 w 41"/>
                <a:gd name="T3" fmla="*/ 0 h 41"/>
                <a:gd name="T4" fmla="*/ 41 w 41"/>
                <a:gd name="T5" fmla="*/ 9 h 41"/>
                <a:gd name="T6" fmla="*/ 4 w 41"/>
                <a:gd name="T7" fmla="*/ 41 h 41"/>
                <a:gd name="T8" fmla="*/ 0 w 41"/>
                <a:gd name="T9" fmla="*/ 3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2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4" y="41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Freeform 1050"/>
            <p:cNvSpPr/>
            <p:nvPr/>
          </p:nvSpPr>
          <p:spPr bwMode="auto">
            <a:xfrm>
              <a:off x="6288088" y="1511300"/>
              <a:ext cx="144462" cy="114300"/>
            </a:xfrm>
            <a:custGeom>
              <a:avLst/>
              <a:gdLst>
                <a:gd name="T0" fmla="*/ 0 w 91"/>
                <a:gd name="T1" fmla="*/ 63 h 72"/>
                <a:gd name="T2" fmla="*/ 82 w 91"/>
                <a:gd name="T3" fmla="*/ 0 h 72"/>
                <a:gd name="T4" fmla="*/ 91 w 91"/>
                <a:gd name="T5" fmla="*/ 4 h 72"/>
                <a:gd name="T6" fmla="*/ 4 w 91"/>
                <a:gd name="T7" fmla="*/ 72 h 72"/>
                <a:gd name="T8" fmla="*/ 0 w 91"/>
                <a:gd name="T9" fmla="*/ 63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2">
                  <a:moveTo>
                    <a:pt x="0" y="63"/>
                  </a:moveTo>
                  <a:lnTo>
                    <a:pt x="82" y="0"/>
                  </a:lnTo>
                  <a:lnTo>
                    <a:pt x="91" y="4"/>
                  </a:lnTo>
                  <a:lnTo>
                    <a:pt x="4" y="72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Freeform 1051"/>
            <p:cNvSpPr/>
            <p:nvPr/>
          </p:nvSpPr>
          <p:spPr bwMode="auto">
            <a:xfrm>
              <a:off x="6324600" y="1460500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Freeform 1052"/>
            <p:cNvSpPr/>
            <p:nvPr/>
          </p:nvSpPr>
          <p:spPr bwMode="auto">
            <a:xfrm>
              <a:off x="6280150" y="1409700"/>
              <a:ext cx="73025" cy="57150"/>
            </a:xfrm>
            <a:custGeom>
              <a:avLst/>
              <a:gdLst>
                <a:gd name="T0" fmla="*/ 0 w 46"/>
                <a:gd name="T1" fmla="*/ 27 h 36"/>
                <a:gd name="T2" fmla="*/ 37 w 46"/>
                <a:gd name="T3" fmla="*/ 0 h 36"/>
                <a:gd name="T4" fmla="*/ 46 w 46"/>
                <a:gd name="T5" fmla="*/ 9 h 36"/>
                <a:gd name="T6" fmla="*/ 9 w 46"/>
                <a:gd name="T7" fmla="*/ 36 h 36"/>
                <a:gd name="T8" fmla="*/ 0 w 46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0" y="27"/>
                  </a:moveTo>
                  <a:lnTo>
                    <a:pt x="37" y="0"/>
                  </a:lnTo>
                  <a:lnTo>
                    <a:pt x="46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Freeform 1053"/>
            <p:cNvSpPr/>
            <p:nvPr/>
          </p:nvSpPr>
          <p:spPr bwMode="auto">
            <a:xfrm>
              <a:off x="6245225" y="1358900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9 h 36"/>
                <a:gd name="T6" fmla="*/ 4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Freeform 1054"/>
            <p:cNvSpPr/>
            <p:nvPr/>
          </p:nvSpPr>
          <p:spPr bwMode="auto">
            <a:xfrm>
              <a:off x="6200775" y="1308100"/>
              <a:ext cx="65087" cy="58738"/>
            </a:xfrm>
            <a:custGeom>
              <a:avLst/>
              <a:gdLst>
                <a:gd name="T0" fmla="*/ 0 w 41"/>
                <a:gd name="T1" fmla="*/ 27 h 37"/>
                <a:gd name="T2" fmla="*/ 37 w 41"/>
                <a:gd name="T3" fmla="*/ 0 h 37"/>
                <a:gd name="T4" fmla="*/ 41 w 41"/>
                <a:gd name="T5" fmla="*/ 9 h 37"/>
                <a:gd name="T6" fmla="*/ 9 w 41"/>
                <a:gd name="T7" fmla="*/ 37 h 37"/>
                <a:gd name="T8" fmla="*/ 0 w 41"/>
                <a:gd name="T9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Freeform 1055"/>
            <p:cNvSpPr/>
            <p:nvPr/>
          </p:nvSpPr>
          <p:spPr bwMode="auto">
            <a:xfrm>
              <a:off x="6086475" y="1257300"/>
              <a:ext cx="144462" cy="123825"/>
            </a:xfrm>
            <a:custGeom>
              <a:avLst/>
              <a:gdLst>
                <a:gd name="T0" fmla="*/ 0 w 91"/>
                <a:gd name="T1" fmla="*/ 69 h 78"/>
                <a:gd name="T2" fmla="*/ 81 w 91"/>
                <a:gd name="T3" fmla="*/ 0 h 78"/>
                <a:gd name="T4" fmla="*/ 91 w 91"/>
                <a:gd name="T5" fmla="*/ 9 h 78"/>
                <a:gd name="T6" fmla="*/ 9 w 91"/>
                <a:gd name="T7" fmla="*/ 78 h 78"/>
                <a:gd name="T8" fmla="*/ 0 w 91"/>
                <a:gd name="T9" fmla="*/ 6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8">
                  <a:moveTo>
                    <a:pt x="0" y="69"/>
                  </a:moveTo>
                  <a:lnTo>
                    <a:pt x="81" y="0"/>
                  </a:lnTo>
                  <a:lnTo>
                    <a:pt x="91" y="9"/>
                  </a:lnTo>
                  <a:lnTo>
                    <a:pt x="9" y="78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Freeform 1056"/>
            <p:cNvSpPr/>
            <p:nvPr/>
          </p:nvSpPr>
          <p:spPr bwMode="auto">
            <a:xfrm>
              <a:off x="6121400" y="1214438"/>
              <a:ext cx="73025" cy="57150"/>
            </a:xfrm>
            <a:custGeom>
              <a:avLst/>
              <a:gdLst>
                <a:gd name="T0" fmla="*/ 0 w 46"/>
                <a:gd name="T1" fmla="*/ 27 h 36"/>
                <a:gd name="T2" fmla="*/ 37 w 46"/>
                <a:gd name="T3" fmla="*/ 0 h 36"/>
                <a:gd name="T4" fmla="*/ 46 w 46"/>
                <a:gd name="T5" fmla="*/ 4 h 36"/>
                <a:gd name="T6" fmla="*/ 9 w 46"/>
                <a:gd name="T7" fmla="*/ 36 h 36"/>
                <a:gd name="T8" fmla="*/ 0 w 46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0" y="27"/>
                  </a:moveTo>
                  <a:lnTo>
                    <a:pt x="37" y="0"/>
                  </a:lnTo>
                  <a:lnTo>
                    <a:pt x="46" y="4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Freeform 1057"/>
            <p:cNvSpPr/>
            <p:nvPr/>
          </p:nvSpPr>
          <p:spPr bwMode="auto">
            <a:xfrm>
              <a:off x="6086475" y="1163638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1 w 41"/>
                <a:gd name="T3" fmla="*/ 0 h 36"/>
                <a:gd name="T4" fmla="*/ 41 w 41"/>
                <a:gd name="T5" fmla="*/ 9 h 36"/>
                <a:gd name="T6" fmla="*/ 4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Freeform 1058"/>
            <p:cNvSpPr/>
            <p:nvPr/>
          </p:nvSpPr>
          <p:spPr bwMode="auto">
            <a:xfrm>
              <a:off x="6042025" y="1112838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7 w 41"/>
                <a:gd name="T3" fmla="*/ 0 h 37"/>
                <a:gd name="T4" fmla="*/ 41 w 41"/>
                <a:gd name="T5" fmla="*/ 9 h 37"/>
                <a:gd name="T6" fmla="*/ 9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Freeform 1059"/>
            <p:cNvSpPr/>
            <p:nvPr/>
          </p:nvSpPr>
          <p:spPr bwMode="auto">
            <a:xfrm>
              <a:off x="6007101" y="1062038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1 w 41"/>
                <a:gd name="T3" fmla="*/ 0 h 37"/>
                <a:gd name="T4" fmla="*/ 41 w 41"/>
                <a:gd name="T5" fmla="*/ 9 h 37"/>
                <a:gd name="T6" fmla="*/ 4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Freeform 1060"/>
            <p:cNvSpPr/>
            <p:nvPr/>
          </p:nvSpPr>
          <p:spPr bwMode="auto">
            <a:xfrm>
              <a:off x="5891213" y="1011238"/>
              <a:ext cx="136525" cy="115888"/>
            </a:xfrm>
            <a:custGeom>
              <a:avLst/>
              <a:gdLst>
                <a:gd name="T0" fmla="*/ 0 w 86"/>
                <a:gd name="T1" fmla="*/ 69 h 73"/>
                <a:gd name="T2" fmla="*/ 82 w 86"/>
                <a:gd name="T3" fmla="*/ 0 h 73"/>
                <a:gd name="T4" fmla="*/ 86 w 86"/>
                <a:gd name="T5" fmla="*/ 10 h 73"/>
                <a:gd name="T6" fmla="*/ 4 w 86"/>
                <a:gd name="T7" fmla="*/ 73 h 73"/>
                <a:gd name="T8" fmla="*/ 0 w 86"/>
                <a:gd name="T9" fmla="*/ 6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73">
                  <a:moveTo>
                    <a:pt x="0" y="69"/>
                  </a:moveTo>
                  <a:lnTo>
                    <a:pt x="82" y="0"/>
                  </a:lnTo>
                  <a:lnTo>
                    <a:pt x="86" y="10"/>
                  </a:lnTo>
                  <a:lnTo>
                    <a:pt x="4" y="73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Freeform 1061"/>
            <p:cNvSpPr/>
            <p:nvPr/>
          </p:nvSpPr>
          <p:spPr bwMode="auto">
            <a:xfrm>
              <a:off x="5927726" y="962025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1 w 41"/>
                <a:gd name="T3" fmla="*/ 0 h 36"/>
                <a:gd name="T4" fmla="*/ 41 w 41"/>
                <a:gd name="T5" fmla="*/ 9 h 36"/>
                <a:gd name="T6" fmla="*/ 4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Freeform 1062"/>
            <p:cNvSpPr/>
            <p:nvPr/>
          </p:nvSpPr>
          <p:spPr bwMode="auto">
            <a:xfrm>
              <a:off x="5883276" y="911225"/>
              <a:ext cx="65087" cy="57150"/>
            </a:xfrm>
            <a:custGeom>
              <a:avLst/>
              <a:gdLst>
                <a:gd name="T0" fmla="*/ 0 w 41"/>
                <a:gd name="T1" fmla="*/ 32 h 36"/>
                <a:gd name="T2" fmla="*/ 37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32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Freeform 1063"/>
            <p:cNvSpPr/>
            <p:nvPr/>
          </p:nvSpPr>
          <p:spPr bwMode="auto">
            <a:xfrm>
              <a:off x="5848351" y="860425"/>
              <a:ext cx="65087" cy="65088"/>
            </a:xfrm>
            <a:custGeom>
              <a:avLst/>
              <a:gdLst>
                <a:gd name="T0" fmla="*/ 0 w 41"/>
                <a:gd name="T1" fmla="*/ 32 h 41"/>
                <a:gd name="T2" fmla="*/ 31 w 41"/>
                <a:gd name="T3" fmla="*/ 0 h 41"/>
                <a:gd name="T4" fmla="*/ 41 w 41"/>
                <a:gd name="T5" fmla="*/ 9 h 41"/>
                <a:gd name="T6" fmla="*/ 4 w 41"/>
                <a:gd name="T7" fmla="*/ 41 h 41"/>
                <a:gd name="T8" fmla="*/ 0 w 41"/>
                <a:gd name="T9" fmla="*/ 3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2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41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Freeform 1064"/>
            <p:cNvSpPr/>
            <p:nvPr/>
          </p:nvSpPr>
          <p:spPr bwMode="auto">
            <a:xfrm>
              <a:off x="5803901" y="817563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7 w 41"/>
                <a:gd name="T3" fmla="*/ 0 h 36"/>
                <a:gd name="T4" fmla="*/ 41 w 41"/>
                <a:gd name="T5" fmla="*/ 4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7" y="0"/>
                  </a:lnTo>
                  <a:lnTo>
                    <a:pt x="41" y="4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Freeform 1065"/>
            <p:cNvSpPr/>
            <p:nvPr/>
          </p:nvSpPr>
          <p:spPr bwMode="auto">
            <a:xfrm>
              <a:off x="5689601" y="766763"/>
              <a:ext cx="144462" cy="115888"/>
            </a:xfrm>
            <a:custGeom>
              <a:avLst/>
              <a:gdLst>
                <a:gd name="T0" fmla="*/ 0 w 91"/>
                <a:gd name="T1" fmla="*/ 63 h 73"/>
                <a:gd name="T2" fmla="*/ 81 w 91"/>
                <a:gd name="T3" fmla="*/ 0 h 73"/>
                <a:gd name="T4" fmla="*/ 91 w 91"/>
                <a:gd name="T5" fmla="*/ 9 h 73"/>
                <a:gd name="T6" fmla="*/ 4 w 91"/>
                <a:gd name="T7" fmla="*/ 73 h 73"/>
                <a:gd name="T8" fmla="*/ 0 w 91"/>
                <a:gd name="T9" fmla="*/ 6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3">
                  <a:moveTo>
                    <a:pt x="0" y="63"/>
                  </a:moveTo>
                  <a:lnTo>
                    <a:pt x="81" y="0"/>
                  </a:lnTo>
                  <a:lnTo>
                    <a:pt x="91" y="9"/>
                  </a:lnTo>
                  <a:lnTo>
                    <a:pt x="4" y="73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Freeform 1066"/>
            <p:cNvSpPr/>
            <p:nvPr/>
          </p:nvSpPr>
          <p:spPr bwMode="auto">
            <a:xfrm>
              <a:off x="5724526" y="715963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7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Freeform 1067"/>
            <p:cNvSpPr/>
            <p:nvPr/>
          </p:nvSpPr>
          <p:spPr bwMode="auto">
            <a:xfrm>
              <a:off x="5689601" y="665163"/>
              <a:ext cx="63500" cy="57150"/>
            </a:xfrm>
            <a:custGeom>
              <a:avLst/>
              <a:gdLst>
                <a:gd name="T0" fmla="*/ 0 w 40"/>
                <a:gd name="T1" fmla="*/ 27 h 36"/>
                <a:gd name="T2" fmla="*/ 31 w 40"/>
                <a:gd name="T3" fmla="*/ 0 h 36"/>
                <a:gd name="T4" fmla="*/ 40 w 40"/>
                <a:gd name="T5" fmla="*/ 9 h 36"/>
                <a:gd name="T6" fmla="*/ 4 w 40"/>
                <a:gd name="T7" fmla="*/ 36 h 36"/>
                <a:gd name="T8" fmla="*/ 0 w 40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6">
                  <a:moveTo>
                    <a:pt x="0" y="27"/>
                  </a:moveTo>
                  <a:lnTo>
                    <a:pt x="31" y="0"/>
                  </a:lnTo>
                  <a:lnTo>
                    <a:pt x="40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Freeform 1068"/>
            <p:cNvSpPr/>
            <p:nvPr/>
          </p:nvSpPr>
          <p:spPr bwMode="auto">
            <a:xfrm>
              <a:off x="5645151" y="614363"/>
              <a:ext cx="65087" cy="58738"/>
            </a:xfrm>
            <a:custGeom>
              <a:avLst/>
              <a:gdLst>
                <a:gd name="T0" fmla="*/ 0 w 41"/>
                <a:gd name="T1" fmla="*/ 27 h 37"/>
                <a:gd name="T2" fmla="*/ 37 w 41"/>
                <a:gd name="T3" fmla="*/ 0 h 37"/>
                <a:gd name="T4" fmla="*/ 41 w 41"/>
                <a:gd name="T5" fmla="*/ 9 h 37"/>
                <a:gd name="T6" fmla="*/ 9 w 41"/>
                <a:gd name="T7" fmla="*/ 37 h 37"/>
                <a:gd name="T8" fmla="*/ 0 w 41"/>
                <a:gd name="T9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Freeform 1069"/>
            <p:cNvSpPr/>
            <p:nvPr/>
          </p:nvSpPr>
          <p:spPr bwMode="auto">
            <a:xfrm>
              <a:off x="5602288" y="563563"/>
              <a:ext cx="71437" cy="58738"/>
            </a:xfrm>
            <a:custGeom>
              <a:avLst/>
              <a:gdLst>
                <a:gd name="T0" fmla="*/ 0 w 45"/>
                <a:gd name="T1" fmla="*/ 28 h 37"/>
                <a:gd name="T2" fmla="*/ 36 w 45"/>
                <a:gd name="T3" fmla="*/ 0 h 37"/>
                <a:gd name="T4" fmla="*/ 45 w 45"/>
                <a:gd name="T5" fmla="*/ 9 h 37"/>
                <a:gd name="T6" fmla="*/ 9 w 45"/>
                <a:gd name="T7" fmla="*/ 37 h 37"/>
                <a:gd name="T8" fmla="*/ 0 w 45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7">
                  <a:moveTo>
                    <a:pt x="0" y="28"/>
                  </a:moveTo>
                  <a:lnTo>
                    <a:pt x="36" y="0"/>
                  </a:lnTo>
                  <a:lnTo>
                    <a:pt x="45" y="9"/>
                  </a:lnTo>
                  <a:lnTo>
                    <a:pt x="9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Freeform 1070"/>
            <p:cNvSpPr/>
            <p:nvPr/>
          </p:nvSpPr>
          <p:spPr bwMode="auto">
            <a:xfrm>
              <a:off x="5486401" y="512763"/>
              <a:ext cx="144462" cy="123825"/>
            </a:xfrm>
            <a:custGeom>
              <a:avLst/>
              <a:gdLst>
                <a:gd name="T0" fmla="*/ 0 w 91"/>
                <a:gd name="T1" fmla="*/ 69 h 78"/>
                <a:gd name="T2" fmla="*/ 87 w 91"/>
                <a:gd name="T3" fmla="*/ 0 h 78"/>
                <a:gd name="T4" fmla="*/ 91 w 91"/>
                <a:gd name="T5" fmla="*/ 10 h 78"/>
                <a:gd name="T6" fmla="*/ 9 w 91"/>
                <a:gd name="T7" fmla="*/ 78 h 78"/>
                <a:gd name="T8" fmla="*/ 0 w 91"/>
                <a:gd name="T9" fmla="*/ 6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8">
                  <a:moveTo>
                    <a:pt x="0" y="69"/>
                  </a:moveTo>
                  <a:lnTo>
                    <a:pt x="87" y="0"/>
                  </a:lnTo>
                  <a:lnTo>
                    <a:pt x="91" y="10"/>
                  </a:lnTo>
                  <a:lnTo>
                    <a:pt x="9" y="78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Freeform 1071"/>
            <p:cNvSpPr/>
            <p:nvPr/>
          </p:nvSpPr>
          <p:spPr bwMode="auto">
            <a:xfrm>
              <a:off x="5530851" y="469900"/>
              <a:ext cx="63500" cy="58738"/>
            </a:xfrm>
            <a:custGeom>
              <a:avLst/>
              <a:gdLst>
                <a:gd name="T0" fmla="*/ 0 w 40"/>
                <a:gd name="T1" fmla="*/ 27 h 37"/>
                <a:gd name="T2" fmla="*/ 31 w 40"/>
                <a:gd name="T3" fmla="*/ 0 h 37"/>
                <a:gd name="T4" fmla="*/ 40 w 40"/>
                <a:gd name="T5" fmla="*/ 9 h 37"/>
                <a:gd name="T6" fmla="*/ 4 w 40"/>
                <a:gd name="T7" fmla="*/ 37 h 37"/>
                <a:gd name="T8" fmla="*/ 0 w 40"/>
                <a:gd name="T9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7">
                  <a:moveTo>
                    <a:pt x="0" y="27"/>
                  </a:moveTo>
                  <a:lnTo>
                    <a:pt x="31" y="0"/>
                  </a:lnTo>
                  <a:lnTo>
                    <a:pt x="40" y="9"/>
                  </a:lnTo>
                  <a:lnTo>
                    <a:pt x="4" y="3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Freeform 1072"/>
            <p:cNvSpPr/>
            <p:nvPr/>
          </p:nvSpPr>
          <p:spPr bwMode="auto">
            <a:xfrm>
              <a:off x="5486401" y="419100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7 w 41"/>
                <a:gd name="T3" fmla="*/ 0 h 37"/>
                <a:gd name="T4" fmla="*/ 41 w 41"/>
                <a:gd name="T5" fmla="*/ 9 h 37"/>
                <a:gd name="T6" fmla="*/ 5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5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Freeform 1073"/>
            <p:cNvSpPr/>
            <p:nvPr/>
          </p:nvSpPr>
          <p:spPr bwMode="auto">
            <a:xfrm>
              <a:off x="5443538" y="368300"/>
              <a:ext cx="71437" cy="58738"/>
            </a:xfrm>
            <a:custGeom>
              <a:avLst/>
              <a:gdLst>
                <a:gd name="T0" fmla="*/ 0 w 45"/>
                <a:gd name="T1" fmla="*/ 28 h 37"/>
                <a:gd name="T2" fmla="*/ 36 w 45"/>
                <a:gd name="T3" fmla="*/ 0 h 37"/>
                <a:gd name="T4" fmla="*/ 45 w 45"/>
                <a:gd name="T5" fmla="*/ 10 h 37"/>
                <a:gd name="T6" fmla="*/ 9 w 45"/>
                <a:gd name="T7" fmla="*/ 37 h 37"/>
                <a:gd name="T8" fmla="*/ 0 w 45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7">
                  <a:moveTo>
                    <a:pt x="0" y="28"/>
                  </a:moveTo>
                  <a:lnTo>
                    <a:pt x="36" y="0"/>
                  </a:lnTo>
                  <a:lnTo>
                    <a:pt x="45" y="10"/>
                  </a:lnTo>
                  <a:lnTo>
                    <a:pt x="9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Freeform 1074"/>
            <p:cNvSpPr/>
            <p:nvPr/>
          </p:nvSpPr>
          <p:spPr bwMode="auto">
            <a:xfrm>
              <a:off x="5407026" y="319088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7 w 41"/>
                <a:gd name="T3" fmla="*/ 0 h 36"/>
                <a:gd name="T4" fmla="*/ 41 w 41"/>
                <a:gd name="T5" fmla="*/ 9 h 36"/>
                <a:gd name="T6" fmla="*/ 5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5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Freeform 1075"/>
            <p:cNvSpPr/>
            <p:nvPr/>
          </p:nvSpPr>
          <p:spPr bwMode="auto">
            <a:xfrm>
              <a:off x="5292726" y="268288"/>
              <a:ext cx="136525" cy="122238"/>
            </a:xfrm>
            <a:custGeom>
              <a:avLst/>
              <a:gdLst>
                <a:gd name="T0" fmla="*/ 0 w 86"/>
                <a:gd name="T1" fmla="*/ 68 h 77"/>
                <a:gd name="T2" fmla="*/ 81 w 86"/>
                <a:gd name="T3" fmla="*/ 0 h 77"/>
                <a:gd name="T4" fmla="*/ 86 w 86"/>
                <a:gd name="T5" fmla="*/ 9 h 77"/>
                <a:gd name="T6" fmla="*/ 4 w 86"/>
                <a:gd name="T7" fmla="*/ 77 h 77"/>
                <a:gd name="T8" fmla="*/ 0 w 86"/>
                <a:gd name="T9" fmla="*/ 6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77">
                  <a:moveTo>
                    <a:pt x="0" y="68"/>
                  </a:moveTo>
                  <a:lnTo>
                    <a:pt x="81" y="0"/>
                  </a:lnTo>
                  <a:lnTo>
                    <a:pt x="86" y="9"/>
                  </a:lnTo>
                  <a:lnTo>
                    <a:pt x="4" y="77"/>
                  </a:lnTo>
                  <a:lnTo>
                    <a:pt x="0" y="6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Freeform 1076"/>
            <p:cNvSpPr/>
            <p:nvPr/>
          </p:nvSpPr>
          <p:spPr bwMode="auto">
            <a:xfrm>
              <a:off x="5327651" y="217488"/>
              <a:ext cx="65087" cy="57150"/>
            </a:xfrm>
            <a:custGeom>
              <a:avLst/>
              <a:gdLst>
                <a:gd name="T0" fmla="*/ 0 w 41"/>
                <a:gd name="T1" fmla="*/ 32 h 36"/>
                <a:gd name="T2" fmla="*/ 37 w 41"/>
                <a:gd name="T3" fmla="*/ 0 h 36"/>
                <a:gd name="T4" fmla="*/ 41 w 41"/>
                <a:gd name="T5" fmla="*/ 9 h 36"/>
                <a:gd name="T6" fmla="*/ 5 w 41"/>
                <a:gd name="T7" fmla="*/ 36 h 36"/>
                <a:gd name="T8" fmla="*/ 0 w 41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32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5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Freeform 1077"/>
            <p:cNvSpPr/>
            <p:nvPr/>
          </p:nvSpPr>
          <p:spPr bwMode="auto">
            <a:xfrm>
              <a:off x="5284788" y="166688"/>
              <a:ext cx="71437" cy="57150"/>
            </a:xfrm>
            <a:custGeom>
              <a:avLst/>
              <a:gdLst>
                <a:gd name="T0" fmla="*/ 0 w 45"/>
                <a:gd name="T1" fmla="*/ 32 h 36"/>
                <a:gd name="T2" fmla="*/ 36 w 45"/>
                <a:gd name="T3" fmla="*/ 0 h 36"/>
                <a:gd name="T4" fmla="*/ 45 w 45"/>
                <a:gd name="T5" fmla="*/ 9 h 36"/>
                <a:gd name="T6" fmla="*/ 9 w 45"/>
                <a:gd name="T7" fmla="*/ 36 h 36"/>
                <a:gd name="T8" fmla="*/ 0 w 45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0" y="32"/>
                  </a:moveTo>
                  <a:lnTo>
                    <a:pt x="36" y="0"/>
                  </a:lnTo>
                  <a:lnTo>
                    <a:pt x="45" y="9"/>
                  </a:lnTo>
                  <a:lnTo>
                    <a:pt x="9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Freeform 1078"/>
            <p:cNvSpPr/>
            <p:nvPr/>
          </p:nvSpPr>
          <p:spPr bwMode="auto">
            <a:xfrm>
              <a:off x="5248276" y="123825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2 w 41"/>
                <a:gd name="T3" fmla="*/ 0 h 36"/>
                <a:gd name="T4" fmla="*/ 41 w 41"/>
                <a:gd name="T5" fmla="*/ 4 h 36"/>
                <a:gd name="T6" fmla="*/ 5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2" y="0"/>
                  </a:lnTo>
                  <a:lnTo>
                    <a:pt x="41" y="4"/>
                  </a:lnTo>
                  <a:lnTo>
                    <a:pt x="5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Freeform 1079"/>
            <p:cNvSpPr/>
            <p:nvPr/>
          </p:nvSpPr>
          <p:spPr bwMode="auto">
            <a:xfrm>
              <a:off x="5205413" y="73025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4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4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Freeform 1080"/>
            <p:cNvSpPr/>
            <p:nvPr/>
          </p:nvSpPr>
          <p:spPr bwMode="auto">
            <a:xfrm>
              <a:off x="5089526" y="22225"/>
              <a:ext cx="144462" cy="115888"/>
            </a:xfrm>
            <a:custGeom>
              <a:avLst/>
              <a:gdLst>
                <a:gd name="T0" fmla="*/ 0 w 91"/>
                <a:gd name="T1" fmla="*/ 64 h 73"/>
                <a:gd name="T2" fmla="*/ 82 w 91"/>
                <a:gd name="T3" fmla="*/ 0 h 73"/>
                <a:gd name="T4" fmla="*/ 91 w 91"/>
                <a:gd name="T5" fmla="*/ 9 h 73"/>
                <a:gd name="T6" fmla="*/ 9 w 91"/>
                <a:gd name="T7" fmla="*/ 73 h 73"/>
                <a:gd name="T8" fmla="*/ 0 w 91"/>
                <a:gd name="T9" fmla="*/ 6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3">
                  <a:moveTo>
                    <a:pt x="0" y="64"/>
                  </a:moveTo>
                  <a:lnTo>
                    <a:pt x="82" y="0"/>
                  </a:lnTo>
                  <a:lnTo>
                    <a:pt x="91" y="9"/>
                  </a:lnTo>
                  <a:lnTo>
                    <a:pt x="9" y="73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5" name="Freeform 1086"/>
          <p:cNvSpPr/>
          <p:nvPr/>
        </p:nvSpPr>
        <p:spPr bwMode="auto">
          <a:xfrm>
            <a:off x="8594726" y="5543550"/>
            <a:ext cx="433387" cy="447675"/>
          </a:xfrm>
          <a:custGeom>
            <a:avLst/>
            <a:gdLst>
              <a:gd name="T0" fmla="*/ 42 w 60"/>
              <a:gd name="T1" fmla="*/ 5 h 62"/>
              <a:gd name="T2" fmla="*/ 43 w 60"/>
              <a:gd name="T3" fmla="*/ 19 h 62"/>
              <a:gd name="T4" fmla="*/ 45 w 60"/>
              <a:gd name="T5" fmla="*/ 22 h 62"/>
              <a:gd name="T6" fmla="*/ 57 w 60"/>
              <a:gd name="T7" fmla="*/ 29 h 62"/>
              <a:gd name="T8" fmla="*/ 57 w 60"/>
              <a:gd name="T9" fmla="*/ 36 h 62"/>
              <a:gd name="T10" fmla="*/ 44 w 60"/>
              <a:gd name="T11" fmla="*/ 41 h 62"/>
              <a:gd name="T12" fmla="*/ 41 w 60"/>
              <a:gd name="T13" fmla="*/ 44 h 62"/>
              <a:gd name="T14" fmla="*/ 39 w 60"/>
              <a:gd name="T15" fmla="*/ 57 h 62"/>
              <a:gd name="T16" fmla="*/ 32 w 60"/>
              <a:gd name="T17" fmla="*/ 59 h 62"/>
              <a:gd name="T18" fmla="*/ 23 w 60"/>
              <a:gd name="T19" fmla="*/ 49 h 62"/>
              <a:gd name="T20" fmla="*/ 19 w 60"/>
              <a:gd name="T21" fmla="*/ 47 h 62"/>
              <a:gd name="T22" fmla="*/ 5 w 60"/>
              <a:gd name="T23" fmla="*/ 49 h 62"/>
              <a:gd name="T24" fmla="*/ 2 w 60"/>
              <a:gd name="T25" fmla="*/ 43 h 62"/>
              <a:gd name="T26" fmla="*/ 9 w 60"/>
              <a:gd name="T27" fmla="*/ 31 h 62"/>
              <a:gd name="T28" fmla="*/ 9 w 60"/>
              <a:gd name="T29" fmla="*/ 27 h 62"/>
              <a:gd name="T30" fmla="*/ 4 w 60"/>
              <a:gd name="T31" fmla="*/ 14 h 62"/>
              <a:gd name="T32" fmla="*/ 8 w 60"/>
              <a:gd name="T33" fmla="*/ 9 h 62"/>
              <a:gd name="T34" fmla="*/ 22 w 60"/>
              <a:gd name="T35" fmla="*/ 12 h 62"/>
              <a:gd name="T36" fmla="*/ 25 w 60"/>
              <a:gd name="T37" fmla="*/ 11 h 62"/>
              <a:gd name="T38" fmla="*/ 35 w 60"/>
              <a:gd name="T39" fmla="*/ 2 h 62"/>
              <a:gd name="T40" fmla="*/ 42 w 60"/>
              <a:gd name="T41" fmla="*/ 5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0" h="62">
                <a:moveTo>
                  <a:pt x="42" y="5"/>
                </a:moveTo>
                <a:cubicBezTo>
                  <a:pt x="43" y="19"/>
                  <a:pt x="43" y="19"/>
                  <a:pt x="43" y="19"/>
                </a:cubicBezTo>
                <a:cubicBezTo>
                  <a:pt x="43" y="20"/>
                  <a:pt x="44" y="21"/>
                  <a:pt x="45" y="22"/>
                </a:cubicBezTo>
                <a:cubicBezTo>
                  <a:pt x="57" y="29"/>
                  <a:pt x="57" y="29"/>
                  <a:pt x="57" y="29"/>
                </a:cubicBezTo>
                <a:cubicBezTo>
                  <a:pt x="60" y="30"/>
                  <a:pt x="60" y="34"/>
                  <a:pt x="57" y="36"/>
                </a:cubicBezTo>
                <a:cubicBezTo>
                  <a:pt x="44" y="41"/>
                  <a:pt x="44" y="41"/>
                  <a:pt x="44" y="41"/>
                </a:cubicBezTo>
                <a:cubicBezTo>
                  <a:pt x="43" y="42"/>
                  <a:pt x="42" y="43"/>
                  <a:pt x="41" y="44"/>
                </a:cubicBezTo>
                <a:cubicBezTo>
                  <a:pt x="39" y="57"/>
                  <a:pt x="39" y="57"/>
                  <a:pt x="39" y="57"/>
                </a:cubicBezTo>
                <a:cubicBezTo>
                  <a:pt x="38" y="61"/>
                  <a:pt x="34" y="62"/>
                  <a:pt x="32" y="59"/>
                </a:cubicBezTo>
                <a:cubicBezTo>
                  <a:pt x="23" y="49"/>
                  <a:pt x="23" y="49"/>
                  <a:pt x="23" y="49"/>
                </a:cubicBezTo>
                <a:cubicBezTo>
                  <a:pt x="22" y="48"/>
                  <a:pt x="21" y="47"/>
                  <a:pt x="19" y="47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6"/>
                  <a:pt x="2" y="43"/>
                </a:cubicBezTo>
                <a:cubicBezTo>
                  <a:pt x="9" y="31"/>
                  <a:pt x="9" y="31"/>
                  <a:pt x="9" y="31"/>
                </a:cubicBezTo>
                <a:cubicBezTo>
                  <a:pt x="10" y="30"/>
                  <a:pt x="10" y="28"/>
                  <a:pt x="9" y="27"/>
                </a:cubicBezTo>
                <a:cubicBezTo>
                  <a:pt x="4" y="14"/>
                  <a:pt x="4" y="14"/>
                  <a:pt x="4" y="14"/>
                </a:cubicBezTo>
                <a:cubicBezTo>
                  <a:pt x="2" y="12"/>
                  <a:pt x="5" y="8"/>
                  <a:pt x="8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3" y="13"/>
                  <a:pt x="24" y="12"/>
                  <a:pt x="25" y="11"/>
                </a:cubicBezTo>
                <a:cubicBezTo>
                  <a:pt x="35" y="2"/>
                  <a:pt x="35" y="2"/>
                  <a:pt x="35" y="2"/>
                </a:cubicBezTo>
                <a:cubicBezTo>
                  <a:pt x="38" y="0"/>
                  <a:pt x="42" y="2"/>
                  <a:pt x="42" y="5"/>
                </a:cubicBezTo>
                <a:close/>
              </a:path>
            </a:pathLst>
          </a:custGeom>
          <a:solidFill>
            <a:srgbClr val="F2C8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3636350" y="347652"/>
            <a:ext cx="729175" cy="1452562"/>
            <a:chOff x="6065666" y="-1586705"/>
            <a:chExt cx="1400175" cy="2789237"/>
          </a:xfrm>
        </p:grpSpPr>
        <p:sp>
          <p:nvSpPr>
            <p:cNvPr id="57" name="Freeform 1017"/>
            <p:cNvSpPr/>
            <p:nvPr/>
          </p:nvSpPr>
          <p:spPr bwMode="auto">
            <a:xfrm>
              <a:off x="6592716" y="189707"/>
              <a:ext cx="873125" cy="715963"/>
            </a:xfrm>
            <a:custGeom>
              <a:avLst/>
              <a:gdLst>
                <a:gd name="T0" fmla="*/ 550 w 550"/>
                <a:gd name="T1" fmla="*/ 23 h 451"/>
                <a:gd name="T2" fmla="*/ 546 w 550"/>
                <a:gd name="T3" fmla="*/ 0 h 451"/>
                <a:gd name="T4" fmla="*/ 0 w 550"/>
                <a:gd name="T5" fmla="*/ 160 h 451"/>
                <a:gd name="T6" fmla="*/ 9 w 550"/>
                <a:gd name="T7" fmla="*/ 187 h 451"/>
                <a:gd name="T8" fmla="*/ 250 w 550"/>
                <a:gd name="T9" fmla="*/ 451 h 451"/>
                <a:gd name="T10" fmla="*/ 496 w 550"/>
                <a:gd name="T11" fmla="*/ 378 h 451"/>
                <a:gd name="T12" fmla="*/ 550 w 550"/>
                <a:gd name="T13" fmla="*/ 23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0" h="451">
                  <a:moveTo>
                    <a:pt x="550" y="23"/>
                  </a:moveTo>
                  <a:lnTo>
                    <a:pt x="546" y="0"/>
                  </a:lnTo>
                  <a:lnTo>
                    <a:pt x="0" y="160"/>
                  </a:lnTo>
                  <a:lnTo>
                    <a:pt x="9" y="187"/>
                  </a:lnTo>
                  <a:lnTo>
                    <a:pt x="250" y="451"/>
                  </a:lnTo>
                  <a:lnTo>
                    <a:pt x="496" y="378"/>
                  </a:lnTo>
                  <a:lnTo>
                    <a:pt x="550" y="23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Freeform 1018"/>
            <p:cNvSpPr/>
            <p:nvPr/>
          </p:nvSpPr>
          <p:spPr bwMode="auto">
            <a:xfrm>
              <a:off x="6989591" y="789782"/>
              <a:ext cx="390525" cy="412750"/>
            </a:xfrm>
            <a:custGeom>
              <a:avLst/>
              <a:gdLst>
                <a:gd name="T0" fmla="*/ 46 w 54"/>
                <a:gd name="T1" fmla="*/ 49 h 57"/>
                <a:gd name="T2" fmla="*/ 54 w 54"/>
                <a:gd name="T3" fmla="*/ 0 h 57"/>
                <a:gd name="T4" fmla="*/ 0 w 54"/>
                <a:gd name="T5" fmla="*/ 16 h 57"/>
                <a:gd name="T6" fmla="*/ 34 w 54"/>
                <a:gd name="T7" fmla="*/ 53 h 57"/>
                <a:gd name="T8" fmla="*/ 46 w 54"/>
                <a:gd name="T9" fmla="*/ 4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57">
                  <a:moveTo>
                    <a:pt x="46" y="49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8" y="57"/>
                    <a:pt x="45" y="55"/>
                    <a:pt x="46" y="49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Freeform 1019"/>
            <p:cNvSpPr/>
            <p:nvPr/>
          </p:nvSpPr>
          <p:spPr bwMode="auto">
            <a:xfrm>
              <a:off x="6592716" y="384970"/>
              <a:ext cx="549275" cy="520700"/>
            </a:xfrm>
            <a:custGeom>
              <a:avLst/>
              <a:gdLst>
                <a:gd name="T0" fmla="*/ 59 w 346"/>
                <a:gd name="T1" fmla="*/ 18 h 328"/>
                <a:gd name="T2" fmla="*/ 0 w 346"/>
                <a:gd name="T3" fmla="*/ 37 h 328"/>
                <a:gd name="T4" fmla="*/ 9 w 346"/>
                <a:gd name="T5" fmla="*/ 64 h 328"/>
                <a:gd name="T6" fmla="*/ 250 w 346"/>
                <a:gd name="T7" fmla="*/ 328 h 328"/>
                <a:gd name="T8" fmla="*/ 346 w 346"/>
                <a:gd name="T9" fmla="*/ 296 h 328"/>
                <a:gd name="T10" fmla="*/ 169 w 346"/>
                <a:gd name="T11" fmla="*/ 0 h 328"/>
                <a:gd name="T12" fmla="*/ 59 w 346"/>
                <a:gd name="T13" fmla="*/ 18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328">
                  <a:moveTo>
                    <a:pt x="59" y="18"/>
                  </a:moveTo>
                  <a:lnTo>
                    <a:pt x="0" y="37"/>
                  </a:lnTo>
                  <a:lnTo>
                    <a:pt x="9" y="64"/>
                  </a:lnTo>
                  <a:lnTo>
                    <a:pt x="250" y="328"/>
                  </a:lnTo>
                  <a:lnTo>
                    <a:pt x="346" y="296"/>
                  </a:lnTo>
                  <a:lnTo>
                    <a:pt x="169" y="0"/>
                  </a:lnTo>
                  <a:lnTo>
                    <a:pt x="59" y="18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Freeform 1020"/>
            <p:cNvSpPr/>
            <p:nvPr/>
          </p:nvSpPr>
          <p:spPr bwMode="auto">
            <a:xfrm>
              <a:off x="6303791" y="-727868"/>
              <a:ext cx="1025525" cy="1192213"/>
            </a:xfrm>
            <a:custGeom>
              <a:avLst/>
              <a:gdLst>
                <a:gd name="T0" fmla="*/ 0 w 646"/>
                <a:gd name="T1" fmla="*/ 137 h 751"/>
                <a:gd name="T2" fmla="*/ 187 w 646"/>
                <a:gd name="T3" fmla="*/ 751 h 751"/>
                <a:gd name="T4" fmla="*/ 646 w 646"/>
                <a:gd name="T5" fmla="*/ 615 h 751"/>
                <a:gd name="T6" fmla="*/ 455 w 646"/>
                <a:gd name="T7" fmla="*/ 0 h 751"/>
                <a:gd name="T8" fmla="*/ 0 w 646"/>
                <a:gd name="T9" fmla="*/ 137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751">
                  <a:moveTo>
                    <a:pt x="0" y="137"/>
                  </a:moveTo>
                  <a:lnTo>
                    <a:pt x="187" y="751"/>
                  </a:lnTo>
                  <a:lnTo>
                    <a:pt x="646" y="615"/>
                  </a:lnTo>
                  <a:lnTo>
                    <a:pt x="455" y="0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Freeform 1021"/>
            <p:cNvSpPr/>
            <p:nvPr/>
          </p:nvSpPr>
          <p:spPr bwMode="auto">
            <a:xfrm>
              <a:off x="6975304" y="-770730"/>
              <a:ext cx="490537" cy="1033463"/>
            </a:xfrm>
            <a:custGeom>
              <a:avLst/>
              <a:gdLst>
                <a:gd name="T0" fmla="*/ 0 w 309"/>
                <a:gd name="T1" fmla="*/ 36 h 651"/>
                <a:gd name="T2" fmla="*/ 187 w 309"/>
                <a:gd name="T3" fmla="*/ 651 h 651"/>
                <a:gd name="T4" fmla="*/ 309 w 309"/>
                <a:gd name="T5" fmla="*/ 614 h 651"/>
                <a:gd name="T6" fmla="*/ 119 w 309"/>
                <a:gd name="T7" fmla="*/ 0 h 651"/>
                <a:gd name="T8" fmla="*/ 0 w 309"/>
                <a:gd name="T9" fmla="*/ 36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9" h="651">
                  <a:moveTo>
                    <a:pt x="0" y="36"/>
                  </a:moveTo>
                  <a:lnTo>
                    <a:pt x="187" y="651"/>
                  </a:lnTo>
                  <a:lnTo>
                    <a:pt x="309" y="614"/>
                  </a:lnTo>
                  <a:lnTo>
                    <a:pt x="119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Freeform 1022"/>
            <p:cNvSpPr/>
            <p:nvPr/>
          </p:nvSpPr>
          <p:spPr bwMode="auto">
            <a:xfrm>
              <a:off x="6303791" y="-589755"/>
              <a:ext cx="557212" cy="1054100"/>
            </a:xfrm>
            <a:custGeom>
              <a:avLst/>
              <a:gdLst>
                <a:gd name="T0" fmla="*/ 0 w 351"/>
                <a:gd name="T1" fmla="*/ 50 h 664"/>
                <a:gd name="T2" fmla="*/ 187 w 351"/>
                <a:gd name="T3" fmla="*/ 664 h 664"/>
                <a:gd name="T4" fmla="*/ 351 w 351"/>
                <a:gd name="T5" fmla="*/ 614 h 664"/>
                <a:gd name="T6" fmla="*/ 164 w 351"/>
                <a:gd name="T7" fmla="*/ 0 h 664"/>
                <a:gd name="T8" fmla="*/ 0 w 351"/>
                <a:gd name="T9" fmla="*/ 5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" h="664">
                  <a:moveTo>
                    <a:pt x="0" y="50"/>
                  </a:moveTo>
                  <a:lnTo>
                    <a:pt x="187" y="664"/>
                  </a:lnTo>
                  <a:lnTo>
                    <a:pt x="351" y="614"/>
                  </a:lnTo>
                  <a:lnTo>
                    <a:pt x="164" y="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Freeform 1023"/>
            <p:cNvSpPr/>
            <p:nvPr/>
          </p:nvSpPr>
          <p:spPr bwMode="auto">
            <a:xfrm>
              <a:off x="6065666" y="-1586705"/>
              <a:ext cx="989012" cy="736600"/>
            </a:xfrm>
            <a:custGeom>
              <a:avLst/>
              <a:gdLst>
                <a:gd name="T0" fmla="*/ 16 w 137"/>
                <a:gd name="T1" fmla="*/ 95 h 102"/>
                <a:gd name="T2" fmla="*/ 1 w 137"/>
                <a:gd name="T3" fmla="*/ 43 h 102"/>
                <a:gd name="T4" fmla="*/ 7 w 137"/>
                <a:gd name="T5" fmla="*/ 32 h 102"/>
                <a:gd name="T6" fmla="*/ 109 w 137"/>
                <a:gd name="T7" fmla="*/ 1 h 102"/>
                <a:gd name="T8" fmla="*/ 120 w 137"/>
                <a:gd name="T9" fmla="*/ 7 h 102"/>
                <a:gd name="T10" fmla="*/ 136 w 137"/>
                <a:gd name="T11" fmla="*/ 59 h 102"/>
                <a:gd name="T12" fmla="*/ 130 w 137"/>
                <a:gd name="T13" fmla="*/ 70 h 102"/>
                <a:gd name="T14" fmla="*/ 28 w 137"/>
                <a:gd name="T15" fmla="*/ 101 h 102"/>
                <a:gd name="T16" fmla="*/ 16 w 137"/>
                <a:gd name="T17" fmla="*/ 9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" h="102">
                  <a:moveTo>
                    <a:pt x="16" y="95"/>
                  </a:moveTo>
                  <a:cubicBezTo>
                    <a:pt x="1" y="43"/>
                    <a:pt x="1" y="43"/>
                    <a:pt x="1" y="43"/>
                  </a:cubicBezTo>
                  <a:cubicBezTo>
                    <a:pt x="0" y="38"/>
                    <a:pt x="2" y="33"/>
                    <a:pt x="7" y="3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14" y="0"/>
                    <a:pt x="119" y="2"/>
                    <a:pt x="120" y="7"/>
                  </a:cubicBezTo>
                  <a:cubicBezTo>
                    <a:pt x="136" y="59"/>
                    <a:pt x="136" y="59"/>
                    <a:pt x="136" y="59"/>
                  </a:cubicBezTo>
                  <a:cubicBezTo>
                    <a:pt x="137" y="64"/>
                    <a:pt x="135" y="69"/>
                    <a:pt x="130" y="70"/>
                  </a:cubicBezTo>
                  <a:cubicBezTo>
                    <a:pt x="28" y="101"/>
                    <a:pt x="28" y="101"/>
                    <a:pt x="28" y="101"/>
                  </a:cubicBezTo>
                  <a:cubicBezTo>
                    <a:pt x="23" y="102"/>
                    <a:pt x="18" y="100"/>
                    <a:pt x="16" y="95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" name="Freeform 1024"/>
            <p:cNvSpPr/>
            <p:nvPr/>
          </p:nvSpPr>
          <p:spPr bwMode="auto">
            <a:xfrm>
              <a:off x="6167266" y="-1212055"/>
              <a:ext cx="1003300" cy="730250"/>
            </a:xfrm>
            <a:custGeom>
              <a:avLst/>
              <a:gdLst>
                <a:gd name="T0" fmla="*/ 0 w 632"/>
                <a:gd name="T1" fmla="*/ 160 h 460"/>
                <a:gd name="T2" fmla="*/ 91 w 632"/>
                <a:gd name="T3" fmla="*/ 460 h 460"/>
                <a:gd name="T4" fmla="*/ 632 w 632"/>
                <a:gd name="T5" fmla="*/ 301 h 460"/>
                <a:gd name="T6" fmla="*/ 546 w 632"/>
                <a:gd name="T7" fmla="*/ 0 h 460"/>
                <a:gd name="T8" fmla="*/ 0 w 632"/>
                <a:gd name="T9" fmla="*/ 16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2" h="460">
                  <a:moveTo>
                    <a:pt x="0" y="160"/>
                  </a:moveTo>
                  <a:lnTo>
                    <a:pt x="91" y="460"/>
                  </a:lnTo>
                  <a:lnTo>
                    <a:pt x="632" y="301"/>
                  </a:lnTo>
                  <a:lnTo>
                    <a:pt x="546" y="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Freeform 1025"/>
            <p:cNvSpPr/>
            <p:nvPr/>
          </p:nvSpPr>
          <p:spPr bwMode="auto">
            <a:xfrm>
              <a:off x="6167266" y="-1037430"/>
              <a:ext cx="419100" cy="555625"/>
            </a:xfrm>
            <a:custGeom>
              <a:avLst/>
              <a:gdLst>
                <a:gd name="T0" fmla="*/ 0 w 264"/>
                <a:gd name="T1" fmla="*/ 50 h 350"/>
                <a:gd name="T2" fmla="*/ 91 w 264"/>
                <a:gd name="T3" fmla="*/ 350 h 350"/>
                <a:gd name="T4" fmla="*/ 264 w 264"/>
                <a:gd name="T5" fmla="*/ 300 h 350"/>
                <a:gd name="T6" fmla="*/ 173 w 264"/>
                <a:gd name="T7" fmla="*/ 0 h 350"/>
                <a:gd name="T8" fmla="*/ 0 w 264"/>
                <a:gd name="T9" fmla="*/ 50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4" h="350">
                  <a:moveTo>
                    <a:pt x="0" y="50"/>
                  </a:moveTo>
                  <a:lnTo>
                    <a:pt x="91" y="350"/>
                  </a:lnTo>
                  <a:lnTo>
                    <a:pt x="264" y="300"/>
                  </a:lnTo>
                  <a:lnTo>
                    <a:pt x="173" y="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6" name="Freeform 1088"/>
          <p:cNvSpPr/>
          <p:nvPr/>
        </p:nvSpPr>
        <p:spPr bwMode="auto">
          <a:xfrm>
            <a:off x="9673711" y="4539458"/>
            <a:ext cx="209550" cy="209550"/>
          </a:xfrm>
          <a:custGeom>
            <a:avLst/>
            <a:gdLst>
              <a:gd name="T0" fmla="*/ 18 w 29"/>
              <a:gd name="T1" fmla="*/ 2 h 29"/>
              <a:gd name="T2" fmla="*/ 20 w 29"/>
              <a:gd name="T3" fmla="*/ 8 h 29"/>
              <a:gd name="T4" fmla="*/ 21 w 29"/>
              <a:gd name="T5" fmla="*/ 9 h 29"/>
              <a:gd name="T6" fmla="*/ 27 w 29"/>
              <a:gd name="T7" fmla="*/ 11 h 29"/>
              <a:gd name="T8" fmla="*/ 28 w 29"/>
              <a:gd name="T9" fmla="*/ 15 h 29"/>
              <a:gd name="T10" fmla="*/ 22 w 29"/>
              <a:gd name="T11" fmla="*/ 19 h 29"/>
              <a:gd name="T12" fmla="*/ 22 w 29"/>
              <a:gd name="T13" fmla="*/ 20 h 29"/>
              <a:gd name="T14" fmla="*/ 22 w 29"/>
              <a:gd name="T15" fmla="*/ 27 h 29"/>
              <a:gd name="T16" fmla="*/ 19 w 29"/>
              <a:gd name="T17" fmla="*/ 28 h 29"/>
              <a:gd name="T18" fmla="*/ 13 w 29"/>
              <a:gd name="T19" fmla="*/ 24 h 29"/>
              <a:gd name="T20" fmla="*/ 12 w 29"/>
              <a:gd name="T21" fmla="*/ 24 h 29"/>
              <a:gd name="T22" fmla="*/ 5 w 29"/>
              <a:gd name="T23" fmla="*/ 26 h 29"/>
              <a:gd name="T24" fmla="*/ 3 w 29"/>
              <a:gd name="T25" fmla="*/ 24 h 29"/>
              <a:gd name="T26" fmla="*/ 5 w 29"/>
              <a:gd name="T27" fmla="*/ 17 h 29"/>
              <a:gd name="T28" fmla="*/ 5 w 29"/>
              <a:gd name="T29" fmla="*/ 16 h 29"/>
              <a:gd name="T30" fmla="*/ 1 w 29"/>
              <a:gd name="T31" fmla="*/ 10 h 29"/>
              <a:gd name="T32" fmla="*/ 2 w 29"/>
              <a:gd name="T33" fmla="*/ 7 h 29"/>
              <a:gd name="T34" fmla="*/ 9 w 29"/>
              <a:gd name="T35" fmla="*/ 7 h 29"/>
              <a:gd name="T36" fmla="*/ 11 w 29"/>
              <a:gd name="T37" fmla="*/ 7 h 29"/>
              <a:gd name="T38" fmla="*/ 14 w 29"/>
              <a:gd name="T39" fmla="*/ 1 h 29"/>
              <a:gd name="T40" fmla="*/ 18 w 29"/>
              <a:gd name="T41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29">
                <a:moveTo>
                  <a:pt x="18" y="2"/>
                </a:moveTo>
                <a:cubicBezTo>
                  <a:pt x="20" y="8"/>
                  <a:pt x="20" y="8"/>
                  <a:pt x="20" y="8"/>
                </a:cubicBezTo>
                <a:cubicBezTo>
                  <a:pt x="20" y="9"/>
                  <a:pt x="20" y="9"/>
                  <a:pt x="21" y="9"/>
                </a:cubicBezTo>
                <a:cubicBezTo>
                  <a:pt x="27" y="11"/>
                  <a:pt x="27" y="11"/>
                  <a:pt x="27" y="11"/>
                </a:cubicBezTo>
                <a:cubicBezTo>
                  <a:pt x="29" y="12"/>
                  <a:pt x="29" y="14"/>
                  <a:pt x="28" y="15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2" y="19"/>
                  <a:pt x="22" y="20"/>
                </a:cubicBezTo>
                <a:cubicBezTo>
                  <a:pt x="22" y="27"/>
                  <a:pt x="22" y="27"/>
                  <a:pt x="22" y="27"/>
                </a:cubicBezTo>
                <a:cubicBezTo>
                  <a:pt x="22" y="28"/>
                  <a:pt x="20" y="29"/>
                  <a:pt x="19" y="28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2" y="24"/>
                  <a:pt x="12" y="24"/>
                </a:cubicBezTo>
                <a:cubicBezTo>
                  <a:pt x="5" y="26"/>
                  <a:pt x="5" y="26"/>
                  <a:pt x="5" y="26"/>
                </a:cubicBezTo>
                <a:cubicBezTo>
                  <a:pt x="4" y="26"/>
                  <a:pt x="2" y="25"/>
                  <a:pt x="3" y="24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6"/>
                  <a:pt x="5" y="16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9"/>
                  <a:pt x="1" y="7"/>
                  <a:pt x="2" y="7"/>
                </a:cubicBezTo>
                <a:cubicBezTo>
                  <a:pt x="9" y="7"/>
                  <a:pt x="9" y="7"/>
                  <a:pt x="9" y="7"/>
                </a:cubicBezTo>
                <a:cubicBezTo>
                  <a:pt x="10" y="7"/>
                  <a:pt x="10" y="7"/>
                  <a:pt x="11" y="7"/>
                </a:cubicBezTo>
                <a:cubicBezTo>
                  <a:pt x="14" y="1"/>
                  <a:pt x="14" y="1"/>
                  <a:pt x="14" y="1"/>
                </a:cubicBezTo>
                <a:cubicBezTo>
                  <a:pt x="15" y="0"/>
                  <a:pt x="17" y="0"/>
                  <a:pt x="18" y="2"/>
                </a:cubicBezTo>
                <a:close/>
              </a:path>
            </a:pathLst>
          </a:custGeom>
          <a:solidFill>
            <a:srgbClr val="F494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1089"/>
          <p:cNvSpPr/>
          <p:nvPr/>
        </p:nvSpPr>
        <p:spPr bwMode="auto">
          <a:xfrm>
            <a:off x="9727858" y="2341563"/>
            <a:ext cx="258762" cy="274638"/>
          </a:xfrm>
          <a:custGeom>
            <a:avLst/>
            <a:gdLst>
              <a:gd name="T0" fmla="*/ 25 w 36"/>
              <a:gd name="T1" fmla="*/ 3 h 38"/>
              <a:gd name="T2" fmla="*/ 26 w 36"/>
              <a:gd name="T3" fmla="*/ 11 h 38"/>
              <a:gd name="T4" fmla="*/ 27 w 36"/>
              <a:gd name="T5" fmla="*/ 13 h 38"/>
              <a:gd name="T6" fmla="*/ 35 w 36"/>
              <a:gd name="T7" fmla="*/ 18 h 38"/>
              <a:gd name="T8" fmla="*/ 34 w 36"/>
              <a:gd name="T9" fmla="*/ 22 h 38"/>
              <a:gd name="T10" fmla="*/ 27 w 36"/>
              <a:gd name="T11" fmla="*/ 25 h 38"/>
              <a:gd name="T12" fmla="*/ 25 w 36"/>
              <a:gd name="T13" fmla="*/ 27 h 38"/>
              <a:gd name="T14" fmla="*/ 23 w 36"/>
              <a:gd name="T15" fmla="*/ 35 h 38"/>
              <a:gd name="T16" fmla="*/ 19 w 36"/>
              <a:gd name="T17" fmla="*/ 36 h 38"/>
              <a:gd name="T18" fmla="*/ 14 w 36"/>
              <a:gd name="T19" fmla="*/ 30 h 38"/>
              <a:gd name="T20" fmla="*/ 11 w 36"/>
              <a:gd name="T21" fmla="*/ 29 h 38"/>
              <a:gd name="T22" fmla="*/ 3 w 36"/>
              <a:gd name="T23" fmla="*/ 30 h 38"/>
              <a:gd name="T24" fmla="*/ 1 w 36"/>
              <a:gd name="T25" fmla="*/ 26 h 38"/>
              <a:gd name="T26" fmla="*/ 5 w 36"/>
              <a:gd name="T27" fmla="*/ 19 h 38"/>
              <a:gd name="T28" fmla="*/ 5 w 36"/>
              <a:gd name="T29" fmla="*/ 17 h 38"/>
              <a:gd name="T30" fmla="*/ 2 w 36"/>
              <a:gd name="T31" fmla="*/ 9 h 38"/>
              <a:gd name="T32" fmla="*/ 5 w 36"/>
              <a:gd name="T33" fmla="*/ 6 h 38"/>
              <a:gd name="T34" fmla="*/ 13 w 36"/>
              <a:gd name="T35" fmla="*/ 8 h 38"/>
              <a:gd name="T36" fmla="*/ 15 w 36"/>
              <a:gd name="T37" fmla="*/ 7 h 38"/>
              <a:gd name="T38" fmla="*/ 21 w 36"/>
              <a:gd name="T39" fmla="*/ 1 h 38"/>
              <a:gd name="T40" fmla="*/ 25 w 36"/>
              <a:gd name="T41" fmla="*/ 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6" h="38">
                <a:moveTo>
                  <a:pt x="25" y="3"/>
                </a:moveTo>
                <a:cubicBezTo>
                  <a:pt x="26" y="11"/>
                  <a:pt x="26" y="11"/>
                  <a:pt x="26" y="11"/>
                </a:cubicBezTo>
                <a:cubicBezTo>
                  <a:pt x="26" y="12"/>
                  <a:pt x="27" y="13"/>
                  <a:pt x="27" y="13"/>
                </a:cubicBezTo>
                <a:cubicBezTo>
                  <a:pt x="35" y="18"/>
                  <a:pt x="35" y="18"/>
                  <a:pt x="35" y="18"/>
                </a:cubicBezTo>
                <a:cubicBezTo>
                  <a:pt x="36" y="19"/>
                  <a:pt x="36" y="21"/>
                  <a:pt x="34" y="22"/>
                </a:cubicBezTo>
                <a:cubicBezTo>
                  <a:pt x="27" y="25"/>
                  <a:pt x="27" y="25"/>
                  <a:pt x="27" y="25"/>
                </a:cubicBezTo>
                <a:cubicBezTo>
                  <a:pt x="26" y="26"/>
                  <a:pt x="25" y="26"/>
                  <a:pt x="25" y="27"/>
                </a:cubicBezTo>
                <a:cubicBezTo>
                  <a:pt x="23" y="35"/>
                  <a:pt x="23" y="35"/>
                  <a:pt x="23" y="35"/>
                </a:cubicBezTo>
                <a:cubicBezTo>
                  <a:pt x="23" y="37"/>
                  <a:pt x="20" y="38"/>
                  <a:pt x="19" y="36"/>
                </a:cubicBezTo>
                <a:cubicBezTo>
                  <a:pt x="14" y="30"/>
                  <a:pt x="14" y="30"/>
                  <a:pt x="14" y="30"/>
                </a:cubicBezTo>
                <a:cubicBezTo>
                  <a:pt x="13" y="29"/>
                  <a:pt x="12" y="29"/>
                  <a:pt x="11" y="29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1" y="26"/>
                </a:cubicBezTo>
                <a:cubicBezTo>
                  <a:pt x="5" y="19"/>
                  <a:pt x="5" y="19"/>
                  <a:pt x="5" y="19"/>
                </a:cubicBezTo>
                <a:cubicBezTo>
                  <a:pt x="6" y="18"/>
                  <a:pt x="6" y="17"/>
                  <a:pt x="5" y="17"/>
                </a:cubicBezTo>
                <a:cubicBezTo>
                  <a:pt x="2" y="9"/>
                  <a:pt x="2" y="9"/>
                  <a:pt x="2" y="9"/>
                </a:cubicBezTo>
                <a:cubicBezTo>
                  <a:pt x="1" y="7"/>
                  <a:pt x="3" y="5"/>
                  <a:pt x="5" y="6"/>
                </a:cubicBezTo>
                <a:cubicBezTo>
                  <a:pt x="13" y="8"/>
                  <a:pt x="13" y="8"/>
                  <a:pt x="13" y="8"/>
                </a:cubicBezTo>
                <a:cubicBezTo>
                  <a:pt x="14" y="8"/>
                  <a:pt x="14" y="8"/>
                  <a:pt x="15" y="7"/>
                </a:cubicBezTo>
                <a:cubicBezTo>
                  <a:pt x="21" y="1"/>
                  <a:pt x="21" y="1"/>
                  <a:pt x="21" y="1"/>
                </a:cubicBezTo>
                <a:cubicBezTo>
                  <a:pt x="23" y="0"/>
                  <a:pt x="25" y="1"/>
                  <a:pt x="25" y="3"/>
                </a:cubicBezTo>
                <a:close/>
              </a:path>
            </a:pathLst>
          </a:custGeom>
          <a:solidFill>
            <a:srgbClr val="00C5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130848" y="4839199"/>
            <a:ext cx="1466071" cy="1997998"/>
            <a:chOff x="420688" y="2182813"/>
            <a:chExt cx="1955800" cy="2665413"/>
          </a:xfrm>
        </p:grpSpPr>
        <p:sp>
          <p:nvSpPr>
            <p:cNvPr id="69" name="Freeform 1026"/>
            <p:cNvSpPr/>
            <p:nvPr/>
          </p:nvSpPr>
          <p:spPr bwMode="auto">
            <a:xfrm>
              <a:off x="1033463" y="3395663"/>
              <a:ext cx="382587" cy="469900"/>
            </a:xfrm>
            <a:custGeom>
              <a:avLst/>
              <a:gdLst>
                <a:gd name="T0" fmla="*/ 118 w 241"/>
                <a:gd name="T1" fmla="*/ 296 h 296"/>
                <a:gd name="T2" fmla="*/ 0 w 241"/>
                <a:gd name="T3" fmla="*/ 233 h 296"/>
                <a:gd name="T4" fmla="*/ 127 w 241"/>
                <a:gd name="T5" fmla="*/ 0 h 296"/>
                <a:gd name="T6" fmla="*/ 241 w 241"/>
                <a:gd name="T7" fmla="*/ 69 h 296"/>
                <a:gd name="T8" fmla="*/ 118 w 241"/>
                <a:gd name="T9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296">
                  <a:moveTo>
                    <a:pt x="118" y="296"/>
                  </a:moveTo>
                  <a:lnTo>
                    <a:pt x="0" y="233"/>
                  </a:lnTo>
                  <a:lnTo>
                    <a:pt x="127" y="0"/>
                  </a:lnTo>
                  <a:lnTo>
                    <a:pt x="241" y="69"/>
                  </a:lnTo>
                  <a:lnTo>
                    <a:pt x="118" y="296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" name="Freeform 1027"/>
            <p:cNvSpPr/>
            <p:nvPr/>
          </p:nvSpPr>
          <p:spPr bwMode="auto">
            <a:xfrm>
              <a:off x="1033463" y="3395663"/>
              <a:ext cx="296862" cy="419100"/>
            </a:xfrm>
            <a:custGeom>
              <a:avLst/>
              <a:gdLst>
                <a:gd name="T0" fmla="*/ 59 w 187"/>
                <a:gd name="T1" fmla="*/ 264 h 264"/>
                <a:gd name="T2" fmla="*/ 0 w 187"/>
                <a:gd name="T3" fmla="*/ 233 h 264"/>
                <a:gd name="T4" fmla="*/ 127 w 187"/>
                <a:gd name="T5" fmla="*/ 0 h 264"/>
                <a:gd name="T6" fmla="*/ 187 w 187"/>
                <a:gd name="T7" fmla="*/ 37 h 264"/>
                <a:gd name="T8" fmla="*/ 59 w 187"/>
                <a:gd name="T9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264">
                  <a:moveTo>
                    <a:pt x="59" y="264"/>
                  </a:moveTo>
                  <a:lnTo>
                    <a:pt x="0" y="233"/>
                  </a:lnTo>
                  <a:lnTo>
                    <a:pt x="127" y="0"/>
                  </a:lnTo>
                  <a:lnTo>
                    <a:pt x="187" y="37"/>
                  </a:lnTo>
                  <a:lnTo>
                    <a:pt x="59" y="264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" name="Freeform 1028"/>
            <p:cNvSpPr/>
            <p:nvPr/>
          </p:nvSpPr>
          <p:spPr bwMode="auto">
            <a:xfrm>
              <a:off x="831851" y="2182813"/>
              <a:ext cx="1544637" cy="1546225"/>
            </a:xfrm>
            <a:custGeom>
              <a:avLst/>
              <a:gdLst>
                <a:gd name="T0" fmla="*/ 189 w 214"/>
                <a:gd name="T1" fmla="*/ 152 h 214"/>
                <a:gd name="T2" fmla="*/ 61 w 214"/>
                <a:gd name="T3" fmla="*/ 189 h 214"/>
                <a:gd name="T4" fmla="*/ 25 w 214"/>
                <a:gd name="T5" fmla="*/ 61 h 214"/>
                <a:gd name="T6" fmla="*/ 152 w 214"/>
                <a:gd name="T7" fmla="*/ 25 h 214"/>
                <a:gd name="T8" fmla="*/ 189 w 214"/>
                <a:gd name="T9" fmla="*/ 152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214">
                  <a:moveTo>
                    <a:pt x="189" y="152"/>
                  </a:moveTo>
                  <a:cubicBezTo>
                    <a:pt x="164" y="197"/>
                    <a:pt x="107" y="214"/>
                    <a:pt x="61" y="189"/>
                  </a:cubicBezTo>
                  <a:cubicBezTo>
                    <a:pt x="16" y="164"/>
                    <a:pt x="0" y="107"/>
                    <a:pt x="25" y="61"/>
                  </a:cubicBezTo>
                  <a:cubicBezTo>
                    <a:pt x="49" y="16"/>
                    <a:pt x="106" y="0"/>
                    <a:pt x="152" y="25"/>
                  </a:cubicBezTo>
                  <a:cubicBezTo>
                    <a:pt x="197" y="50"/>
                    <a:pt x="214" y="106"/>
                    <a:pt x="189" y="152"/>
                  </a:cubicBezTo>
                  <a:close/>
                </a:path>
              </a:pathLst>
            </a:custGeom>
            <a:solidFill>
              <a:srgbClr val="4B7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Freeform 1029"/>
            <p:cNvSpPr/>
            <p:nvPr/>
          </p:nvSpPr>
          <p:spPr bwMode="auto">
            <a:xfrm>
              <a:off x="982663" y="2333625"/>
              <a:ext cx="1235075" cy="1236663"/>
            </a:xfrm>
            <a:custGeom>
              <a:avLst/>
              <a:gdLst>
                <a:gd name="T0" fmla="*/ 151 w 171"/>
                <a:gd name="T1" fmla="*/ 122 h 171"/>
                <a:gd name="T2" fmla="*/ 49 w 171"/>
                <a:gd name="T3" fmla="*/ 151 h 171"/>
                <a:gd name="T4" fmla="*/ 20 w 171"/>
                <a:gd name="T5" fmla="*/ 49 h 171"/>
                <a:gd name="T6" fmla="*/ 122 w 171"/>
                <a:gd name="T7" fmla="*/ 20 h 171"/>
                <a:gd name="T8" fmla="*/ 151 w 171"/>
                <a:gd name="T9" fmla="*/ 12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171">
                  <a:moveTo>
                    <a:pt x="151" y="122"/>
                  </a:moveTo>
                  <a:cubicBezTo>
                    <a:pt x="131" y="158"/>
                    <a:pt x="86" y="171"/>
                    <a:pt x="49" y="151"/>
                  </a:cubicBezTo>
                  <a:cubicBezTo>
                    <a:pt x="13" y="131"/>
                    <a:pt x="0" y="86"/>
                    <a:pt x="20" y="49"/>
                  </a:cubicBezTo>
                  <a:cubicBezTo>
                    <a:pt x="40" y="13"/>
                    <a:pt x="85" y="0"/>
                    <a:pt x="122" y="20"/>
                  </a:cubicBezTo>
                  <a:cubicBezTo>
                    <a:pt x="158" y="40"/>
                    <a:pt x="171" y="86"/>
                    <a:pt x="151" y="122"/>
                  </a:cubicBezTo>
                  <a:close/>
                </a:path>
              </a:pathLst>
            </a:custGeom>
            <a:solidFill>
              <a:srgbClr val="4C4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" name="Freeform 1030"/>
            <p:cNvSpPr/>
            <p:nvPr/>
          </p:nvSpPr>
          <p:spPr bwMode="auto">
            <a:xfrm>
              <a:off x="1033463" y="2384425"/>
              <a:ext cx="1139825" cy="1141413"/>
            </a:xfrm>
            <a:custGeom>
              <a:avLst/>
              <a:gdLst>
                <a:gd name="T0" fmla="*/ 139 w 158"/>
                <a:gd name="T1" fmla="*/ 112 h 158"/>
                <a:gd name="T2" fmla="*/ 45 w 158"/>
                <a:gd name="T3" fmla="*/ 139 h 158"/>
                <a:gd name="T4" fmla="*/ 18 w 158"/>
                <a:gd name="T5" fmla="*/ 45 h 158"/>
                <a:gd name="T6" fmla="*/ 112 w 158"/>
                <a:gd name="T7" fmla="*/ 18 h 158"/>
                <a:gd name="T8" fmla="*/ 139 w 158"/>
                <a:gd name="T9" fmla="*/ 11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158">
                  <a:moveTo>
                    <a:pt x="139" y="112"/>
                  </a:moveTo>
                  <a:cubicBezTo>
                    <a:pt x="121" y="145"/>
                    <a:pt x="79" y="158"/>
                    <a:pt x="45" y="139"/>
                  </a:cubicBezTo>
                  <a:cubicBezTo>
                    <a:pt x="12" y="121"/>
                    <a:pt x="0" y="79"/>
                    <a:pt x="18" y="45"/>
                  </a:cubicBezTo>
                  <a:cubicBezTo>
                    <a:pt x="36" y="12"/>
                    <a:pt x="78" y="0"/>
                    <a:pt x="112" y="18"/>
                  </a:cubicBezTo>
                  <a:cubicBezTo>
                    <a:pt x="145" y="36"/>
                    <a:pt x="158" y="79"/>
                    <a:pt x="139" y="112"/>
                  </a:cubicBezTo>
                  <a:close/>
                </a:path>
              </a:pathLst>
            </a:cu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Freeform 1031"/>
            <p:cNvSpPr/>
            <p:nvPr/>
          </p:nvSpPr>
          <p:spPr bwMode="auto">
            <a:xfrm>
              <a:off x="1106488" y="2457450"/>
              <a:ext cx="987425" cy="989013"/>
            </a:xfrm>
            <a:custGeom>
              <a:avLst/>
              <a:gdLst>
                <a:gd name="T0" fmla="*/ 121 w 137"/>
                <a:gd name="T1" fmla="*/ 98 h 137"/>
                <a:gd name="T2" fmla="*/ 40 w 137"/>
                <a:gd name="T3" fmla="*/ 121 h 137"/>
                <a:gd name="T4" fmla="*/ 16 w 137"/>
                <a:gd name="T5" fmla="*/ 40 h 137"/>
                <a:gd name="T6" fmla="*/ 97 w 137"/>
                <a:gd name="T7" fmla="*/ 16 h 137"/>
                <a:gd name="T8" fmla="*/ 121 w 137"/>
                <a:gd name="T9" fmla="*/ 9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" h="137">
                  <a:moveTo>
                    <a:pt x="121" y="98"/>
                  </a:moveTo>
                  <a:cubicBezTo>
                    <a:pt x="105" y="127"/>
                    <a:pt x="69" y="137"/>
                    <a:pt x="40" y="121"/>
                  </a:cubicBezTo>
                  <a:cubicBezTo>
                    <a:pt x="11" y="105"/>
                    <a:pt x="0" y="69"/>
                    <a:pt x="16" y="40"/>
                  </a:cubicBezTo>
                  <a:cubicBezTo>
                    <a:pt x="32" y="11"/>
                    <a:pt x="68" y="0"/>
                    <a:pt x="97" y="16"/>
                  </a:cubicBezTo>
                  <a:cubicBezTo>
                    <a:pt x="126" y="32"/>
                    <a:pt x="137" y="69"/>
                    <a:pt x="121" y="98"/>
                  </a:cubicBez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Freeform 1032"/>
            <p:cNvSpPr/>
            <p:nvPr/>
          </p:nvSpPr>
          <p:spPr bwMode="auto">
            <a:xfrm>
              <a:off x="1697038" y="2644775"/>
              <a:ext cx="317500" cy="506413"/>
            </a:xfrm>
            <a:custGeom>
              <a:avLst/>
              <a:gdLst>
                <a:gd name="T0" fmla="*/ 20 w 44"/>
                <a:gd name="T1" fmla="*/ 67 h 70"/>
                <a:gd name="T2" fmla="*/ 16 w 44"/>
                <a:gd name="T3" fmla="*/ 55 h 70"/>
                <a:gd name="T4" fmla="*/ 6 w 44"/>
                <a:gd name="T5" fmla="*/ 18 h 70"/>
                <a:gd name="T6" fmla="*/ 2 w 44"/>
                <a:gd name="T7" fmla="*/ 5 h 70"/>
                <a:gd name="T8" fmla="*/ 14 w 44"/>
                <a:gd name="T9" fmla="*/ 2 h 70"/>
                <a:gd name="T10" fmla="*/ 32 w 44"/>
                <a:gd name="T11" fmla="*/ 64 h 70"/>
                <a:gd name="T12" fmla="*/ 20 w 44"/>
                <a:gd name="T13" fmla="*/ 6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70">
                  <a:moveTo>
                    <a:pt x="20" y="67"/>
                  </a:moveTo>
                  <a:cubicBezTo>
                    <a:pt x="16" y="65"/>
                    <a:pt x="14" y="59"/>
                    <a:pt x="16" y="55"/>
                  </a:cubicBezTo>
                  <a:cubicBezTo>
                    <a:pt x="24" y="42"/>
                    <a:pt x="19" y="25"/>
                    <a:pt x="6" y="18"/>
                  </a:cubicBezTo>
                  <a:cubicBezTo>
                    <a:pt x="1" y="15"/>
                    <a:pt x="0" y="10"/>
                    <a:pt x="2" y="5"/>
                  </a:cubicBezTo>
                  <a:cubicBezTo>
                    <a:pt x="4" y="1"/>
                    <a:pt x="10" y="0"/>
                    <a:pt x="14" y="2"/>
                  </a:cubicBezTo>
                  <a:cubicBezTo>
                    <a:pt x="36" y="14"/>
                    <a:pt x="44" y="42"/>
                    <a:pt x="32" y="64"/>
                  </a:cubicBezTo>
                  <a:cubicBezTo>
                    <a:pt x="30" y="68"/>
                    <a:pt x="24" y="70"/>
                    <a:pt x="20" y="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" name="Freeform 1033"/>
            <p:cNvSpPr/>
            <p:nvPr/>
          </p:nvSpPr>
          <p:spPr bwMode="auto">
            <a:xfrm>
              <a:off x="1712913" y="3143250"/>
              <a:ext cx="142875" cy="144463"/>
            </a:xfrm>
            <a:custGeom>
              <a:avLst/>
              <a:gdLst>
                <a:gd name="T0" fmla="*/ 17 w 20"/>
                <a:gd name="T1" fmla="*/ 14 h 20"/>
                <a:gd name="T2" fmla="*/ 6 w 20"/>
                <a:gd name="T3" fmla="*/ 17 h 20"/>
                <a:gd name="T4" fmla="*/ 2 w 20"/>
                <a:gd name="T5" fmla="*/ 6 h 20"/>
                <a:gd name="T6" fmla="*/ 14 w 20"/>
                <a:gd name="T7" fmla="*/ 2 h 20"/>
                <a:gd name="T8" fmla="*/ 17 w 20"/>
                <a:gd name="T9" fmla="*/ 1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0">
                  <a:moveTo>
                    <a:pt x="17" y="14"/>
                  </a:moveTo>
                  <a:cubicBezTo>
                    <a:pt x="15" y="18"/>
                    <a:pt x="10" y="20"/>
                    <a:pt x="6" y="17"/>
                  </a:cubicBezTo>
                  <a:cubicBezTo>
                    <a:pt x="2" y="15"/>
                    <a:pt x="0" y="10"/>
                    <a:pt x="2" y="6"/>
                  </a:cubicBezTo>
                  <a:cubicBezTo>
                    <a:pt x="5" y="1"/>
                    <a:pt x="10" y="0"/>
                    <a:pt x="14" y="2"/>
                  </a:cubicBezTo>
                  <a:cubicBezTo>
                    <a:pt x="18" y="5"/>
                    <a:pt x="20" y="10"/>
                    <a:pt x="17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Freeform 1034"/>
            <p:cNvSpPr/>
            <p:nvPr/>
          </p:nvSpPr>
          <p:spPr bwMode="auto">
            <a:xfrm>
              <a:off x="449263" y="3641725"/>
              <a:ext cx="909637" cy="1149350"/>
            </a:xfrm>
            <a:custGeom>
              <a:avLst/>
              <a:gdLst>
                <a:gd name="T0" fmla="*/ 250 w 573"/>
                <a:gd name="T1" fmla="*/ 724 h 724"/>
                <a:gd name="T2" fmla="*/ 0 w 573"/>
                <a:gd name="T3" fmla="*/ 587 h 724"/>
                <a:gd name="T4" fmla="*/ 323 w 573"/>
                <a:gd name="T5" fmla="*/ 0 h 724"/>
                <a:gd name="T6" fmla="*/ 573 w 573"/>
                <a:gd name="T7" fmla="*/ 137 h 724"/>
                <a:gd name="T8" fmla="*/ 250 w 573"/>
                <a:gd name="T9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3" h="724">
                  <a:moveTo>
                    <a:pt x="250" y="724"/>
                  </a:moveTo>
                  <a:lnTo>
                    <a:pt x="0" y="587"/>
                  </a:lnTo>
                  <a:lnTo>
                    <a:pt x="323" y="0"/>
                  </a:lnTo>
                  <a:lnTo>
                    <a:pt x="573" y="137"/>
                  </a:lnTo>
                  <a:lnTo>
                    <a:pt x="250" y="724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Freeform 1035"/>
            <p:cNvSpPr/>
            <p:nvPr/>
          </p:nvSpPr>
          <p:spPr bwMode="auto">
            <a:xfrm>
              <a:off x="449263" y="3641725"/>
              <a:ext cx="722312" cy="1047750"/>
            </a:xfrm>
            <a:custGeom>
              <a:avLst/>
              <a:gdLst>
                <a:gd name="T0" fmla="*/ 132 w 455"/>
                <a:gd name="T1" fmla="*/ 660 h 660"/>
                <a:gd name="T2" fmla="*/ 0 w 455"/>
                <a:gd name="T3" fmla="*/ 587 h 660"/>
                <a:gd name="T4" fmla="*/ 323 w 455"/>
                <a:gd name="T5" fmla="*/ 0 h 660"/>
                <a:gd name="T6" fmla="*/ 455 w 455"/>
                <a:gd name="T7" fmla="*/ 73 h 660"/>
                <a:gd name="T8" fmla="*/ 132 w 455"/>
                <a:gd name="T9" fmla="*/ 66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5" h="660">
                  <a:moveTo>
                    <a:pt x="132" y="660"/>
                  </a:moveTo>
                  <a:lnTo>
                    <a:pt x="0" y="587"/>
                  </a:lnTo>
                  <a:lnTo>
                    <a:pt x="323" y="0"/>
                  </a:lnTo>
                  <a:lnTo>
                    <a:pt x="455" y="73"/>
                  </a:lnTo>
                  <a:lnTo>
                    <a:pt x="132" y="660"/>
                  </a:lnTo>
                  <a:close/>
                </a:path>
              </a:pathLst>
            </a:custGeom>
            <a:solidFill>
              <a:srgbClr val="E17A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" name="Freeform 1036"/>
            <p:cNvSpPr/>
            <p:nvPr/>
          </p:nvSpPr>
          <p:spPr bwMode="auto">
            <a:xfrm>
              <a:off x="874713" y="3641725"/>
              <a:ext cx="484187" cy="376238"/>
            </a:xfrm>
            <a:custGeom>
              <a:avLst/>
              <a:gdLst>
                <a:gd name="T0" fmla="*/ 250 w 305"/>
                <a:gd name="T1" fmla="*/ 237 h 237"/>
                <a:gd name="T2" fmla="*/ 0 w 305"/>
                <a:gd name="T3" fmla="*/ 100 h 237"/>
                <a:gd name="T4" fmla="*/ 55 w 305"/>
                <a:gd name="T5" fmla="*/ 0 h 237"/>
                <a:gd name="T6" fmla="*/ 305 w 305"/>
                <a:gd name="T7" fmla="*/ 137 h 237"/>
                <a:gd name="T8" fmla="*/ 250 w 305"/>
                <a:gd name="T9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5" h="237">
                  <a:moveTo>
                    <a:pt x="250" y="237"/>
                  </a:moveTo>
                  <a:lnTo>
                    <a:pt x="0" y="100"/>
                  </a:lnTo>
                  <a:lnTo>
                    <a:pt x="55" y="0"/>
                  </a:lnTo>
                  <a:lnTo>
                    <a:pt x="305" y="137"/>
                  </a:lnTo>
                  <a:lnTo>
                    <a:pt x="250" y="237"/>
                  </a:ln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" name="Freeform 1037"/>
            <p:cNvSpPr/>
            <p:nvPr/>
          </p:nvSpPr>
          <p:spPr bwMode="auto">
            <a:xfrm>
              <a:off x="874713" y="3641725"/>
              <a:ext cx="296862" cy="274638"/>
            </a:xfrm>
            <a:custGeom>
              <a:avLst/>
              <a:gdLst>
                <a:gd name="T0" fmla="*/ 132 w 187"/>
                <a:gd name="T1" fmla="*/ 173 h 173"/>
                <a:gd name="T2" fmla="*/ 0 w 187"/>
                <a:gd name="T3" fmla="*/ 100 h 173"/>
                <a:gd name="T4" fmla="*/ 55 w 187"/>
                <a:gd name="T5" fmla="*/ 0 h 173"/>
                <a:gd name="T6" fmla="*/ 187 w 187"/>
                <a:gd name="T7" fmla="*/ 73 h 173"/>
                <a:gd name="T8" fmla="*/ 132 w 187"/>
                <a:gd name="T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173">
                  <a:moveTo>
                    <a:pt x="132" y="173"/>
                  </a:moveTo>
                  <a:lnTo>
                    <a:pt x="0" y="100"/>
                  </a:lnTo>
                  <a:lnTo>
                    <a:pt x="55" y="0"/>
                  </a:lnTo>
                  <a:lnTo>
                    <a:pt x="187" y="73"/>
                  </a:lnTo>
                  <a:lnTo>
                    <a:pt x="132" y="173"/>
                  </a:lnTo>
                  <a:close/>
                </a:path>
              </a:pathLst>
            </a:cu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" name="Freeform 1038"/>
            <p:cNvSpPr/>
            <p:nvPr/>
          </p:nvSpPr>
          <p:spPr bwMode="auto">
            <a:xfrm>
              <a:off x="420688" y="4522788"/>
              <a:ext cx="454025" cy="325438"/>
            </a:xfrm>
            <a:custGeom>
              <a:avLst/>
              <a:gdLst>
                <a:gd name="T0" fmla="*/ 245 w 286"/>
                <a:gd name="T1" fmla="*/ 205 h 205"/>
                <a:gd name="T2" fmla="*/ 0 w 286"/>
                <a:gd name="T3" fmla="*/ 69 h 205"/>
                <a:gd name="T4" fmla="*/ 36 w 286"/>
                <a:gd name="T5" fmla="*/ 0 h 205"/>
                <a:gd name="T6" fmla="*/ 286 w 286"/>
                <a:gd name="T7" fmla="*/ 137 h 205"/>
                <a:gd name="T8" fmla="*/ 245 w 286"/>
                <a:gd name="T9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6" h="205">
                  <a:moveTo>
                    <a:pt x="245" y="205"/>
                  </a:moveTo>
                  <a:lnTo>
                    <a:pt x="0" y="69"/>
                  </a:lnTo>
                  <a:lnTo>
                    <a:pt x="36" y="0"/>
                  </a:lnTo>
                  <a:lnTo>
                    <a:pt x="286" y="137"/>
                  </a:lnTo>
                  <a:lnTo>
                    <a:pt x="245" y="205"/>
                  </a:ln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Freeform 1039"/>
            <p:cNvSpPr/>
            <p:nvPr/>
          </p:nvSpPr>
          <p:spPr bwMode="auto">
            <a:xfrm>
              <a:off x="420688" y="4522788"/>
              <a:ext cx="258762" cy="225425"/>
            </a:xfrm>
            <a:custGeom>
              <a:avLst/>
              <a:gdLst>
                <a:gd name="T0" fmla="*/ 127 w 163"/>
                <a:gd name="T1" fmla="*/ 142 h 142"/>
                <a:gd name="T2" fmla="*/ 0 w 163"/>
                <a:gd name="T3" fmla="*/ 69 h 142"/>
                <a:gd name="T4" fmla="*/ 36 w 163"/>
                <a:gd name="T5" fmla="*/ 0 h 142"/>
                <a:gd name="T6" fmla="*/ 163 w 163"/>
                <a:gd name="T7" fmla="*/ 73 h 142"/>
                <a:gd name="T8" fmla="*/ 127 w 163"/>
                <a:gd name="T9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42">
                  <a:moveTo>
                    <a:pt x="127" y="142"/>
                  </a:moveTo>
                  <a:lnTo>
                    <a:pt x="0" y="69"/>
                  </a:lnTo>
                  <a:lnTo>
                    <a:pt x="36" y="0"/>
                  </a:lnTo>
                  <a:lnTo>
                    <a:pt x="163" y="73"/>
                  </a:lnTo>
                  <a:lnTo>
                    <a:pt x="127" y="142"/>
                  </a:lnTo>
                  <a:close/>
                </a:path>
              </a:pathLst>
            </a:cu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" name="Freeform 1090"/>
            <p:cNvSpPr/>
            <p:nvPr/>
          </p:nvSpPr>
          <p:spPr bwMode="auto">
            <a:xfrm>
              <a:off x="1928813" y="3071813"/>
              <a:ext cx="195262" cy="187325"/>
            </a:xfrm>
            <a:custGeom>
              <a:avLst/>
              <a:gdLst>
                <a:gd name="T0" fmla="*/ 14 w 27"/>
                <a:gd name="T1" fmla="*/ 1 h 26"/>
                <a:gd name="T2" fmla="*/ 18 w 27"/>
                <a:gd name="T3" fmla="*/ 6 h 26"/>
                <a:gd name="T4" fmla="*/ 19 w 27"/>
                <a:gd name="T5" fmla="*/ 7 h 26"/>
                <a:gd name="T6" fmla="*/ 25 w 27"/>
                <a:gd name="T7" fmla="*/ 7 h 26"/>
                <a:gd name="T8" fmla="*/ 26 w 27"/>
                <a:gd name="T9" fmla="*/ 10 h 26"/>
                <a:gd name="T10" fmla="*/ 22 w 27"/>
                <a:gd name="T11" fmla="*/ 15 h 26"/>
                <a:gd name="T12" fmla="*/ 22 w 27"/>
                <a:gd name="T13" fmla="*/ 16 h 26"/>
                <a:gd name="T14" fmla="*/ 24 w 27"/>
                <a:gd name="T15" fmla="*/ 22 h 26"/>
                <a:gd name="T16" fmla="*/ 21 w 27"/>
                <a:gd name="T17" fmla="*/ 24 h 26"/>
                <a:gd name="T18" fmla="*/ 16 w 27"/>
                <a:gd name="T19" fmla="*/ 22 h 26"/>
                <a:gd name="T20" fmla="*/ 14 w 27"/>
                <a:gd name="T21" fmla="*/ 22 h 26"/>
                <a:gd name="T22" fmla="*/ 9 w 27"/>
                <a:gd name="T23" fmla="*/ 25 h 26"/>
                <a:gd name="T24" fmla="*/ 6 w 27"/>
                <a:gd name="T25" fmla="*/ 24 h 26"/>
                <a:gd name="T26" fmla="*/ 7 w 27"/>
                <a:gd name="T27" fmla="*/ 18 h 26"/>
                <a:gd name="T28" fmla="*/ 6 w 27"/>
                <a:gd name="T29" fmla="*/ 16 h 26"/>
                <a:gd name="T30" fmla="*/ 1 w 27"/>
                <a:gd name="T31" fmla="*/ 12 h 26"/>
                <a:gd name="T32" fmla="*/ 2 w 27"/>
                <a:gd name="T33" fmla="*/ 9 h 26"/>
                <a:gd name="T34" fmla="*/ 8 w 27"/>
                <a:gd name="T35" fmla="*/ 8 h 26"/>
                <a:gd name="T36" fmla="*/ 9 w 27"/>
                <a:gd name="T37" fmla="*/ 7 h 26"/>
                <a:gd name="T38" fmla="*/ 11 w 27"/>
                <a:gd name="T39" fmla="*/ 1 h 26"/>
                <a:gd name="T40" fmla="*/ 14 w 27"/>
                <a:gd name="T41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7" h="26">
                  <a:moveTo>
                    <a:pt x="14" y="1"/>
                  </a:move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7"/>
                    <a:pt x="19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7" y="7"/>
                    <a:pt x="27" y="9"/>
                    <a:pt x="26" y="1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6"/>
                    <a:pt x="22" y="16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4"/>
                    <a:pt x="23" y="25"/>
                    <a:pt x="21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6"/>
                    <a:pt x="6" y="25"/>
                    <a:pt x="6" y="24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7"/>
                    <a:pt x="6" y="17"/>
                    <a:pt x="6" y="16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0"/>
                    <a:pt x="2" y="9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9" y="7"/>
                    <a:pt x="9" y="7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0"/>
                    <a:pt x="14" y="0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5" name="Freeform 914"/>
          <p:cNvSpPr/>
          <p:nvPr/>
        </p:nvSpPr>
        <p:spPr bwMode="auto">
          <a:xfrm>
            <a:off x="3803637" y="5760156"/>
            <a:ext cx="223837" cy="223838"/>
          </a:xfrm>
          <a:custGeom>
            <a:avLst/>
            <a:gdLst>
              <a:gd name="T0" fmla="*/ 11 w 31"/>
              <a:gd name="T1" fmla="*/ 9 h 31"/>
              <a:gd name="T2" fmla="*/ 13 w 31"/>
              <a:gd name="T3" fmla="*/ 2 h 31"/>
              <a:gd name="T4" fmla="*/ 17 w 31"/>
              <a:gd name="T5" fmla="*/ 2 h 31"/>
              <a:gd name="T6" fmla="*/ 19 w 31"/>
              <a:gd name="T7" fmla="*/ 9 h 31"/>
              <a:gd name="T8" fmla="*/ 21 w 31"/>
              <a:gd name="T9" fmla="*/ 11 h 31"/>
              <a:gd name="T10" fmla="*/ 29 w 31"/>
              <a:gd name="T11" fmla="*/ 13 h 31"/>
              <a:gd name="T12" fmla="*/ 29 w 31"/>
              <a:gd name="T13" fmla="*/ 17 h 31"/>
              <a:gd name="T14" fmla="*/ 21 w 31"/>
              <a:gd name="T15" fmla="*/ 19 h 31"/>
              <a:gd name="T16" fmla="*/ 19 w 31"/>
              <a:gd name="T17" fmla="*/ 21 h 31"/>
              <a:gd name="T18" fmla="*/ 17 w 31"/>
              <a:gd name="T19" fmla="*/ 29 h 31"/>
              <a:gd name="T20" fmla="*/ 13 w 31"/>
              <a:gd name="T21" fmla="*/ 29 h 31"/>
              <a:gd name="T22" fmla="*/ 11 w 31"/>
              <a:gd name="T23" fmla="*/ 21 h 31"/>
              <a:gd name="T24" fmla="*/ 9 w 31"/>
              <a:gd name="T25" fmla="*/ 19 h 31"/>
              <a:gd name="T26" fmla="*/ 2 w 31"/>
              <a:gd name="T27" fmla="*/ 17 h 31"/>
              <a:gd name="T28" fmla="*/ 2 w 31"/>
              <a:gd name="T29" fmla="*/ 13 h 31"/>
              <a:gd name="T30" fmla="*/ 9 w 31"/>
              <a:gd name="T31" fmla="*/ 11 h 31"/>
              <a:gd name="T32" fmla="*/ 11 w 31"/>
              <a:gd name="T33" fmla="*/ 9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1" h="31">
                <a:moveTo>
                  <a:pt x="11" y="9"/>
                </a:moveTo>
                <a:cubicBezTo>
                  <a:pt x="13" y="2"/>
                  <a:pt x="13" y="2"/>
                  <a:pt x="13" y="2"/>
                </a:cubicBezTo>
                <a:cubicBezTo>
                  <a:pt x="14" y="0"/>
                  <a:pt x="17" y="0"/>
                  <a:pt x="17" y="2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10"/>
                  <a:pt x="20" y="11"/>
                  <a:pt x="21" y="11"/>
                </a:cubicBezTo>
                <a:cubicBezTo>
                  <a:pt x="29" y="13"/>
                  <a:pt x="29" y="13"/>
                  <a:pt x="29" y="13"/>
                </a:cubicBezTo>
                <a:cubicBezTo>
                  <a:pt x="31" y="14"/>
                  <a:pt x="31" y="17"/>
                  <a:pt x="29" y="17"/>
                </a:cubicBezTo>
                <a:cubicBezTo>
                  <a:pt x="21" y="19"/>
                  <a:pt x="21" y="19"/>
                  <a:pt x="21" y="19"/>
                </a:cubicBezTo>
                <a:cubicBezTo>
                  <a:pt x="20" y="20"/>
                  <a:pt x="20" y="20"/>
                  <a:pt x="19" y="21"/>
                </a:cubicBezTo>
                <a:cubicBezTo>
                  <a:pt x="17" y="29"/>
                  <a:pt x="17" y="29"/>
                  <a:pt x="17" y="29"/>
                </a:cubicBezTo>
                <a:cubicBezTo>
                  <a:pt x="17" y="31"/>
                  <a:pt x="14" y="31"/>
                  <a:pt x="13" y="29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0"/>
                  <a:pt x="10" y="20"/>
                  <a:pt x="9" y="19"/>
                </a:cubicBezTo>
                <a:cubicBezTo>
                  <a:pt x="2" y="17"/>
                  <a:pt x="2" y="17"/>
                  <a:pt x="2" y="17"/>
                </a:cubicBezTo>
                <a:cubicBezTo>
                  <a:pt x="0" y="17"/>
                  <a:pt x="0" y="14"/>
                  <a:pt x="2" y="13"/>
                </a:cubicBezTo>
                <a:cubicBezTo>
                  <a:pt x="9" y="11"/>
                  <a:pt x="9" y="11"/>
                  <a:pt x="9" y="11"/>
                </a:cubicBezTo>
                <a:cubicBezTo>
                  <a:pt x="10" y="11"/>
                  <a:pt x="11" y="10"/>
                  <a:pt x="11" y="9"/>
                </a:cubicBezTo>
                <a:close/>
              </a:path>
            </a:pathLst>
          </a:custGeom>
          <a:solidFill>
            <a:srgbClr val="F488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Freeform 1081"/>
          <p:cNvSpPr/>
          <p:nvPr/>
        </p:nvSpPr>
        <p:spPr bwMode="auto">
          <a:xfrm>
            <a:off x="1174597" y="3224778"/>
            <a:ext cx="433387" cy="447675"/>
          </a:xfrm>
          <a:custGeom>
            <a:avLst/>
            <a:gdLst>
              <a:gd name="T0" fmla="*/ 42 w 60"/>
              <a:gd name="T1" fmla="*/ 5 h 62"/>
              <a:gd name="T2" fmla="*/ 43 w 60"/>
              <a:gd name="T3" fmla="*/ 19 h 62"/>
              <a:gd name="T4" fmla="*/ 45 w 60"/>
              <a:gd name="T5" fmla="*/ 22 h 62"/>
              <a:gd name="T6" fmla="*/ 57 w 60"/>
              <a:gd name="T7" fmla="*/ 29 h 62"/>
              <a:gd name="T8" fmla="*/ 56 w 60"/>
              <a:gd name="T9" fmla="*/ 36 h 62"/>
              <a:gd name="T10" fmla="*/ 44 w 60"/>
              <a:gd name="T11" fmla="*/ 41 h 62"/>
              <a:gd name="T12" fmla="*/ 41 w 60"/>
              <a:gd name="T13" fmla="*/ 44 h 62"/>
              <a:gd name="T14" fmla="*/ 38 w 60"/>
              <a:gd name="T15" fmla="*/ 57 h 62"/>
              <a:gd name="T16" fmla="*/ 32 w 60"/>
              <a:gd name="T17" fmla="*/ 59 h 62"/>
              <a:gd name="T18" fmla="*/ 23 w 60"/>
              <a:gd name="T19" fmla="*/ 49 h 62"/>
              <a:gd name="T20" fmla="*/ 19 w 60"/>
              <a:gd name="T21" fmla="*/ 47 h 62"/>
              <a:gd name="T22" fmla="*/ 5 w 60"/>
              <a:gd name="T23" fmla="*/ 49 h 62"/>
              <a:gd name="T24" fmla="*/ 2 w 60"/>
              <a:gd name="T25" fmla="*/ 43 h 62"/>
              <a:gd name="T26" fmla="*/ 9 w 60"/>
              <a:gd name="T27" fmla="*/ 31 h 62"/>
              <a:gd name="T28" fmla="*/ 9 w 60"/>
              <a:gd name="T29" fmla="*/ 27 h 62"/>
              <a:gd name="T30" fmla="*/ 3 w 60"/>
              <a:gd name="T31" fmla="*/ 14 h 62"/>
              <a:gd name="T32" fmla="*/ 8 w 60"/>
              <a:gd name="T33" fmla="*/ 9 h 62"/>
              <a:gd name="T34" fmla="*/ 21 w 60"/>
              <a:gd name="T35" fmla="*/ 12 h 62"/>
              <a:gd name="T36" fmla="*/ 25 w 60"/>
              <a:gd name="T37" fmla="*/ 11 h 62"/>
              <a:gd name="T38" fmla="*/ 35 w 60"/>
              <a:gd name="T39" fmla="*/ 2 h 62"/>
              <a:gd name="T40" fmla="*/ 42 w 60"/>
              <a:gd name="T41" fmla="*/ 5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0" h="62">
                <a:moveTo>
                  <a:pt x="42" y="5"/>
                </a:moveTo>
                <a:cubicBezTo>
                  <a:pt x="43" y="19"/>
                  <a:pt x="43" y="19"/>
                  <a:pt x="43" y="19"/>
                </a:cubicBezTo>
                <a:cubicBezTo>
                  <a:pt x="43" y="20"/>
                  <a:pt x="44" y="21"/>
                  <a:pt x="45" y="22"/>
                </a:cubicBezTo>
                <a:cubicBezTo>
                  <a:pt x="57" y="29"/>
                  <a:pt x="57" y="29"/>
                  <a:pt x="57" y="29"/>
                </a:cubicBezTo>
                <a:cubicBezTo>
                  <a:pt x="60" y="30"/>
                  <a:pt x="59" y="34"/>
                  <a:pt x="56" y="36"/>
                </a:cubicBezTo>
                <a:cubicBezTo>
                  <a:pt x="44" y="41"/>
                  <a:pt x="44" y="41"/>
                  <a:pt x="44" y="41"/>
                </a:cubicBezTo>
                <a:cubicBezTo>
                  <a:pt x="42" y="42"/>
                  <a:pt x="42" y="43"/>
                  <a:pt x="41" y="44"/>
                </a:cubicBezTo>
                <a:cubicBezTo>
                  <a:pt x="38" y="57"/>
                  <a:pt x="38" y="57"/>
                  <a:pt x="38" y="57"/>
                </a:cubicBezTo>
                <a:cubicBezTo>
                  <a:pt x="38" y="61"/>
                  <a:pt x="34" y="62"/>
                  <a:pt x="32" y="59"/>
                </a:cubicBezTo>
                <a:cubicBezTo>
                  <a:pt x="23" y="49"/>
                  <a:pt x="23" y="49"/>
                  <a:pt x="23" y="49"/>
                </a:cubicBezTo>
                <a:cubicBezTo>
                  <a:pt x="22" y="48"/>
                  <a:pt x="20" y="47"/>
                  <a:pt x="19" y="47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6"/>
                  <a:pt x="2" y="43"/>
                </a:cubicBezTo>
                <a:cubicBezTo>
                  <a:pt x="9" y="31"/>
                  <a:pt x="9" y="31"/>
                  <a:pt x="9" y="31"/>
                </a:cubicBezTo>
                <a:cubicBezTo>
                  <a:pt x="9" y="30"/>
                  <a:pt x="10" y="28"/>
                  <a:pt x="9" y="27"/>
                </a:cubicBezTo>
                <a:cubicBezTo>
                  <a:pt x="3" y="14"/>
                  <a:pt x="3" y="14"/>
                  <a:pt x="3" y="14"/>
                </a:cubicBezTo>
                <a:cubicBezTo>
                  <a:pt x="2" y="12"/>
                  <a:pt x="5" y="8"/>
                  <a:pt x="8" y="9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3"/>
                  <a:pt x="24" y="12"/>
                  <a:pt x="25" y="11"/>
                </a:cubicBezTo>
                <a:cubicBezTo>
                  <a:pt x="35" y="2"/>
                  <a:pt x="35" y="2"/>
                  <a:pt x="35" y="2"/>
                </a:cubicBezTo>
                <a:cubicBezTo>
                  <a:pt x="38" y="0"/>
                  <a:pt x="42" y="2"/>
                  <a:pt x="42" y="5"/>
                </a:cubicBezTo>
                <a:close/>
              </a:path>
            </a:pathLst>
          </a:custGeom>
          <a:solidFill>
            <a:srgbClr val="F2C8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Freeform 1082"/>
          <p:cNvSpPr/>
          <p:nvPr/>
        </p:nvSpPr>
        <p:spPr bwMode="auto">
          <a:xfrm>
            <a:off x="1609712" y="5564893"/>
            <a:ext cx="209550" cy="215900"/>
          </a:xfrm>
          <a:custGeom>
            <a:avLst/>
            <a:gdLst>
              <a:gd name="T0" fmla="*/ 20 w 29"/>
              <a:gd name="T1" fmla="*/ 2 h 30"/>
              <a:gd name="T2" fmla="*/ 21 w 29"/>
              <a:gd name="T3" fmla="*/ 9 h 30"/>
              <a:gd name="T4" fmla="*/ 22 w 29"/>
              <a:gd name="T5" fmla="*/ 11 h 30"/>
              <a:gd name="T6" fmla="*/ 28 w 29"/>
              <a:gd name="T7" fmla="*/ 14 h 30"/>
              <a:gd name="T8" fmla="*/ 27 w 29"/>
              <a:gd name="T9" fmla="*/ 17 h 30"/>
              <a:gd name="T10" fmla="*/ 21 w 29"/>
              <a:gd name="T11" fmla="*/ 20 h 30"/>
              <a:gd name="T12" fmla="*/ 20 w 29"/>
              <a:gd name="T13" fmla="*/ 21 h 30"/>
              <a:gd name="T14" fmla="*/ 19 w 29"/>
              <a:gd name="T15" fmla="*/ 28 h 30"/>
              <a:gd name="T16" fmla="*/ 16 w 29"/>
              <a:gd name="T17" fmla="*/ 28 h 30"/>
              <a:gd name="T18" fmla="*/ 11 w 29"/>
              <a:gd name="T19" fmla="*/ 23 h 30"/>
              <a:gd name="T20" fmla="*/ 10 w 29"/>
              <a:gd name="T21" fmla="*/ 23 h 30"/>
              <a:gd name="T22" fmla="*/ 3 w 29"/>
              <a:gd name="T23" fmla="*/ 23 h 30"/>
              <a:gd name="T24" fmla="*/ 1 w 29"/>
              <a:gd name="T25" fmla="*/ 21 h 30"/>
              <a:gd name="T26" fmla="*/ 5 w 29"/>
              <a:gd name="T27" fmla="*/ 15 h 30"/>
              <a:gd name="T28" fmla="*/ 5 w 29"/>
              <a:gd name="T29" fmla="*/ 13 h 30"/>
              <a:gd name="T30" fmla="*/ 2 w 29"/>
              <a:gd name="T31" fmla="*/ 7 h 30"/>
              <a:gd name="T32" fmla="*/ 4 w 29"/>
              <a:gd name="T33" fmla="*/ 5 h 30"/>
              <a:gd name="T34" fmla="*/ 11 w 29"/>
              <a:gd name="T35" fmla="*/ 6 h 30"/>
              <a:gd name="T36" fmla="*/ 12 w 29"/>
              <a:gd name="T37" fmla="*/ 6 h 30"/>
              <a:gd name="T38" fmla="*/ 17 w 29"/>
              <a:gd name="T39" fmla="*/ 1 h 30"/>
              <a:gd name="T40" fmla="*/ 20 w 29"/>
              <a:gd name="T41" fmla="*/ 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30">
                <a:moveTo>
                  <a:pt x="20" y="2"/>
                </a:moveTo>
                <a:cubicBezTo>
                  <a:pt x="21" y="9"/>
                  <a:pt x="21" y="9"/>
                  <a:pt x="21" y="9"/>
                </a:cubicBezTo>
                <a:cubicBezTo>
                  <a:pt x="21" y="10"/>
                  <a:pt x="21" y="10"/>
                  <a:pt x="22" y="11"/>
                </a:cubicBezTo>
                <a:cubicBezTo>
                  <a:pt x="28" y="14"/>
                  <a:pt x="28" y="14"/>
                  <a:pt x="28" y="14"/>
                </a:cubicBezTo>
                <a:cubicBezTo>
                  <a:pt x="29" y="15"/>
                  <a:pt x="29" y="17"/>
                  <a:pt x="27" y="17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0" y="20"/>
                  <a:pt x="20" y="21"/>
                </a:cubicBezTo>
                <a:cubicBezTo>
                  <a:pt x="19" y="28"/>
                  <a:pt x="19" y="28"/>
                  <a:pt x="19" y="28"/>
                </a:cubicBezTo>
                <a:cubicBezTo>
                  <a:pt x="18" y="29"/>
                  <a:pt x="17" y="30"/>
                  <a:pt x="16" y="28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0" y="23"/>
                  <a:pt x="10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1" y="24"/>
                  <a:pt x="0" y="22"/>
                  <a:pt x="1" y="21"/>
                </a:cubicBezTo>
                <a:cubicBezTo>
                  <a:pt x="5" y="15"/>
                  <a:pt x="5" y="15"/>
                  <a:pt x="5" y="15"/>
                </a:cubicBezTo>
                <a:cubicBezTo>
                  <a:pt x="5" y="14"/>
                  <a:pt x="5" y="14"/>
                  <a:pt x="5" y="13"/>
                </a:cubicBezTo>
                <a:cubicBezTo>
                  <a:pt x="2" y="7"/>
                  <a:pt x="2" y="7"/>
                  <a:pt x="2" y="7"/>
                </a:cubicBezTo>
                <a:cubicBezTo>
                  <a:pt x="1" y="6"/>
                  <a:pt x="3" y="4"/>
                  <a:pt x="4" y="5"/>
                </a:cubicBezTo>
                <a:cubicBezTo>
                  <a:pt x="11" y="6"/>
                  <a:pt x="11" y="6"/>
                  <a:pt x="11" y="6"/>
                </a:cubicBezTo>
                <a:cubicBezTo>
                  <a:pt x="11" y="6"/>
                  <a:pt x="12" y="6"/>
                  <a:pt x="12" y="6"/>
                </a:cubicBezTo>
                <a:cubicBezTo>
                  <a:pt x="17" y="1"/>
                  <a:pt x="17" y="1"/>
                  <a:pt x="17" y="1"/>
                </a:cubicBezTo>
                <a:cubicBezTo>
                  <a:pt x="18" y="0"/>
                  <a:pt x="20" y="1"/>
                  <a:pt x="20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Freeform 1083"/>
          <p:cNvSpPr/>
          <p:nvPr/>
        </p:nvSpPr>
        <p:spPr bwMode="auto">
          <a:xfrm>
            <a:off x="2252649" y="4277431"/>
            <a:ext cx="207962" cy="209550"/>
          </a:xfrm>
          <a:custGeom>
            <a:avLst/>
            <a:gdLst>
              <a:gd name="T0" fmla="*/ 18 w 29"/>
              <a:gd name="T1" fmla="*/ 2 h 29"/>
              <a:gd name="T2" fmla="*/ 20 w 29"/>
              <a:gd name="T3" fmla="*/ 8 h 29"/>
              <a:gd name="T4" fmla="*/ 21 w 29"/>
              <a:gd name="T5" fmla="*/ 9 h 29"/>
              <a:gd name="T6" fmla="*/ 27 w 29"/>
              <a:gd name="T7" fmla="*/ 11 h 29"/>
              <a:gd name="T8" fmla="*/ 28 w 29"/>
              <a:gd name="T9" fmla="*/ 15 h 29"/>
              <a:gd name="T10" fmla="*/ 22 w 29"/>
              <a:gd name="T11" fmla="*/ 19 h 29"/>
              <a:gd name="T12" fmla="*/ 21 w 29"/>
              <a:gd name="T13" fmla="*/ 20 h 29"/>
              <a:gd name="T14" fmla="*/ 21 w 29"/>
              <a:gd name="T15" fmla="*/ 27 h 29"/>
              <a:gd name="T16" fmla="*/ 18 w 29"/>
              <a:gd name="T17" fmla="*/ 28 h 29"/>
              <a:gd name="T18" fmla="*/ 13 w 29"/>
              <a:gd name="T19" fmla="*/ 24 h 29"/>
              <a:gd name="T20" fmla="*/ 11 w 29"/>
              <a:gd name="T21" fmla="*/ 24 h 29"/>
              <a:gd name="T22" fmla="*/ 5 w 29"/>
              <a:gd name="T23" fmla="*/ 26 h 29"/>
              <a:gd name="T24" fmla="*/ 3 w 29"/>
              <a:gd name="T25" fmla="*/ 24 h 29"/>
              <a:gd name="T26" fmla="*/ 5 w 29"/>
              <a:gd name="T27" fmla="*/ 17 h 29"/>
              <a:gd name="T28" fmla="*/ 5 w 29"/>
              <a:gd name="T29" fmla="*/ 16 h 29"/>
              <a:gd name="T30" fmla="*/ 1 w 29"/>
              <a:gd name="T31" fmla="*/ 10 h 29"/>
              <a:gd name="T32" fmla="*/ 2 w 29"/>
              <a:gd name="T33" fmla="*/ 7 h 29"/>
              <a:gd name="T34" fmla="*/ 9 w 29"/>
              <a:gd name="T35" fmla="*/ 7 h 29"/>
              <a:gd name="T36" fmla="*/ 10 w 29"/>
              <a:gd name="T37" fmla="*/ 7 h 29"/>
              <a:gd name="T38" fmla="*/ 14 w 29"/>
              <a:gd name="T39" fmla="*/ 1 h 29"/>
              <a:gd name="T40" fmla="*/ 18 w 29"/>
              <a:gd name="T41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29">
                <a:moveTo>
                  <a:pt x="18" y="2"/>
                </a:moveTo>
                <a:cubicBezTo>
                  <a:pt x="20" y="8"/>
                  <a:pt x="20" y="8"/>
                  <a:pt x="20" y="8"/>
                </a:cubicBezTo>
                <a:cubicBezTo>
                  <a:pt x="20" y="9"/>
                  <a:pt x="20" y="9"/>
                  <a:pt x="21" y="9"/>
                </a:cubicBezTo>
                <a:cubicBezTo>
                  <a:pt x="27" y="11"/>
                  <a:pt x="27" y="11"/>
                  <a:pt x="27" y="11"/>
                </a:cubicBezTo>
                <a:cubicBezTo>
                  <a:pt x="29" y="12"/>
                  <a:pt x="29" y="14"/>
                  <a:pt x="28" y="15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1" y="19"/>
                  <a:pt x="21" y="20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8"/>
                  <a:pt x="20" y="29"/>
                  <a:pt x="18" y="28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2" y="24"/>
                  <a:pt x="11" y="24"/>
                </a:cubicBezTo>
                <a:cubicBezTo>
                  <a:pt x="5" y="26"/>
                  <a:pt x="5" y="26"/>
                  <a:pt x="5" y="26"/>
                </a:cubicBezTo>
                <a:cubicBezTo>
                  <a:pt x="4" y="26"/>
                  <a:pt x="2" y="25"/>
                  <a:pt x="3" y="24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6"/>
                  <a:pt x="5" y="16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9"/>
                  <a:pt x="1" y="7"/>
                  <a:pt x="2" y="7"/>
                </a:cubicBezTo>
                <a:cubicBezTo>
                  <a:pt x="9" y="7"/>
                  <a:pt x="9" y="7"/>
                  <a:pt x="9" y="7"/>
                </a:cubicBezTo>
                <a:cubicBezTo>
                  <a:pt x="10" y="7"/>
                  <a:pt x="10" y="7"/>
                  <a:pt x="10" y="7"/>
                </a:cubicBezTo>
                <a:cubicBezTo>
                  <a:pt x="14" y="1"/>
                  <a:pt x="14" y="1"/>
                  <a:pt x="14" y="1"/>
                </a:cubicBezTo>
                <a:cubicBezTo>
                  <a:pt x="15" y="0"/>
                  <a:pt x="17" y="0"/>
                  <a:pt x="18" y="2"/>
                </a:cubicBezTo>
                <a:close/>
              </a:path>
            </a:pathLst>
          </a:custGeom>
          <a:solidFill>
            <a:srgbClr val="F494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Freeform 1084"/>
          <p:cNvSpPr/>
          <p:nvPr/>
        </p:nvSpPr>
        <p:spPr bwMode="auto">
          <a:xfrm>
            <a:off x="3327387" y="4372681"/>
            <a:ext cx="266700" cy="274638"/>
          </a:xfrm>
          <a:custGeom>
            <a:avLst/>
            <a:gdLst>
              <a:gd name="T0" fmla="*/ 26 w 37"/>
              <a:gd name="T1" fmla="*/ 3 h 38"/>
              <a:gd name="T2" fmla="*/ 27 w 37"/>
              <a:gd name="T3" fmla="*/ 11 h 38"/>
              <a:gd name="T4" fmla="*/ 28 w 37"/>
              <a:gd name="T5" fmla="*/ 13 h 38"/>
              <a:gd name="T6" fmla="*/ 36 w 37"/>
              <a:gd name="T7" fmla="*/ 18 h 38"/>
              <a:gd name="T8" fmla="*/ 35 w 37"/>
              <a:gd name="T9" fmla="*/ 22 h 38"/>
              <a:gd name="T10" fmla="*/ 27 w 37"/>
              <a:gd name="T11" fmla="*/ 25 h 38"/>
              <a:gd name="T12" fmla="*/ 26 w 37"/>
              <a:gd name="T13" fmla="*/ 27 h 38"/>
              <a:gd name="T14" fmla="*/ 24 w 37"/>
              <a:gd name="T15" fmla="*/ 35 h 38"/>
              <a:gd name="T16" fmla="*/ 20 w 37"/>
              <a:gd name="T17" fmla="*/ 36 h 38"/>
              <a:gd name="T18" fmla="*/ 14 w 37"/>
              <a:gd name="T19" fmla="*/ 30 h 38"/>
              <a:gd name="T20" fmla="*/ 12 w 37"/>
              <a:gd name="T21" fmla="*/ 29 h 38"/>
              <a:gd name="T22" fmla="*/ 4 w 37"/>
              <a:gd name="T23" fmla="*/ 30 h 38"/>
              <a:gd name="T24" fmla="*/ 1 w 37"/>
              <a:gd name="T25" fmla="*/ 26 h 38"/>
              <a:gd name="T26" fmla="*/ 6 w 37"/>
              <a:gd name="T27" fmla="*/ 19 h 38"/>
              <a:gd name="T28" fmla="*/ 6 w 37"/>
              <a:gd name="T29" fmla="*/ 17 h 38"/>
              <a:gd name="T30" fmla="*/ 3 w 37"/>
              <a:gd name="T31" fmla="*/ 9 h 38"/>
              <a:gd name="T32" fmla="*/ 5 w 37"/>
              <a:gd name="T33" fmla="*/ 6 h 38"/>
              <a:gd name="T34" fmla="*/ 14 w 37"/>
              <a:gd name="T35" fmla="*/ 8 h 38"/>
              <a:gd name="T36" fmla="*/ 16 w 37"/>
              <a:gd name="T37" fmla="*/ 7 h 38"/>
              <a:gd name="T38" fmla="*/ 22 w 37"/>
              <a:gd name="T39" fmla="*/ 1 h 38"/>
              <a:gd name="T40" fmla="*/ 26 w 37"/>
              <a:gd name="T41" fmla="*/ 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7" h="38">
                <a:moveTo>
                  <a:pt x="26" y="3"/>
                </a:moveTo>
                <a:cubicBezTo>
                  <a:pt x="27" y="11"/>
                  <a:pt x="27" y="11"/>
                  <a:pt x="27" y="11"/>
                </a:cubicBezTo>
                <a:cubicBezTo>
                  <a:pt x="27" y="12"/>
                  <a:pt x="27" y="13"/>
                  <a:pt x="28" y="13"/>
                </a:cubicBezTo>
                <a:cubicBezTo>
                  <a:pt x="36" y="18"/>
                  <a:pt x="36" y="18"/>
                  <a:pt x="36" y="18"/>
                </a:cubicBezTo>
                <a:cubicBezTo>
                  <a:pt x="37" y="19"/>
                  <a:pt x="37" y="21"/>
                  <a:pt x="35" y="22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6"/>
                  <a:pt x="26" y="26"/>
                  <a:pt x="26" y="27"/>
                </a:cubicBezTo>
                <a:cubicBezTo>
                  <a:pt x="24" y="35"/>
                  <a:pt x="24" y="35"/>
                  <a:pt x="24" y="35"/>
                </a:cubicBezTo>
                <a:cubicBezTo>
                  <a:pt x="24" y="37"/>
                  <a:pt x="21" y="38"/>
                  <a:pt x="20" y="36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29"/>
                  <a:pt x="13" y="29"/>
                  <a:pt x="12" y="29"/>
                </a:cubicBezTo>
                <a:cubicBezTo>
                  <a:pt x="4" y="30"/>
                  <a:pt x="4" y="30"/>
                  <a:pt x="4" y="30"/>
                </a:cubicBezTo>
                <a:cubicBezTo>
                  <a:pt x="2" y="30"/>
                  <a:pt x="0" y="28"/>
                  <a:pt x="1" y="26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18"/>
                  <a:pt x="6" y="17"/>
                  <a:pt x="6" y="17"/>
                </a:cubicBezTo>
                <a:cubicBezTo>
                  <a:pt x="3" y="9"/>
                  <a:pt x="3" y="9"/>
                  <a:pt x="3" y="9"/>
                </a:cubicBezTo>
                <a:cubicBezTo>
                  <a:pt x="2" y="7"/>
                  <a:pt x="3" y="5"/>
                  <a:pt x="5" y="6"/>
                </a:cubicBez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5" y="8"/>
                  <a:pt x="16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4" y="0"/>
                  <a:pt x="26" y="1"/>
                  <a:pt x="26" y="3"/>
                </a:cubicBezTo>
                <a:close/>
              </a:path>
            </a:pathLst>
          </a:custGeom>
          <a:solidFill>
            <a:srgbClr val="00C5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Cơ sở lý thuyết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314325" y="1012825"/>
            <a:ext cx="11317605" cy="5578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b="1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Kiểm so</a:t>
            </a:r>
            <a:r>
              <a:rPr lang="en-US" altLang="en-US" sz="2400" b="1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b="1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truy cập (Access Control):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Là việc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dụng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ràng buộc về việc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ợc ph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thực hiện hành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ộng, chức n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hoặc truy cập tài nguy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n.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yếu tố cốt l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õ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tr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ứng dụng web: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X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thực (Authentication): X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nhận rằng ng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ời d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ù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ú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là ng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ời mà họ khai b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o.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Quản l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ý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phi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(Session management): X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ịnh những y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 cầu HTTP tiếp theo nào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ợc thực hiện bởi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ù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một ng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ời d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ù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Kiểm so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truy cập (Access control): Quyết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ịnh xem ng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ời d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ù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ợc ph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thực hiện hành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ộng mà họ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ang cố gắng thực hiện hay không.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Cơ sở lý thuyết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314325" y="1012825"/>
            <a:ext cx="11317605" cy="5578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M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Ô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Ì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 KIỂM SO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TRUY CẬP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DAC (Discretionary Access Control - T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ù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ý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Chủ thể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toàn quyền kiểm so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ối với tài nguy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họ sở hữu và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thể cấp hoặc thu hồi quyền của ng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ời kh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MAC (Mandatory Access Control - Bắt buộc): Quyền truy cập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ợc kiểm so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bởi một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quan trung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ng. </a:t>
            </a:r>
            <a:endParaRPr lang="en-US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RBAC (Role-Based Access Control - Theo Vai tr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ò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Quyền truy cập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ợc 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dựa tr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vai tr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ò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(role) của ng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ời d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ù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ng, nh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quyền thành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vai tr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ò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cụ thể. 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Cơ sở lý thuyết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421005" y="1351915"/>
            <a:ext cx="6292215" cy="315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 lnSpcReduction="20000"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PHÂN LOẠI LỖ HỔNG: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1.Leo thang đặc quyền theo chiều dọc: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Kiểu tấn công khi kẻ tấn công leo từ tài khoản ng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ời d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ù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thông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ờng l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tài khoản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ặc quyền cao 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(v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dụ: quản trị vi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n)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V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í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dụ: 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Thay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ổi gi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trị tham số l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 trữ vai tr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ò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(trong cookie, tr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ờng ẩn)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ể truy cập chức n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quản trị như hay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ổi admin=true hoặc role=1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87845" y="3338830"/>
            <a:ext cx="5260340" cy="3442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Cơ sở lý thuyết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421005" y="1351915"/>
            <a:ext cx="10774680" cy="4823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Chức n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không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ợc bảo vệ: Truy cập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chức n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quan trọng (th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ờng dành cho quản trị vi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n) nếu biết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ờng dẫn, v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dụ: truy cập https://example.com/admin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Truy cập dựa tr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tham số: Thay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ổi gi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trị tham số l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 trữ vai tr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ò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(trong cookie, tr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ờng ẩn)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ể truy cập chức n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quản trị. V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dụ: Thay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ổi admin=true hoặc role=1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Cơ sở lý thuyết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421005" y="1351915"/>
            <a:ext cx="10774680" cy="4823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Lỗi kiểm so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truy cập do cấu 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ì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 sai nền tảng: Lợi dụng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header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ặc biệt nh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X-Original-URL hoặc X-Rewrite-URL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ể ghi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đè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y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 cầu và truy cập vào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chức n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bị hạn chế. 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dụ: Gửi POST /page với header X-Original-URL: /admin/deleteUser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ể thực hiện chức n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quản trị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Lỗ hổng kiểm so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truy cập do sai khớp URL: Server không ph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â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biệt chữ hoa/th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ờng hoặc dấu "/" sau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ờng dẫn, nh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lớp kiểm so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truy cập chỉ gắn cho URL ch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 x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c, bỏ s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biến thể không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ợc bảo vệ. V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dụ:  /ADMIN/DELETEUSER hoặc /admin/deleteUser/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Cơ sở lý thuyết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618490" y="1362075"/>
            <a:ext cx="10945495" cy="41116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indent="457200" algn="l">
              <a:lnSpc>
                <a:spcPct val="110000"/>
              </a:lnSpc>
            </a:pPr>
            <a:r>
              <a:rPr 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2.Leo thang đặc quyền theo chiều ngang:</a:t>
            </a:r>
            <a:endParaRPr 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Leo thang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ặc quyền theo chiều ngang xảy ra khi một ng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ời d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ù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thể truy cập vào tài nguy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thuộc về ng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ời d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ù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kh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ù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vai tr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ò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thể sử dụng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ph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thức khai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t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tự nh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leo thang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ặc quyền theo chiều dọc. 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Cơ sở lý thuyết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618490" y="1362075"/>
            <a:ext cx="10945495" cy="41116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Tham chiếu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ối t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ợng trực tiếp không an toàn (IDOR):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Là một trong những lỗi BAC phổ biến nhất.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Xảy ra khi ứng dụng sử dụng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tham chiếu trực tiếp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ến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ối t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ợng nội bộ (nh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sở dữ liệu) mà không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kiểm tra quyền truy cập.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dụ: Thay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ổi id=123 thành id=456 trong URL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ể truy cập vào trang tài khoản của ng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ời kh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Cơ sở lý thuyết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618490" y="1362075"/>
            <a:ext cx="10945495" cy="41116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Hậu quả chung: 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Lộ dữ liệu nhạy cảm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Thao t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ú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dữ liệu (thay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ổi mật khẩu, thông tin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â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n) 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Truy cập vào chức n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quản trị, t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ặc quyền 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Thực thi code từ xa (kiểm so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toàn bộ m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chủ)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â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thiệt hại về uy t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n, tài ch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Cơ sở lý thuyết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618490" y="1362075"/>
            <a:ext cx="10945495" cy="41116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dụ thực tế: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IDOR trong API Tickets của Fintech Platform (7/2025): Thay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ổi ticket_id trong endpoint /api/v1/tickets/view?ticket_id=XXXX do không kiểm tra quyền sở hữu. 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Hậu quả: Lộ PII nhạy cảm (t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n, email, số tài khoản). 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Chained Broken Access Control trong TikTok Live Backstage (2025): Lợi dụng lỗ hổng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ể n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â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quyền, truy cập và kiểm so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tr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ph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t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 n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Live Backstage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36694" y="1769913"/>
            <a:ext cx="3530274" cy="18986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 lang="zh-CN" altLang="en-US" sz="138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1"/>
            </p:custDataLst>
          </p:nvPr>
        </p:nvSpPr>
        <p:spPr>
          <a:xfrm>
            <a:off x="4026535" y="3823335"/>
            <a:ext cx="4664710" cy="873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/>
          </a:bodyPr>
          <a:lstStyle/>
          <a:p>
            <a:pPr algn="ctr">
              <a:lnSpc>
                <a:spcPct val="110000"/>
              </a:lnSpc>
            </a:pPr>
            <a:r>
              <a:rPr lang="en-US" altLang="en-GB" sz="32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Khai Th</a:t>
            </a:r>
            <a:r>
              <a:rPr lang="en-US" altLang="en-US" sz="32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32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Lỗ Hổng </a:t>
            </a:r>
            <a:endParaRPr lang="en-US" altLang="en-GB" sz="32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altLang="en-GB" sz="32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(Portswigger Academy Labs)</a:t>
            </a:r>
            <a:endParaRPr lang="en-US" altLang="en-GB" sz="32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4357089" y="4696457"/>
            <a:ext cx="348948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4357089" y="3876041"/>
            <a:ext cx="348948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20746" y="377952"/>
            <a:ext cx="10961312" cy="5936169"/>
          </a:xfrm>
          <a:prstGeom prst="rect">
            <a:avLst/>
          </a:prstGeom>
          <a:noFill/>
          <a:ln w="19050">
            <a:solidFill>
              <a:srgbClr val="FFC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919"/>
          <p:cNvSpPr/>
          <p:nvPr/>
        </p:nvSpPr>
        <p:spPr bwMode="auto">
          <a:xfrm>
            <a:off x="1607984" y="989472"/>
            <a:ext cx="1209305" cy="1193341"/>
          </a:xfrm>
          <a:custGeom>
            <a:avLst/>
            <a:gdLst>
              <a:gd name="T0" fmla="*/ 126 w 200"/>
              <a:gd name="T1" fmla="*/ 191 h 197"/>
              <a:gd name="T2" fmla="*/ 125 w 200"/>
              <a:gd name="T3" fmla="*/ 191 h 197"/>
              <a:gd name="T4" fmla="*/ 125 w 200"/>
              <a:gd name="T5" fmla="*/ 182 h 197"/>
              <a:gd name="T6" fmla="*/ 133 w 200"/>
              <a:gd name="T7" fmla="*/ 182 h 197"/>
              <a:gd name="T8" fmla="*/ 134 w 200"/>
              <a:gd name="T9" fmla="*/ 182 h 197"/>
              <a:gd name="T10" fmla="*/ 137 w 200"/>
              <a:gd name="T11" fmla="*/ 178 h 197"/>
              <a:gd name="T12" fmla="*/ 137 w 200"/>
              <a:gd name="T13" fmla="*/ 178 h 197"/>
              <a:gd name="T14" fmla="*/ 136 w 200"/>
              <a:gd name="T15" fmla="*/ 169 h 197"/>
              <a:gd name="T16" fmla="*/ 145 w 200"/>
              <a:gd name="T17" fmla="*/ 169 h 197"/>
              <a:gd name="T18" fmla="*/ 146 w 200"/>
              <a:gd name="T19" fmla="*/ 169 h 197"/>
              <a:gd name="T20" fmla="*/ 150 w 200"/>
              <a:gd name="T21" fmla="*/ 165 h 197"/>
              <a:gd name="T22" fmla="*/ 149 w 200"/>
              <a:gd name="T23" fmla="*/ 164 h 197"/>
              <a:gd name="T24" fmla="*/ 149 w 200"/>
              <a:gd name="T25" fmla="*/ 155 h 197"/>
              <a:gd name="T26" fmla="*/ 158 w 200"/>
              <a:gd name="T27" fmla="*/ 155 h 197"/>
              <a:gd name="T28" fmla="*/ 158 w 200"/>
              <a:gd name="T29" fmla="*/ 156 h 197"/>
              <a:gd name="T30" fmla="*/ 162 w 200"/>
              <a:gd name="T31" fmla="*/ 151 h 197"/>
              <a:gd name="T32" fmla="*/ 162 w 200"/>
              <a:gd name="T33" fmla="*/ 150 h 197"/>
              <a:gd name="T34" fmla="*/ 161 w 200"/>
              <a:gd name="T35" fmla="*/ 142 h 197"/>
              <a:gd name="T36" fmla="*/ 170 w 200"/>
              <a:gd name="T37" fmla="*/ 141 h 197"/>
              <a:gd name="T38" fmla="*/ 171 w 200"/>
              <a:gd name="T39" fmla="*/ 142 h 197"/>
              <a:gd name="T40" fmla="*/ 175 w 200"/>
              <a:gd name="T41" fmla="*/ 137 h 197"/>
              <a:gd name="T42" fmla="*/ 174 w 200"/>
              <a:gd name="T43" fmla="*/ 136 h 197"/>
              <a:gd name="T44" fmla="*/ 174 w 200"/>
              <a:gd name="T45" fmla="*/ 128 h 197"/>
              <a:gd name="T46" fmla="*/ 183 w 200"/>
              <a:gd name="T47" fmla="*/ 127 h 197"/>
              <a:gd name="T48" fmla="*/ 183 w 200"/>
              <a:gd name="T49" fmla="*/ 128 h 197"/>
              <a:gd name="T50" fmla="*/ 187 w 200"/>
              <a:gd name="T51" fmla="*/ 123 h 197"/>
              <a:gd name="T52" fmla="*/ 187 w 200"/>
              <a:gd name="T53" fmla="*/ 122 h 197"/>
              <a:gd name="T54" fmla="*/ 186 w 200"/>
              <a:gd name="T55" fmla="*/ 114 h 197"/>
              <a:gd name="T56" fmla="*/ 195 w 200"/>
              <a:gd name="T57" fmla="*/ 113 h 197"/>
              <a:gd name="T58" fmla="*/ 196 w 200"/>
              <a:gd name="T59" fmla="*/ 114 h 197"/>
              <a:gd name="T60" fmla="*/ 200 w 200"/>
              <a:gd name="T61" fmla="*/ 109 h 197"/>
              <a:gd name="T62" fmla="*/ 79 w 200"/>
              <a:gd name="T63" fmla="*/ 0 h 197"/>
              <a:gd name="T64" fmla="*/ 0 w 200"/>
              <a:gd name="T65" fmla="*/ 88 h 197"/>
              <a:gd name="T66" fmla="*/ 121 w 200"/>
              <a:gd name="T67" fmla="*/ 197 h 197"/>
              <a:gd name="T68" fmla="*/ 126 w 200"/>
              <a:gd name="T69" fmla="*/ 191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00" h="197">
                <a:moveTo>
                  <a:pt x="126" y="191"/>
                </a:moveTo>
                <a:cubicBezTo>
                  <a:pt x="125" y="191"/>
                  <a:pt x="125" y="191"/>
                  <a:pt x="125" y="191"/>
                </a:cubicBezTo>
                <a:cubicBezTo>
                  <a:pt x="123" y="189"/>
                  <a:pt x="122" y="185"/>
                  <a:pt x="125" y="182"/>
                </a:cubicBezTo>
                <a:cubicBezTo>
                  <a:pt x="127" y="180"/>
                  <a:pt x="131" y="180"/>
                  <a:pt x="133" y="182"/>
                </a:cubicBezTo>
                <a:cubicBezTo>
                  <a:pt x="133" y="182"/>
                  <a:pt x="134" y="182"/>
                  <a:pt x="134" y="182"/>
                </a:cubicBezTo>
                <a:cubicBezTo>
                  <a:pt x="137" y="178"/>
                  <a:pt x="137" y="178"/>
                  <a:pt x="137" y="178"/>
                </a:cubicBezTo>
                <a:cubicBezTo>
                  <a:pt x="137" y="178"/>
                  <a:pt x="137" y="178"/>
                  <a:pt x="137" y="178"/>
                </a:cubicBezTo>
                <a:cubicBezTo>
                  <a:pt x="134" y="176"/>
                  <a:pt x="134" y="172"/>
                  <a:pt x="136" y="169"/>
                </a:cubicBezTo>
                <a:cubicBezTo>
                  <a:pt x="139" y="167"/>
                  <a:pt x="143" y="167"/>
                  <a:pt x="145" y="169"/>
                </a:cubicBezTo>
                <a:cubicBezTo>
                  <a:pt x="145" y="169"/>
                  <a:pt x="145" y="169"/>
                  <a:pt x="146" y="169"/>
                </a:cubicBezTo>
                <a:cubicBezTo>
                  <a:pt x="150" y="165"/>
                  <a:pt x="150" y="165"/>
                  <a:pt x="150" y="165"/>
                </a:cubicBezTo>
                <a:cubicBezTo>
                  <a:pt x="150" y="164"/>
                  <a:pt x="149" y="164"/>
                  <a:pt x="149" y="164"/>
                </a:cubicBezTo>
                <a:cubicBezTo>
                  <a:pt x="147" y="162"/>
                  <a:pt x="147" y="158"/>
                  <a:pt x="149" y="155"/>
                </a:cubicBezTo>
                <a:cubicBezTo>
                  <a:pt x="151" y="153"/>
                  <a:pt x="155" y="153"/>
                  <a:pt x="158" y="155"/>
                </a:cubicBezTo>
                <a:cubicBezTo>
                  <a:pt x="158" y="155"/>
                  <a:pt x="158" y="155"/>
                  <a:pt x="158" y="156"/>
                </a:cubicBezTo>
                <a:cubicBezTo>
                  <a:pt x="162" y="151"/>
                  <a:pt x="162" y="151"/>
                  <a:pt x="162" y="151"/>
                </a:cubicBezTo>
                <a:cubicBezTo>
                  <a:pt x="162" y="151"/>
                  <a:pt x="162" y="150"/>
                  <a:pt x="162" y="150"/>
                </a:cubicBezTo>
                <a:cubicBezTo>
                  <a:pt x="159" y="148"/>
                  <a:pt x="159" y="144"/>
                  <a:pt x="161" y="142"/>
                </a:cubicBezTo>
                <a:cubicBezTo>
                  <a:pt x="164" y="139"/>
                  <a:pt x="168" y="139"/>
                  <a:pt x="170" y="141"/>
                </a:cubicBezTo>
                <a:cubicBezTo>
                  <a:pt x="170" y="141"/>
                  <a:pt x="170" y="141"/>
                  <a:pt x="171" y="142"/>
                </a:cubicBezTo>
                <a:cubicBezTo>
                  <a:pt x="175" y="137"/>
                  <a:pt x="175" y="137"/>
                  <a:pt x="175" y="137"/>
                </a:cubicBezTo>
                <a:cubicBezTo>
                  <a:pt x="175" y="137"/>
                  <a:pt x="174" y="137"/>
                  <a:pt x="174" y="136"/>
                </a:cubicBezTo>
                <a:cubicBezTo>
                  <a:pt x="172" y="134"/>
                  <a:pt x="172" y="130"/>
                  <a:pt x="174" y="128"/>
                </a:cubicBezTo>
                <a:cubicBezTo>
                  <a:pt x="176" y="125"/>
                  <a:pt x="180" y="125"/>
                  <a:pt x="183" y="127"/>
                </a:cubicBezTo>
                <a:cubicBezTo>
                  <a:pt x="183" y="127"/>
                  <a:pt x="183" y="128"/>
                  <a:pt x="183" y="128"/>
                </a:cubicBezTo>
                <a:cubicBezTo>
                  <a:pt x="187" y="123"/>
                  <a:pt x="187" y="123"/>
                  <a:pt x="187" y="123"/>
                </a:cubicBezTo>
                <a:cubicBezTo>
                  <a:pt x="187" y="123"/>
                  <a:pt x="187" y="123"/>
                  <a:pt x="187" y="122"/>
                </a:cubicBezTo>
                <a:cubicBezTo>
                  <a:pt x="184" y="120"/>
                  <a:pt x="184" y="116"/>
                  <a:pt x="186" y="114"/>
                </a:cubicBezTo>
                <a:cubicBezTo>
                  <a:pt x="189" y="111"/>
                  <a:pt x="192" y="111"/>
                  <a:pt x="195" y="113"/>
                </a:cubicBezTo>
                <a:cubicBezTo>
                  <a:pt x="195" y="113"/>
                  <a:pt x="195" y="114"/>
                  <a:pt x="196" y="114"/>
                </a:cubicBezTo>
                <a:cubicBezTo>
                  <a:pt x="200" y="109"/>
                  <a:pt x="200" y="109"/>
                  <a:pt x="200" y="109"/>
                </a:cubicBezTo>
                <a:cubicBezTo>
                  <a:pt x="79" y="0"/>
                  <a:pt x="79" y="0"/>
                  <a:pt x="79" y="0"/>
                </a:cubicBezTo>
                <a:cubicBezTo>
                  <a:pt x="0" y="88"/>
                  <a:pt x="0" y="88"/>
                  <a:pt x="0" y="88"/>
                </a:cubicBezTo>
                <a:cubicBezTo>
                  <a:pt x="121" y="197"/>
                  <a:pt x="121" y="197"/>
                  <a:pt x="121" y="197"/>
                </a:cubicBezTo>
                <a:lnTo>
                  <a:pt x="126" y="191"/>
                </a:lnTo>
                <a:close/>
              </a:path>
            </a:pathLst>
          </a:custGeom>
          <a:solidFill>
            <a:srgbClr val="D0D1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79952" y="162285"/>
            <a:ext cx="2177813" cy="1870498"/>
            <a:chOff x="571501" y="-28575"/>
            <a:chExt cx="2598737" cy="2232025"/>
          </a:xfrm>
        </p:grpSpPr>
        <p:sp>
          <p:nvSpPr>
            <p:cNvPr id="12" name="Freeform 1040"/>
            <p:cNvSpPr/>
            <p:nvPr/>
          </p:nvSpPr>
          <p:spPr bwMode="auto">
            <a:xfrm>
              <a:off x="571501" y="101600"/>
              <a:ext cx="2598737" cy="2101850"/>
            </a:xfrm>
            <a:custGeom>
              <a:avLst/>
              <a:gdLst>
                <a:gd name="T0" fmla="*/ 354 w 360"/>
                <a:gd name="T1" fmla="*/ 236 h 291"/>
                <a:gd name="T2" fmla="*/ 48 w 360"/>
                <a:gd name="T3" fmla="*/ 290 h 291"/>
                <a:gd name="T4" fmla="*/ 40 w 360"/>
                <a:gd name="T5" fmla="*/ 284 h 291"/>
                <a:gd name="T6" fmla="*/ 1 w 360"/>
                <a:gd name="T7" fmla="*/ 63 h 291"/>
                <a:gd name="T8" fmla="*/ 7 w 360"/>
                <a:gd name="T9" fmla="*/ 55 h 291"/>
                <a:gd name="T10" fmla="*/ 312 w 360"/>
                <a:gd name="T11" fmla="*/ 1 h 291"/>
                <a:gd name="T12" fmla="*/ 320 w 360"/>
                <a:gd name="T13" fmla="*/ 6 h 291"/>
                <a:gd name="T14" fmla="*/ 360 w 360"/>
                <a:gd name="T15" fmla="*/ 228 h 291"/>
                <a:gd name="T16" fmla="*/ 354 w 360"/>
                <a:gd name="T17" fmla="*/ 23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0" h="291">
                  <a:moveTo>
                    <a:pt x="354" y="236"/>
                  </a:moveTo>
                  <a:cubicBezTo>
                    <a:pt x="48" y="290"/>
                    <a:pt x="48" y="290"/>
                    <a:pt x="48" y="290"/>
                  </a:cubicBezTo>
                  <a:cubicBezTo>
                    <a:pt x="44" y="291"/>
                    <a:pt x="41" y="288"/>
                    <a:pt x="40" y="284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0" y="59"/>
                    <a:pt x="3" y="56"/>
                    <a:pt x="7" y="55"/>
                  </a:cubicBezTo>
                  <a:cubicBezTo>
                    <a:pt x="312" y="1"/>
                    <a:pt x="312" y="1"/>
                    <a:pt x="312" y="1"/>
                  </a:cubicBezTo>
                  <a:cubicBezTo>
                    <a:pt x="316" y="0"/>
                    <a:pt x="320" y="3"/>
                    <a:pt x="320" y="6"/>
                  </a:cubicBezTo>
                  <a:cubicBezTo>
                    <a:pt x="360" y="228"/>
                    <a:pt x="360" y="228"/>
                    <a:pt x="360" y="228"/>
                  </a:cubicBezTo>
                  <a:cubicBezTo>
                    <a:pt x="360" y="231"/>
                    <a:pt x="358" y="235"/>
                    <a:pt x="354" y="236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Freeform 1041"/>
            <p:cNvSpPr/>
            <p:nvPr/>
          </p:nvSpPr>
          <p:spPr bwMode="auto">
            <a:xfrm>
              <a:off x="622301" y="144463"/>
              <a:ext cx="2490787" cy="1979613"/>
            </a:xfrm>
            <a:custGeom>
              <a:avLst/>
              <a:gdLst>
                <a:gd name="T0" fmla="*/ 1569 w 1569"/>
                <a:gd name="T1" fmla="*/ 1002 h 1247"/>
                <a:gd name="T2" fmla="*/ 182 w 1569"/>
                <a:gd name="T3" fmla="*/ 1247 h 1247"/>
                <a:gd name="T4" fmla="*/ 0 w 1569"/>
                <a:gd name="T5" fmla="*/ 246 h 1247"/>
                <a:gd name="T6" fmla="*/ 1391 w 1569"/>
                <a:gd name="T7" fmla="*/ 0 h 1247"/>
                <a:gd name="T8" fmla="*/ 1569 w 1569"/>
                <a:gd name="T9" fmla="*/ 1002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9" h="1247">
                  <a:moveTo>
                    <a:pt x="1569" y="1002"/>
                  </a:moveTo>
                  <a:lnTo>
                    <a:pt x="182" y="1247"/>
                  </a:lnTo>
                  <a:lnTo>
                    <a:pt x="0" y="246"/>
                  </a:lnTo>
                  <a:lnTo>
                    <a:pt x="1391" y="0"/>
                  </a:lnTo>
                  <a:lnTo>
                    <a:pt x="1569" y="1002"/>
                  </a:lnTo>
                  <a:close/>
                </a:path>
              </a:pathLst>
            </a:custGeom>
            <a:solidFill>
              <a:srgbClr val="B83B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Freeform 1042"/>
            <p:cNvSpPr/>
            <p:nvPr/>
          </p:nvSpPr>
          <p:spPr bwMode="auto">
            <a:xfrm>
              <a:off x="658813" y="93663"/>
              <a:ext cx="2409825" cy="1958975"/>
            </a:xfrm>
            <a:custGeom>
              <a:avLst/>
              <a:gdLst>
                <a:gd name="T0" fmla="*/ 334 w 334"/>
                <a:gd name="T1" fmla="*/ 219 h 271"/>
                <a:gd name="T2" fmla="*/ 295 w 334"/>
                <a:gd name="T3" fmla="*/ 0 h 271"/>
                <a:gd name="T4" fmla="*/ 152 w 334"/>
                <a:gd name="T5" fmla="*/ 52 h 271"/>
                <a:gd name="T6" fmla="*/ 0 w 334"/>
                <a:gd name="T7" fmla="*/ 53 h 271"/>
                <a:gd name="T8" fmla="*/ 39 w 334"/>
                <a:gd name="T9" fmla="*/ 271 h 271"/>
                <a:gd name="T10" fmla="*/ 334 w 334"/>
                <a:gd name="T11" fmla="*/ 219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4" h="271">
                  <a:moveTo>
                    <a:pt x="334" y="219"/>
                  </a:moveTo>
                  <a:cubicBezTo>
                    <a:pt x="295" y="0"/>
                    <a:pt x="295" y="0"/>
                    <a:pt x="295" y="0"/>
                  </a:cubicBezTo>
                  <a:cubicBezTo>
                    <a:pt x="184" y="3"/>
                    <a:pt x="152" y="52"/>
                    <a:pt x="152" y="52"/>
                  </a:cubicBezTo>
                  <a:cubicBezTo>
                    <a:pt x="152" y="52"/>
                    <a:pt x="105" y="17"/>
                    <a:pt x="0" y="53"/>
                  </a:cubicBezTo>
                  <a:cubicBezTo>
                    <a:pt x="39" y="271"/>
                    <a:pt x="39" y="271"/>
                    <a:pt x="39" y="271"/>
                  </a:cubicBezTo>
                  <a:lnTo>
                    <a:pt x="334" y="219"/>
                  </a:lnTo>
                  <a:close/>
                </a:path>
              </a:pathLst>
            </a:custGeom>
            <a:solidFill>
              <a:srgbClr val="D0D1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Freeform 1043"/>
            <p:cNvSpPr/>
            <p:nvPr/>
          </p:nvSpPr>
          <p:spPr bwMode="auto">
            <a:xfrm>
              <a:off x="636588" y="-28575"/>
              <a:ext cx="2411412" cy="1958975"/>
            </a:xfrm>
            <a:custGeom>
              <a:avLst/>
              <a:gdLst>
                <a:gd name="T0" fmla="*/ 334 w 334"/>
                <a:gd name="T1" fmla="*/ 218 h 271"/>
                <a:gd name="T2" fmla="*/ 295 w 334"/>
                <a:gd name="T3" fmla="*/ 0 h 271"/>
                <a:gd name="T4" fmla="*/ 152 w 334"/>
                <a:gd name="T5" fmla="*/ 52 h 271"/>
                <a:gd name="T6" fmla="*/ 0 w 334"/>
                <a:gd name="T7" fmla="*/ 52 h 271"/>
                <a:gd name="T8" fmla="*/ 39 w 334"/>
                <a:gd name="T9" fmla="*/ 271 h 271"/>
                <a:gd name="T10" fmla="*/ 334 w 334"/>
                <a:gd name="T11" fmla="*/ 21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4" h="271">
                  <a:moveTo>
                    <a:pt x="334" y="218"/>
                  </a:moveTo>
                  <a:cubicBezTo>
                    <a:pt x="295" y="0"/>
                    <a:pt x="295" y="0"/>
                    <a:pt x="295" y="0"/>
                  </a:cubicBezTo>
                  <a:cubicBezTo>
                    <a:pt x="184" y="2"/>
                    <a:pt x="152" y="52"/>
                    <a:pt x="152" y="52"/>
                  </a:cubicBezTo>
                  <a:cubicBezTo>
                    <a:pt x="152" y="52"/>
                    <a:pt x="105" y="17"/>
                    <a:pt x="0" y="52"/>
                  </a:cubicBezTo>
                  <a:cubicBezTo>
                    <a:pt x="39" y="271"/>
                    <a:pt x="39" y="271"/>
                    <a:pt x="39" y="271"/>
                  </a:cubicBezTo>
                  <a:lnTo>
                    <a:pt x="334" y="218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Freeform 1044"/>
            <p:cNvSpPr/>
            <p:nvPr/>
          </p:nvSpPr>
          <p:spPr bwMode="auto">
            <a:xfrm>
              <a:off x="1733551" y="-28575"/>
              <a:ext cx="1314450" cy="1770063"/>
            </a:xfrm>
            <a:custGeom>
              <a:avLst/>
              <a:gdLst>
                <a:gd name="T0" fmla="*/ 143 w 182"/>
                <a:gd name="T1" fmla="*/ 0 h 245"/>
                <a:gd name="T2" fmla="*/ 0 w 182"/>
                <a:gd name="T3" fmla="*/ 52 h 245"/>
                <a:gd name="T4" fmla="*/ 34 w 182"/>
                <a:gd name="T5" fmla="*/ 245 h 245"/>
                <a:gd name="T6" fmla="*/ 182 w 182"/>
                <a:gd name="T7" fmla="*/ 218 h 245"/>
                <a:gd name="T8" fmla="*/ 143 w 182"/>
                <a:gd name="T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" h="245">
                  <a:moveTo>
                    <a:pt x="143" y="0"/>
                  </a:moveTo>
                  <a:cubicBezTo>
                    <a:pt x="32" y="2"/>
                    <a:pt x="0" y="52"/>
                    <a:pt x="0" y="52"/>
                  </a:cubicBezTo>
                  <a:cubicBezTo>
                    <a:pt x="34" y="245"/>
                    <a:pt x="34" y="245"/>
                    <a:pt x="34" y="245"/>
                  </a:cubicBezTo>
                  <a:cubicBezTo>
                    <a:pt x="182" y="218"/>
                    <a:pt x="182" y="218"/>
                    <a:pt x="182" y="218"/>
                  </a:cubicBezTo>
                  <a:lnTo>
                    <a:pt x="143" y="0"/>
                  </a:lnTo>
                  <a:close/>
                </a:path>
              </a:pathLst>
            </a:custGeom>
            <a:solidFill>
              <a:srgbClr val="F3F3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286533" y="368300"/>
            <a:ext cx="2324100" cy="2270125"/>
            <a:chOff x="4576763" y="-260350"/>
            <a:chExt cx="2324100" cy="2270125"/>
          </a:xfrm>
        </p:grpSpPr>
        <p:sp>
          <p:nvSpPr>
            <p:cNvPr id="18" name="Freeform 920"/>
            <p:cNvSpPr/>
            <p:nvPr/>
          </p:nvSpPr>
          <p:spPr bwMode="auto">
            <a:xfrm>
              <a:off x="5154613" y="498475"/>
              <a:ext cx="1400175" cy="1452563"/>
            </a:xfrm>
            <a:custGeom>
              <a:avLst/>
              <a:gdLst>
                <a:gd name="T0" fmla="*/ 5 w 194"/>
                <a:gd name="T1" fmla="*/ 131 h 201"/>
                <a:gd name="T2" fmla="*/ 6 w 194"/>
                <a:gd name="T3" fmla="*/ 130 h 201"/>
                <a:gd name="T4" fmla="*/ 14 w 194"/>
                <a:gd name="T5" fmla="*/ 129 h 201"/>
                <a:gd name="T6" fmla="*/ 15 w 194"/>
                <a:gd name="T7" fmla="*/ 138 h 201"/>
                <a:gd name="T8" fmla="*/ 15 w 194"/>
                <a:gd name="T9" fmla="*/ 139 h 201"/>
                <a:gd name="T10" fmla="*/ 19 w 194"/>
                <a:gd name="T11" fmla="*/ 142 h 201"/>
                <a:gd name="T12" fmla="*/ 19 w 194"/>
                <a:gd name="T13" fmla="*/ 141 h 201"/>
                <a:gd name="T14" fmla="*/ 28 w 194"/>
                <a:gd name="T15" fmla="*/ 140 h 201"/>
                <a:gd name="T16" fmla="*/ 29 w 194"/>
                <a:gd name="T17" fmla="*/ 149 h 201"/>
                <a:gd name="T18" fmla="*/ 28 w 194"/>
                <a:gd name="T19" fmla="*/ 150 h 201"/>
                <a:gd name="T20" fmla="*/ 33 w 194"/>
                <a:gd name="T21" fmla="*/ 154 h 201"/>
                <a:gd name="T22" fmla="*/ 34 w 194"/>
                <a:gd name="T23" fmla="*/ 153 h 201"/>
                <a:gd name="T24" fmla="*/ 42 w 194"/>
                <a:gd name="T25" fmla="*/ 152 h 201"/>
                <a:gd name="T26" fmla="*/ 43 w 194"/>
                <a:gd name="T27" fmla="*/ 161 h 201"/>
                <a:gd name="T28" fmla="*/ 43 w 194"/>
                <a:gd name="T29" fmla="*/ 161 h 201"/>
                <a:gd name="T30" fmla="*/ 48 w 194"/>
                <a:gd name="T31" fmla="*/ 165 h 201"/>
                <a:gd name="T32" fmla="*/ 48 w 194"/>
                <a:gd name="T33" fmla="*/ 165 h 201"/>
                <a:gd name="T34" fmla="*/ 57 w 194"/>
                <a:gd name="T35" fmla="*/ 164 h 201"/>
                <a:gd name="T36" fmla="*/ 58 w 194"/>
                <a:gd name="T37" fmla="*/ 172 h 201"/>
                <a:gd name="T38" fmla="*/ 57 w 194"/>
                <a:gd name="T39" fmla="*/ 173 h 201"/>
                <a:gd name="T40" fmla="*/ 62 w 194"/>
                <a:gd name="T41" fmla="*/ 177 h 201"/>
                <a:gd name="T42" fmla="*/ 63 w 194"/>
                <a:gd name="T43" fmla="*/ 176 h 201"/>
                <a:gd name="T44" fmla="*/ 71 w 194"/>
                <a:gd name="T45" fmla="*/ 176 h 201"/>
                <a:gd name="T46" fmla="*/ 72 w 194"/>
                <a:gd name="T47" fmla="*/ 184 h 201"/>
                <a:gd name="T48" fmla="*/ 72 w 194"/>
                <a:gd name="T49" fmla="*/ 185 h 201"/>
                <a:gd name="T50" fmla="*/ 77 w 194"/>
                <a:gd name="T51" fmla="*/ 189 h 201"/>
                <a:gd name="T52" fmla="*/ 77 w 194"/>
                <a:gd name="T53" fmla="*/ 188 h 201"/>
                <a:gd name="T54" fmla="*/ 86 w 194"/>
                <a:gd name="T55" fmla="*/ 187 h 201"/>
                <a:gd name="T56" fmla="*/ 87 w 194"/>
                <a:gd name="T57" fmla="*/ 196 h 201"/>
                <a:gd name="T58" fmla="*/ 86 w 194"/>
                <a:gd name="T59" fmla="*/ 196 h 201"/>
                <a:gd name="T60" fmla="*/ 92 w 194"/>
                <a:gd name="T61" fmla="*/ 201 h 201"/>
                <a:gd name="T62" fmla="*/ 194 w 194"/>
                <a:gd name="T63" fmla="*/ 74 h 201"/>
                <a:gd name="T64" fmla="*/ 102 w 194"/>
                <a:gd name="T65" fmla="*/ 0 h 201"/>
                <a:gd name="T66" fmla="*/ 0 w 194"/>
                <a:gd name="T67" fmla="*/ 127 h 201"/>
                <a:gd name="T68" fmla="*/ 5 w 194"/>
                <a:gd name="T69" fmla="*/ 13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4" h="201">
                  <a:moveTo>
                    <a:pt x="5" y="131"/>
                  </a:moveTo>
                  <a:cubicBezTo>
                    <a:pt x="5" y="131"/>
                    <a:pt x="5" y="130"/>
                    <a:pt x="6" y="130"/>
                  </a:cubicBezTo>
                  <a:cubicBezTo>
                    <a:pt x="8" y="128"/>
                    <a:pt x="12" y="127"/>
                    <a:pt x="14" y="129"/>
                  </a:cubicBezTo>
                  <a:cubicBezTo>
                    <a:pt x="17" y="131"/>
                    <a:pt x="17" y="135"/>
                    <a:pt x="15" y="138"/>
                  </a:cubicBezTo>
                  <a:cubicBezTo>
                    <a:pt x="15" y="138"/>
                    <a:pt x="15" y="138"/>
                    <a:pt x="15" y="139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19" y="142"/>
                    <a:pt x="19" y="141"/>
                    <a:pt x="19" y="141"/>
                  </a:cubicBezTo>
                  <a:cubicBezTo>
                    <a:pt x="21" y="139"/>
                    <a:pt x="25" y="138"/>
                    <a:pt x="28" y="140"/>
                  </a:cubicBezTo>
                  <a:cubicBezTo>
                    <a:pt x="30" y="143"/>
                    <a:pt x="31" y="146"/>
                    <a:pt x="29" y="149"/>
                  </a:cubicBezTo>
                  <a:cubicBezTo>
                    <a:pt x="29" y="149"/>
                    <a:pt x="28" y="149"/>
                    <a:pt x="28" y="150"/>
                  </a:cubicBezTo>
                  <a:cubicBezTo>
                    <a:pt x="33" y="154"/>
                    <a:pt x="33" y="154"/>
                    <a:pt x="33" y="154"/>
                  </a:cubicBezTo>
                  <a:cubicBezTo>
                    <a:pt x="33" y="153"/>
                    <a:pt x="34" y="153"/>
                    <a:pt x="34" y="153"/>
                  </a:cubicBezTo>
                  <a:cubicBezTo>
                    <a:pt x="36" y="150"/>
                    <a:pt x="40" y="150"/>
                    <a:pt x="42" y="152"/>
                  </a:cubicBezTo>
                  <a:cubicBezTo>
                    <a:pt x="45" y="154"/>
                    <a:pt x="45" y="158"/>
                    <a:pt x="43" y="161"/>
                  </a:cubicBezTo>
                  <a:cubicBezTo>
                    <a:pt x="43" y="161"/>
                    <a:pt x="43" y="161"/>
                    <a:pt x="43" y="161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50" y="162"/>
                    <a:pt x="54" y="162"/>
                    <a:pt x="57" y="164"/>
                  </a:cubicBezTo>
                  <a:cubicBezTo>
                    <a:pt x="60" y="166"/>
                    <a:pt x="60" y="170"/>
                    <a:pt x="58" y="172"/>
                  </a:cubicBezTo>
                  <a:cubicBezTo>
                    <a:pt x="58" y="173"/>
                    <a:pt x="57" y="173"/>
                    <a:pt x="57" y="173"/>
                  </a:cubicBezTo>
                  <a:cubicBezTo>
                    <a:pt x="62" y="177"/>
                    <a:pt x="62" y="177"/>
                    <a:pt x="62" y="177"/>
                  </a:cubicBezTo>
                  <a:cubicBezTo>
                    <a:pt x="62" y="177"/>
                    <a:pt x="63" y="177"/>
                    <a:pt x="63" y="176"/>
                  </a:cubicBezTo>
                  <a:cubicBezTo>
                    <a:pt x="65" y="174"/>
                    <a:pt x="69" y="173"/>
                    <a:pt x="71" y="176"/>
                  </a:cubicBezTo>
                  <a:cubicBezTo>
                    <a:pt x="74" y="178"/>
                    <a:pt x="74" y="182"/>
                    <a:pt x="72" y="184"/>
                  </a:cubicBezTo>
                  <a:cubicBezTo>
                    <a:pt x="72" y="184"/>
                    <a:pt x="72" y="185"/>
                    <a:pt x="72" y="185"/>
                  </a:cubicBezTo>
                  <a:cubicBezTo>
                    <a:pt x="77" y="189"/>
                    <a:pt x="77" y="189"/>
                    <a:pt x="77" y="189"/>
                  </a:cubicBezTo>
                  <a:cubicBezTo>
                    <a:pt x="77" y="189"/>
                    <a:pt x="77" y="188"/>
                    <a:pt x="77" y="188"/>
                  </a:cubicBezTo>
                  <a:cubicBezTo>
                    <a:pt x="79" y="186"/>
                    <a:pt x="83" y="185"/>
                    <a:pt x="86" y="187"/>
                  </a:cubicBezTo>
                  <a:cubicBezTo>
                    <a:pt x="89" y="189"/>
                    <a:pt x="89" y="193"/>
                    <a:pt x="87" y="196"/>
                  </a:cubicBezTo>
                  <a:cubicBezTo>
                    <a:pt x="87" y="196"/>
                    <a:pt x="86" y="196"/>
                    <a:pt x="86" y="196"/>
                  </a:cubicBezTo>
                  <a:cubicBezTo>
                    <a:pt x="92" y="201"/>
                    <a:pt x="92" y="201"/>
                    <a:pt x="92" y="201"/>
                  </a:cubicBezTo>
                  <a:cubicBezTo>
                    <a:pt x="194" y="74"/>
                    <a:pt x="194" y="74"/>
                    <a:pt x="194" y="74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0" y="127"/>
                    <a:pt x="0" y="127"/>
                    <a:pt x="0" y="127"/>
                  </a:cubicBezTo>
                  <a:lnTo>
                    <a:pt x="5" y="131"/>
                  </a:lnTo>
                  <a:close/>
                </a:path>
              </a:pathLst>
            </a:custGeom>
            <a:solidFill>
              <a:srgbClr val="D0D1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Freeform 1045"/>
            <p:cNvSpPr>
              <a:spLocks noEditPoints="1"/>
            </p:cNvSpPr>
            <p:nvPr/>
          </p:nvSpPr>
          <p:spPr bwMode="auto">
            <a:xfrm>
              <a:off x="4576763" y="-260350"/>
              <a:ext cx="2324100" cy="2270125"/>
            </a:xfrm>
            <a:custGeom>
              <a:avLst/>
              <a:gdLst>
                <a:gd name="T0" fmla="*/ 0 w 1464"/>
                <a:gd name="T1" fmla="*/ 1006 h 1430"/>
                <a:gd name="T2" fmla="*/ 1464 w 1464"/>
                <a:gd name="T3" fmla="*/ 1430 h 1430"/>
                <a:gd name="T4" fmla="*/ 319 w 1464"/>
                <a:gd name="T5" fmla="*/ 0 h 1430"/>
                <a:gd name="T6" fmla="*/ 0 w 1464"/>
                <a:gd name="T7" fmla="*/ 1006 h 1430"/>
                <a:gd name="T8" fmla="*/ 337 w 1464"/>
                <a:gd name="T9" fmla="*/ 824 h 1430"/>
                <a:gd name="T10" fmla="*/ 432 w 1464"/>
                <a:gd name="T11" fmla="*/ 510 h 1430"/>
                <a:gd name="T12" fmla="*/ 792 w 1464"/>
                <a:gd name="T13" fmla="*/ 956 h 1430"/>
                <a:gd name="T14" fmla="*/ 337 w 1464"/>
                <a:gd name="T15" fmla="*/ 824 h 1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4" h="1430">
                  <a:moveTo>
                    <a:pt x="0" y="1006"/>
                  </a:moveTo>
                  <a:lnTo>
                    <a:pt x="1464" y="1430"/>
                  </a:lnTo>
                  <a:lnTo>
                    <a:pt x="319" y="0"/>
                  </a:lnTo>
                  <a:lnTo>
                    <a:pt x="0" y="1006"/>
                  </a:lnTo>
                  <a:close/>
                  <a:moveTo>
                    <a:pt x="337" y="824"/>
                  </a:moveTo>
                  <a:lnTo>
                    <a:pt x="432" y="510"/>
                  </a:lnTo>
                  <a:lnTo>
                    <a:pt x="792" y="956"/>
                  </a:lnTo>
                  <a:lnTo>
                    <a:pt x="337" y="824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Freeform 1046"/>
            <p:cNvSpPr/>
            <p:nvPr/>
          </p:nvSpPr>
          <p:spPr bwMode="auto">
            <a:xfrm>
              <a:off x="6526213" y="1704975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2 w 41"/>
                <a:gd name="T3" fmla="*/ 0 h 37"/>
                <a:gd name="T4" fmla="*/ 41 w 41"/>
                <a:gd name="T5" fmla="*/ 10 h 37"/>
                <a:gd name="T6" fmla="*/ 5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2" y="0"/>
                  </a:lnTo>
                  <a:lnTo>
                    <a:pt x="41" y="10"/>
                  </a:lnTo>
                  <a:lnTo>
                    <a:pt x="5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Freeform 1047"/>
            <p:cNvSpPr/>
            <p:nvPr/>
          </p:nvSpPr>
          <p:spPr bwMode="auto">
            <a:xfrm>
              <a:off x="6483350" y="1655763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Freeform 1048"/>
            <p:cNvSpPr/>
            <p:nvPr/>
          </p:nvSpPr>
          <p:spPr bwMode="auto">
            <a:xfrm>
              <a:off x="6438900" y="1604963"/>
              <a:ext cx="73025" cy="57150"/>
            </a:xfrm>
            <a:custGeom>
              <a:avLst/>
              <a:gdLst>
                <a:gd name="T0" fmla="*/ 0 w 46"/>
                <a:gd name="T1" fmla="*/ 32 h 36"/>
                <a:gd name="T2" fmla="*/ 37 w 46"/>
                <a:gd name="T3" fmla="*/ 0 h 36"/>
                <a:gd name="T4" fmla="*/ 46 w 46"/>
                <a:gd name="T5" fmla="*/ 9 h 36"/>
                <a:gd name="T6" fmla="*/ 9 w 46"/>
                <a:gd name="T7" fmla="*/ 36 h 36"/>
                <a:gd name="T8" fmla="*/ 0 w 46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0" y="32"/>
                  </a:moveTo>
                  <a:lnTo>
                    <a:pt x="37" y="0"/>
                  </a:lnTo>
                  <a:lnTo>
                    <a:pt x="46" y="9"/>
                  </a:lnTo>
                  <a:lnTo>
                    <a:pt x="9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Freeform 1049"/>
            <p:cNvSpPr/>
            <p:nvPr/>
          </p:nvSpPr>
          <p:spPr bwMode="auto">
            <a:xfrm>
              <a:off x="6403975" y="1554163"/>
              <a:ext cx="65087" cy="65088"/>
            </a:xfrm>
            <a:custGeom>
              <a:avLst/>
              <a:gdLst>
                <a:gd name="T0" fmla="*/ 0 w 41"/>
                <a:gd name="T1" fmla="*/ 32 h 41"/>
                <a:gd name="T2" fmla="*/ 36 w 41"/>
                <a:gd name="T3" fmla="*/ 0 h 41"/>
                <a:gd name="T4" fmla="*/ 41 w 41"/>
                <a:gd name="T5" fmla="*/ 9 h 41"/>
                <a:gd name="T6" fmla="*/ 4 w 41"/>
                <a:gd name="T7" fmla="*/ 41 h 41"/>
                <a:gd name="T8" fmla="*/ 0 w 41"/>
                <a:gd name="T9" fmla="*/ 3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2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4" y="41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Freeform 1050"/>
            <p:cNvSpPr/>
            <p:nvPr/>
          </p:nvSpPr>
          <p:spPr bwMode="auto">
            <a:xfrm>
              <a:off x="6288088" y="1511300"/>
              <a:ext cx="144462" cy="114300"/>
            </a:xfrm>
            <a:custGeom>
              <a:avLst/>
              <a:gdLst>
                <a:gd name="T0" fmla="*/ 0 w 91"/>
                <a:gd name="T1" fmla="*/ 63 h 72"/>
                <a:gd name="T2" fmla="*/ 82 w 91"/>
                <a:gd name="T3" fmla="*/ 0 h 72"/>
                <a:gd name="T4" fmla="*/ 91 w 91"/>
                <a:gd name="T5" fmla="*/ 4 h 72"/>
                <a:gd name="T6" fmla="*/ 4 w 91"/>
                <a:gd name="T7" fmla="*/ 72 h 72"/>
                <a:gd name="T8" fmla="*/ 0 w 91"/>
                <a:gd name="T9" fmla="*/ 63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2">
                  <a:moveTo>
                    <a:pt x="0" y="63"/>
                  </a:moveTo>
                  <a:lnTo>
                    <a:pt x="82" y="0"/>
                  </a:lnTo>
                  <a:lnTo>
                    <a:pt x="91" y="4"/>
                  </a:lnTo>
                  <a:lnTo>
                    <a:pt x="4" y="72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Freeform 1051"/>
            <p:cNvSpPr/>
            <p:nvPr/>
          </p:nvSpPr>
          <p:spPr bwMode="auto">
            <a:xfrm>
              <a:off x="6324600" y="1460500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Freeform 1052"/>
            <p:cNvSpPr/>
            <p:nvPr/>
          </p:nvSpPr>
          <p:spPr bwMode="auto">
            <a:xfrm>
              <a:off x="6280150" y="1409700"/>
              <a:ext cx="73025" cy="57150"/>
            </a:xfrm>
            <a:custGeom>
              <a:avLst/>
              <a:gdLst>
                <a:gd name="T0" fmla="*/ 0 w 46"/>
                <a:gd name="T1" fmla="*/ 27 h 36"/>
                <a:gd name="T2" fmla="*/ 37 w 46"/>
                <a:gd name="T3" fmla="*/ 0 h 36"/>
                <a:gd name="T4" fmla="*/ 46 w 46"/>
                <a:gd name="T5" fmla="*/ 9 h 36"/>
                <a:gd name="T6" fmla="*/ 9 w 46"/>
                <a:gd name="T7" fmla="*/ 36 h 36"/>
                <a:gd name="T8" fmla="*/ 0 w 46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0" y="27"/>
                  </a:moveTo>
                  <a:lnTo>
                    <a:pt x="37" y="0"/>
                  </a:lnTo>
                  <a:lnTo>
                    <a:pt x="46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Freeform 1053"/>
            <p:cNvSpPr/>
            <p:nvPr/>
          </p:nvSpPr>
          <p:spPr bwMode="auto">
            <a:xfrm>
              <a:off x="6245225" y="1358900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9 h 36"/>
                <a:gd name="T6" fmla="*/ 4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Freeform 1054"/>
            <p:cNvSpPr/>
            <p:nvPr/>
          </p:nvSpPr>
          <p:spPr bwMode="auto">
            <a:xfrm>
              <a:off x="6200775" y="1308100"/>
              <a:ext cx="65087" cy="58738"/>
            </a:xfrm>
            <a:custGeom>
              <a:avLst/>
              <a:gdLst>
                <a:gd name="T0" fmla="*/ 0 w 41"/>
                <a:gd name="T1" fmla="*/ 27 h 37"/>
                <a:gd name="T2" fmla="*/ 37 w 41"/>
                <a:gd name="T3" fmla="*/ 0 h 37"/>
                <a:gd name="T4" fmla="*/ 41 w 41"/>
                <a:gd name="T5" fmla="*/ 9 h 37"/>
                <a:gd name="T6" fmla="*/ 9 w 41"/>
                <a:gd name="T7" fmla="*/ 37 h 37"/>
                <a:gd name="T8" fmla="*/ 0 w 41"/>
                <a:gd name="T9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Freeform 1055"/>
            <p:cNvSpPr/>
            <p:nvPr/>
          </p:nvSpPr>
          <p:spPr bwMode="auto">
            <a:xfrm>
              <a:off x="6086475" y="1257300"/>
              <a:ext cx="144462" cy="123825"/>
            </a:xfrm>
            <a:custGeom>
              <a:avLst/>
              <a:gdLst>
                <a:gd name="T0" fmla="*/ 0 w 91"/>
                <a:gd name="T1" fmla="*/ 69 h 78"/>
                <a:gd name="T2" fmla="*/ 81 w 91"/>
                <a:gd name="T3" fmla="*/ 0 h 78"/>
                <a:gd name="T4" fmla="*/ 91 w 91"/>
                <a:gd name="T5" fmla="*/ 9 h 78"/>
                <a:gd name="T6" fmla="*/ 9 w 91"/>
                <a:gd name="T7" fmla="*/ 78 h 78"/>
                <a:gd name="T8" fmla="*/ 0 w 91"/>
                <a:gd name="T9" fmla="*/ 6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8">
                  <a:moveTo>
                    <a:pt x="0" y="69"/>
                  </a:moveTo>
                  <a:lnTo>
                    <a:pt x="81" y="0"/>
                  </a:lnTo>
                  <a:lnTo>
                    <a:pt x="91" y="9"/>
                  </a:lnTo>
                  <a:lnTo>
                    <a:pt x="9" y="78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Freeform 1056"/>
            <p:cNvSpPr/>
            <p:nvPr/>
          </p:nvSpPr>
          <p:spPr bwMode="auto">
            <a:xfrm>
              <a:off x="6121400" y="1214438"/>
              <a:ext cx="73025" cy="57150"/>
            </a:xfrm>
            <a:custGeom>
              <a:avLst/>
              <a:gdLst>
                <a:gd name="T0" fmla="*/ 0 w 46"/>
                <a:gd name="T1" fmla="*/ 27 h 36"/>
                <a:gd name="T2" fmla="*/ 37 w 46"/>
                <a:gd name="T3" fmla="*/ 0 h 36"/>
                <a:gd name="T4" fmla="*/ 46 w 46"/>
                <a:gd name="T5" fmla="*/ 4 h 36"/>
                <a:gd name="T6" fmla="*/ 9 w 46"/>
                <a:gd name="T7" fmla="*/ 36 h 36"/>
                <a:gd name="T8" fmla="*/ 0 w 46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0" y="27"/>
                  </a:moveTo>
                  <a:lnTo>
                    <a:pt x="37" y="0"/>
                  </a:lnTo>
                  <a:lnTo>
                    <a:pt x="46" y="4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Freeform 1057"/>
            <p:cNvSpPr/>
            <p:nvPr/>
          </p:nvSpPr>
          <p:spPr bwMode="auto">
            <a:xfrm>
              <a:off x="6086475" y="1163638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1 w 41"/>
                <a:gd name="T3" fmla="*/ 0 h 36"/>
                <a:gd name="T4" fmla="*/ 41 w 41"/>
                <a:gd name="T5" fmla="*/ 9 h 36"/>
                <a:gd name="T6" fmla="*/ 4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Freeform 1058"/>
            <p:cNvSpPr/>
            <p:nvPr/>
          </p:nvSpPr>
          <p:spPr bwMode="auto">
            <a:xfrm>
              <a:off x="6042025" y="1112838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7 w 41"/>
                <a:gd name="T3" fmla="*/ 0 h 37"/>
                <a:gd name="T4" fmla="*/ 41 w 41"/>
                <a:gd name="T5" fmla="*/ 9 h 37"/>
                <a:gd name="T6" fmla="*/ 9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Freeform 1059"/>
            <p:cNvSpPr/>
            <p:nvPr/>
          </p:nvSpPr>
          <p:spPr bwMode="auto">
            <a:xfrm>
              <a:off x="6007101" y="1062038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1 w 41"/>
                <a:gd name="T3" fmla="*/ 0 h 37"/>
                <a:gd name="T4" fmla="*/ 41 w 41"/>
                <a:gd name="T5" fmla="*/ 9 h 37"/>
                <a:gd name="T6" fmla="*/ 4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Freeform 1060"/>
            <p:cNvSpPr/>
            <p:nvPr/>
          </p:nvSpPr>
          <p:spPr bwMode="auto">
            <a:xfrm>
              <a:off x="5891213" y="1011238"/>
              <a:ext cx="136525" cy="115888"/>
            </a:xfrm>
            <a:custGeom>
              <a:avLst/>
              <a:gdLst>
                <a:gd name="T0" fmla="*/ 0 w 86"/>
                <a:gd name="T1" fmla="*/ 69 h 73"/>
                <a:gd name="T2" fmla="*/ 82 w 86"/>
                <a:gd name="T3" fmla="*/ 0 h 73"/>
                <a:gd name="T4" fmla="*/ 86 w 86"/>
                <a:gd name="T5" fmla="*/ 10 h 73"/>
                <a:gd name="T6" fmla="*/ 4 w 86"/>
                <a:gd name="T7" fmla="*/ 73 h 73"/>
                <a:gd name="T8" fmla="*/ 0 w 86"/>
                <a:gd name="T9" fmla="*/ 6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73">
                  <a:moveTo>
                    <a:pt x="0" y="69"/>
                  </a:moveTo>
                  <a:lnTo>
                    <a:pt x="82" y="0"/>
                  </a:lnTo>
                  <a:lnTo>
                    <a:pt x="86" y="10"/>
                  </a:lnTo>
                  <a:lnTo>
                    <a:pt x="4" y="73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Freeform 1061"/>
            <p:cNvSpPr/>
            <p:nvPr/>
          </p:nvSpPr>
          <p:spPr bwMode="auto">
            <a:xfrm>
              <a:off x="5927726" y="962025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1 w 41"/>
                <a:gd name="T3" fmla="*/ 0 h 36"/>
                <a:gd name="T4" fmla="*/ 41 w 41"/>
                <a:gd name="T5" fmla="*/ 9 h 36"/>
                <a:gd name="T6" fmla="*/ 4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Freeform 1062"/>
            <p:cNvSpPr/>
            <p:nvPr/>
          </p:nvSpPr>
          <p:spPr bwMode="auto">
            <a:xfrm>
              <a:off x="5883276" y="911225"/>
              <a:ext cx="65087" cy="57150"/>
            </a:xfrm>
            <a:custGeom>
              <a:avLst/>
              <a:gdLst>
                <a:gd name="T0" fmla="*/ 0 w 41"/>
                <a:gd name="T1" fmla="*/ 32 h 36"/>
                <a:gd name="T2" fmla="*/ 37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32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Freeform 1063"/>
            <p:cNvSpPr/>
            <p:nvPr/>
          </p:nvSpPr>
          <p:spPr bwMode="auto">
            <a:xfrm>
              <a:off x="5848351" y="860425"/>
              <a:ext cx="65087" cy="65088"/>
            </a:xfrm>
            <a:custGeom>
              <a:avLst/>
              <a:gdLst>
                <a:gd name="T0" fmla="*/ 0 w 41"/>
                <a:gd name="T1" fmla="*/ 32 h 41"/>
                <a:gd name="T2" fmla="*/ 31 w 41"/>
                <a:gd name="T3" fmla="*/ 0 h 41"/>
                <a:gd name="T4" fmla="*/ 41 w 41"/>
                <a:gd name="T5" fmla="*/ 9 h 41"/>
                <a:gd name="T6" fmla="*/ 4 w 41"/>
                <a:gd name="T7" fmla="*/ 41 h 41"/>
                <a:gd name="T8" fmla="*/ 0 w 41"/>
                <a:gd name="T9" fmla="*/ 3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2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41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Freeform 1064"/>
            <p:cNvSpPr/>
            <p:nvPr/>
          </p:nvSpPr>
          <p:spPr bwMode="auto">
            <a:xfrm>
              <a:off x="5803901" y="817563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7 w 41"/>
                <a:gd name="T3" fmla="*/ 0 h 36"/>
                <a:gd name="T4" fmla="*/ 41 w 41"/>
                <a:gd name="T5" fmla="*/ 4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7" y="0"/>
                  </a:lnTo>
                  <a:lnTo>
                    <a:pt x="41" y="4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Freeform 1065"/>
            <p:cNvSpPr/>
            <p:nvPr/>
          </p:nvSpPr>
          <p:spPr bwMode="auto">
            <a:xfrm>
              <a:off x="5689601" y="766763"/>
              <a:ext cx="144462" cy="115888"/>
            </a:xfrm>
            <a:custGeom>
              <a:avLst/>
              <a:gdLst>
                <a:gd name="T0" fmla="*/ 0 w 91"/>
                <a:gd name="T1" fmla="*/ 63 h 73"/>
                <a:gd name="T2" fmla="*/ 81 w 91"/>
                <a:gd name="T3" fmla="*/ 0 h 73"/>
                <a:gd name="T4" fmla="*/ 91 w 91"/>
                <a:gd name="T5" fmla="*/ 9 h 73"/>
                <a:gd name="T6" fmla="*/ 4 w 91"/>
                <a:gd name="T7" fmla="*/ 73 h 73"/>
                <a:gd name="T8" fmla="*/ 0 w 91"/>
                <a:gd name="T9" fmla="*/ 6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3">
                  <a:moveTo>
                    <a:pt x="0" y="63"/>
                  </a:moveTo>
                  <a:lnTo>
                    <a:pt x="81" y="0"/>
                  </a:lnTo>
                  <a:lnTo>
                    <a:pt x="91" y="9"/>
                  </a:lnTo>
                  <a:lnTo>
                    <a:pt x="4" y="73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Freeform 1066"/>
            <p:cNvSpPr/>
            <p:nvPr/>
          </p:nvSpPr>
          <p:spPr bwMode="auto">
            <a:xfrm>
              <a:off x="5724526" y="715963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7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Freeform 1067"/>
            <p:cNvSpPr/>
            <p:nvPr/>
          </p:nvSpPr>
          <p:spPr bwMode="auto">
            <a:xfrm>
              <a:off x="5689601" y="665163"/>
              <a:ext cx="63500" cy="57150"/>
            </a:xfrm>
            <a:custGeom>
              <a:avLst/>
              <a:gdLst>
                <a:gd name="T0" fmla="*/ 0 w 40"/>
                <a:gd name="T1" fmla="*/ 27 h 36"/>
                <a:gd name="T2" fmla="*/ 31 w 40"/>
                <a:gd name="T3" fmla="*/ 0 h 36"/>
                <a:gd name="T4" fmla="*/ 40 w 40"/>
                <a:gd name="T5" fmla="*/ 9 h 36"/>
                <a:gd name="T6" fmla="*/ 4 w 40"/>
                <a:gd name="T7" fmla="*/ 36 h 36"/>
                <a:gd name="T8" fmla="*/ 0 w 40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6">
                  <a:moveTo>
                    <a:pt x="0" y="27"/>
                  </a:moveTo>
                  <a:lnTo>
                    <a:pt x="31" y="0"/>
                  </a:lnTo>
                  <a:lnTo>
                    <a:pt x="40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Freeform 1068"/>
            <p:cNvSpPr/>
            <p:nvPr/>
          </p:nvSpPr>
          <p:spPr bwMode="auto">
            <a:xfrm>
              <a:off x="5645151" y="614363"/>
              <a:ext cx="65087" cy="58738"/>
            </a:xfrm>
            <a:custGeom>
              <a:avLst/>
              <a:gdLst>
                <a:gd name="T0" fmla="*/ 0 w 41"/>
                <a:gd name="T1" fmla="*/ 27 h 37"/>
                <a:gd name="T2" fmla="*/ 37 w 41"/>
                <a:gd name="T3" fmla="*/ 0 h 37"/>
                <a:gd name="T4" fmla="*/ 41 w 41"/>
                <a:gd name="T5" fmla="*/ 9 h 37"/>
                <a:gd name="T6" fmla="*/ 9 w 41"/>
                <a:gd name="T7" fmla="*/ 37 h 37"/>
                <a:gd name="T8" fmla="*/ 0 w 41"/>
                <a:gd name="T9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Freeform 1069"/>
            <p:cNvSpPr/>
            <p:nvPr/>
          </p:nvSpPr>
          <p:spPr bwMode="auto">
            <a:xfrm>
              <a:off x="5602288" y="563563"/>
              <a:ext cx="71437" cy="58738"/>
            </a:xfrm>
            <a:custGeom>
              <a:avLst/>
              <a:gdLst>
                <a:gd name="T0" fmla="*/ 0 w 45"/>
                <a:gd name="T1" fmla="*/ 28 h 37"/>
                <a:gd name="T2" fmla="*/ 36 w 45"/>
                <a:gd name="T3" fmla="*/ 0 h 37"/>
                <a:gd name="T4" fmla="*/ 45 w 45"/>
                <a:gd name="T5" fmla="*/ 9 h 37"/>
                <a:gd name="T6" fmla="*/ 9 w 45"/>
                <a:gd name="T7" fmla="*/ 37 h 37"/>
                <a:gd name="T8" fmla="*/ 0 w 45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7">
                  <a:moveTo>
                    <a:pt x="0" y="28"/>
                  </a:moveTo>
                  <a:lnTo>
                    <a:pt x="36" y="0"/>
                  </a:lnTo>
                  <a:lnTo>
                    <a:pt x="45" y="9"/>
                  </a:lnTo>
                  <a:lnTo>
                    <a:pt x="9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Freeform 1070"/>
            <p:cNvSpPr/>
            <p:nvPr/>
          </p:nvSpPr>
          <p:spPr bwMode="auto">
            <a:xfrm>
              <a:off x="5486401" y="512763"/>
              <a:ext cx="144462" cy="123825"/>
            </a:xfrm>
            <a:custGeom>
              <a:avLst/>
              <a:gdLst>
                <a:gd name="T0" fmla="*/ 0 w 91"/>
                <a:gd name="T1" fmla="*/ 69 h 78"/>
                <a:gd name="T2" fmla="*/ 87 w 91"/>
                <a:gd name="T3" fmla="*/ 0 h 78"/>
                <a:gd name="T4" fmla="*/ 91 w 91"/>
                <a:gd name="T5" fmla="*/ 10 h 78"/>
                <a:gd name="T6" fmla="*/ 9 w 91"/>
                <a:gd name="T7" fmla="*/ 78 h 78"/>
                <a:gd name="T8" fmla="*/ 0 w 91"/>
                <a:gd name="T9" fmla="*/ 6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8">
                  <a:moveTo>
                    <a:pt x="0" y="69"/>
                  </a:moveTo>
                  <a:lnTo>
                    <a:pt x="87" y="0"/>
                  </a:lnTo>
                  <a:lnTo>
                    <a:pt x="91" y="10"/>
                  </a:lnTo>
                  <a:lnTo>
                    <a:pt x="9" y="78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Freeform 1071"/>
            <p:cNvSpPr/>
            <p:nvPr/>
          </p:nvSpPr>
          <p:spPr bwMode="auto">
            <a:xfrm>
              <a:off x="5530851" y="469900"/>
              <a:ext cx="63500" cy="58738"/>
            </a:xfrm>
            <a:custGeom>
              <a:avLst/>
              <a:gdLst>
                <a:gd name="T0" fmla="*/ 0 w 40"/>
                <a:gd name="T1" fmla="*/ 27 h 37"/>
                <a:gd name="T2" fmla="*/ 31 w 40"/>
                <a:gd name="T3" fmla="*/ 0 h 37"/>
                <a:gd name="T4" fmla="*/ 40 w 40"/>
                <a:gd name="T5" fmla="*/ 9 h 37"/>
                <a:gd name="T6" fmla="*/ 4 w 40"/>
                <a:gd name="T7" fmla="*/ 37 h 37"/>
                <a:gd name="T8" fmla="*/ 0 w 40"/>
                <a:gd name="T9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7">
                  <a:moveTo>
                    <a:pt x="0" y="27"/>
                  </a:moveTo>
                  <a:lnTo>
                    <a:pt x="31" y="0"/>
                  </a:lnTo>
                  <a:lnTo>
                    <a:pt x="40" y="9"/>
                  </a:lnTo>
                  <a:lnTo>
                    <a:pt x="4" y="3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Freeform 1072"/>
            <p:cNvSpPr/>
            <p:nvPr/>
          </p:nvSpPr>
          <p:spPr bwMode="auto">
            <a:xfrm>
              <a:off x="5486401" y="419100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7 w 41"/>
                <a:gd name="T3" fmla="*/ 0 h 37"/>
                <a:gd name="T4" fmla="*/ 41 w 41"/>
                <a:gd name="T5" fmla="*/ 9 h 37"/>
                <a:gd name="T6" fmla="*/ 5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5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Freeform 1073"/>
            <p:cNvSpPr/>
            <p:nvPr/>
          </p:nvSpPr>
          <p:spPr bwMode="auto">
            <a:xfrm>
              <a:off x="5443538" y="368300"/>
              <a:ext cx="71437" cy="58738"/>
            </a:xfrm>
            <a:custGeom>
              <a:avLst/>
              <a:gdLst>
                <a:gd name="T0" fmla="*/ 0 w 45"/>
                <a:gd name="T1" fmla="*/ 28 h 37"/>
                <a:gd name="T2" fmla="*/ 36 w 45"/>
                <a:gd name="T3" fmla="*/ 0 h 37"/>
                <a:gd name="T4" fmla="*/ 45 w 45"/>
                <a:gd name="T5" fmla="*/ 10 h 37"/>
                <a:gd name="T6" fmla="*/ 9 w 45"/>
                <a:gd name="T7" fmla="*/ 37 h 37"/>
                <a:gd name="T8" fmla="*/ 0 w 45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7">
                  <a:moveTo>
                    <a:pt x="0" y="28"/>
                  </a:moveTo>
                  <a:lnTo>
                    <a:pt x="36" y="0"/>
                  </a:lnTo>
                  <a:lnTo>
                    <a:pt x="45" y="10"/>
                  </a:lnTo>
                  <a:lnTo>
                    <a:pt x="9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Freeform 1074"/>
            <p:cNvSpPr/>
            <p:nvPr/>
          </p:nvSpPr>
          <p:spPr bwMode="auto">
            <a:xfrm>
              <a:off x="5407026" y="319088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7 w 41"/>
                <a:gd name="T3" fmla="*/ 0 h 36"/>
                <a:gd name="T4" fmla="*/ 41 w 41"/>
                <a:gd name="T5" fmla="*/ 9 h 36"/>
                <a:gd name="T6" fmla="*/ 5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5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Freeform 1075"/>
            <p:cNvSpPr/>
            <p:nvPr/>
          </p:nvSpPr>
          <p:spPr bwMode="auto">
            <a:xfrm>
              <a:off x="5292726" y="268288"/>
              <a:ext cx="136525" cy="122238"/>
            </a:xfrm>
            <a:custGeom>
              <a:avLst/>
              <a:gdLst>
                <a:gd name="T0" fmla="*/ 0 w 86"/>
                <a:gd name="T1" fmla="*/ 68 h 77"/>
                <a:gd name="T2" fmla="*/ 81 w 86"/>
                <a:gd name="T3" fmla="*/ 0 h 77"/>
                <a:gd name="T4" fmla="*/ 86 w 86"/>
                <a:gd name="T5" fmla="*/ 9 h 77"/>
                <a:gd name="T6" fmla="*/ 4 w 86"/>
                <a:gd name="T7" fmla="*/ 77 h 77"/>
                <a:gd name="T8" fmla="*/ 0 w 86"/>
                <a:gd name="T9" fmla="*/ 6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77">
                  <a:moveTo>
                    <a:pt x="0" y="68"/>
                  </a:moveTo>
                  <a:lnTo>
                    <a:pt x="81" y="0"/>
                  </a:lnTo>
                  <a:lnTo>
                    <a:pt x="86" y="9"/>
                  </a:lnTo>
                  <a:lnTo>
                    <a:pt x="4" y="77"/>
                  </a:lnTo>
                  <a:lnTo>
                    <a:pt x="0" y="6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Freeform 1076"/>
            <p:cNvSpPr/>
            <p:nvPr/>
          </p:nvSpPr>
          <p:spPr bwMode="auto">
            <a:xfrm>
              <a:off x="5327651" y="217488"/>
              <a:ext cx="65087" cy="57150"/>
            </a:xfrm>
            <a:custGeom>
              <a:avLst/>
              <a:gdLst>
                <a:gd name="T0" fmla="*/ 0 w 41"/>
                <a:gd name="T1" fmla="*/ 32 h 36"/>
                <a:gd name="T2" fmla="*/ 37 w 41"/>
                <a:gd name="T3" fmla="*/ 0 h 36"/>
                <a:gd name="T4" fmla="*/ 41 w 41"/>
                <a:gd name="T5" fmla="*/ 9 h 36"/>
                <a:gd name="T6" fmla="*/ 5 w 41"/>
                <a:gd name="T7" fmla="*/ 36 h 36"/>
                <a:gd name="T8" fmla="*/ 0 w 41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32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5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Freeform 1077"/>
            <p:cNvSpPr/>
            <p:nvPr/>
          </p:nvSpPr>
          <p:spPr bwMode="auto">
            <a:xfrm>
              <a:off x="5284788" y="166688"/>
              <a:ext cx="71437" cy="57150"/>
            </a:xfrm>
            <a:custGeom>
              <a:avLst/>
              <a:gdLst>
                <a:gd name="T0" fmla="*/ 0 w 45"/>
                <a:gd name="T1" fmla="*/ 32 h 36"/>
                <a:gd name="T2" fmla="*/ 36 w 45"/>
                <a:gd name="T3" fmla="*/ 0 h 36"/>
                <a:gd name="T4" fmla="*/ 45 w 45"/>
                <a:gd name="T5" fmla="*/ 9 h 36"/>
                <a:gd name="T6" fmla="*/ 9 w 45"/>
                <a:gd name="T7" fmla="*/ 36 h 36"/>
                <a:gd name="T8" fmla="*/ 0 w 45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0" y="32"/>
                  </a:moveTo>
                  <a:lnTo>
                    <a:pt x="36" y="0"/>
                  </a:lnTo>
                  <a:lnTo>
                    <a:pt x="45" y="9"/>
                  </a:lnTo>
                  <a:lnTo>
                    <a:pt x="9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Freeform 1078"/>
            <p:cNvSpPr/>
            <p:nvPr/>
          </p:nvSpPr>
          <p:spPr bwMode="auto">
            <a:xfrm>
              <a:off x="5248276" y="123825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2 w 41"/>
                <a:gd name="T3" fmla="*/ 0 h 36"/>
                <a:gd name="T4" fmla="*/ 41 w 41"/>
                <a:gd name="T5" fmla="*/ 4 h 36"/>
                <a:gd name="T6" fmla="*/ 5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2" y="0"/>
                  </a:lnTo>
                  <a:lnTo>
                    <a:pt x="41" y="4"/>
                  </a:lnTo>
                  <a:lnTo>
                    <a:pt x="5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Freeform 1079"/>
            <p:cNvSpPr/>
            <p:nvPr/>
          </p:nvSpPr>
          <p:spPr bwMode="auto">
            <a:xfrm>
              <a:off x="5205413" y="73025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4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4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Freeform 1080"/>
            <p:cNvSpPr/>
            <p:nvPr/>
          </p:nvSpPr>
          <p:spPr bwMode="auto">
            <a:xfrm>
              <a:off x="5089526" y="22225"/>
              <a:ext cx="144462" cy="115888"/>
            </a:xfrm>
            <a:custGeom>
              <a:avLst/>
              <a:gdLst>
                <a:gd name="T0" fmla="*/ 0 w 91"/>
                <a:gd name="T1" fmla="*/ 64 h 73"/>
                <a:gd name="T2" fmla="*/ 82 w 91"/>
                <a:gd name="T3" fmla="*/ 0 h 73"/>
                <a:gd name="T4" fmla="*/ 91 w 91"/>
                <a:gd name="T5" fmla="*/ 9 h 73"/>
                <a:gd name="T6" fmla="*/ 9 w 91"/>
                <a:gd name="T7" fmla="*/ 73 h 73"/>
                <a:gd name="T8" fmla="*/ 0 w 91"/>
                <a:gd name="T9" fmla="*/ 6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3">
                  <a:moveTo>
                    <a:pt x="0" y="64"/>
                  </a:moveTo>
                  <a:lnTo>
                    <a:pt x="82" y="0"/>
                  </a:lnTo>
                  <a:lnTo>
                    <a:pt x="91" y="9"/>
                  </a:lnTo>
                  <a:lnTo>
                    <a:pt x="9" y="73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5" name="Freeform 1086"/>
          <p:cNvSpPr/>
          <p:nvPr/>
        </p:nvSpPr>
        <p:spPr bwMode="auto">
          <a:xfrm>
            <a:off x="8594726" y="5543550"/>
            <a:ext cx="433387" cy="447675"/>
          </a:xfrm>
          <a:custGeom>
            <a:avLst/>
            <a:gdLst>
              <a:gd name="T0" fmla="*/ 42 w 60"/>
              <a:gd name="T1" fmla="*/ 5 h 62"/>
              <a:gd name="T2" fmla="*/ 43 w 60"/>
              <a:gd name="T3" fmla="*/ 19 h 62"/>
              <a:gd name="T4" fmla="*/ 45 w 60"/>
              <a:gd name="T5" fmla="*/ 22 h 62"/>
              <a:gd name="T6" fmla="*/ 57 w 60"/>
              <a:gd name="T7" fmla="*/ 29 h 62"/>
              <a:gd name="T8" fmla="*/ 57 w 60"/>
              <a:gd name="T9" fmla="*/ 36 h 62"/>
              <a:gd name="T10" fmla="*/ 44 w 60"/>
              <a:gd name="T11" fmla="*/ 41 h 62"/>
              <a:gd name="T12" fmla="*/ 41 w 60"/>
              <a:gd name="T13" fmla="*/ 44 h 62"/>
              <a:gd name="T14" fmla="*/ 39 w 60"/>
              <a:gd name="T15" fmla="*/ 57 h 62"/>
              <a:gd name="T16" fmla="*/ 32 w 60"/>
              <a:gd name="T17" fmla="*/ 59 h 62"/>
              <a:gd name="T18" fmla="*/ 23 w 60"/>
              <a:gd name="T19" fmla="*/ 49 h 62"/>
              <a:gd name="T20" fmla="*/ 19 w 60"/>
              <a:gd name="T21" fmla="*/ 47 h 62"/>
              <a:gd name="T22" fmla="*/ 5 w 60"/>
              <a:gd name="T23" fmla="*/ 49 h 62"/>
              <a:gd name="T24" fmla="*/ 2 w 60"/>
              <a:gd name="T25" fmla="*/ 43 h 62"/>
              <a:gd name="T26" fmla="*/ 9 w 60"/>
              <a:gd name="T27" fmla="*/ 31 h 62"/>
              <a:gd name="T28" fmla="*/ 9 w 60"/>
              <a:gd name="T29" fmla="*/ 27 h 62"/>
              <a:gd name="T30" fmla="*/ 4 w 60"/>
              <a:gd name="T31" fmla="*/ 14 h 62"/>
              <a:gd name="T32" fmla="*/ 8 w 60"/>
              <a:gd name="T33" fmla="*/ 9 h 62"/>
              <a:gd name="T34" fmla="*/ 22 w 60"/>
              <a:gd name="T35" fmla="*/ 12 h 62"/>
              <a:gd name="T36" fmla="*/ 25 w 60"/>
              <a:gd name="T37" fmla="*/ 11 h 62"/>
              <a:gd name="T38" fmla="*/ 35 w 60"/>
              <a:gd name="T39" fmla="*/ 2 h 62"/>
              <a:gd name="T40" fmla="*/ 42 w 60"/>
              <a:gd name="T41" fmla="*/ 5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0" h="62">
                <a:moveTo>
                  <a:pt x="42" y="5"/>
                </a:moveTo>
                <a:cubicBezTo>
                  <a:pt x="43" y="19"/>
                  <a:pt x="43" y="19"/>
                  <a:pt x="43" y="19"/>
                </a:cubicBezTo>
                <a:cubicBezTo>
                  <a:pt x="43" y="20"/>
                  <a:pt x="44" y="21"/>
                  <a:pt x="45" y="22"/>
                </a:cubicBezTo>
                <a:cubicBezTo>
                  <a:pt x="57" y="29"/>
                  <a:pt x="57" y="29"/>
                  <a:pt x="57" y="29"/>
                </a:cubicBezTo>
                <a:cubicBezTo>
                  <a:pt x="60" y="30"/>
                  <a:pt x="60" y="34"/>
                  <a:pt x="57" y="36"/>
                </a:cubicBezTo>
                <a:cubicBezTo>
                  <a:pt x="44" y="41"/>
                  <a:pt x="44" y="41"/>
                  <a:pt x="44" y="41"/>
                </a:cubicBezTo>
                <a:cubicBezTo>
                  <a:pt x="43" y="42"/>
                  <a:pt x="42" y="43"/>
                  <a:pt x="41" y="44"/>
                </a:cubicBezTo>
                <a:cubicBezTo>
                  <a:pt x="39" y="57"/>
                  <a:pt x="39" y="57"/>
                  <a:pt x="39" y="57"/>
                </a:cubicBezTo>
                <a:cubicBezTo>
                  <a:pt x="38" y="61"/>
                  <a:pt x="34" y="62"/>
                  <a:pt x="32" y="59"/>
                </a:cubicBezTo>
                <a:cubicBezTo>
                  <a:pt x="23" y="49"/>
                  <a:pt x="23" y="49"/>
                  <a:pt x="23" y="49"/>
                </a:cubicBezTo>
                <a:cubicBezTo>
                  <a:pt x="22" y="48"/>
                  <a:pt x="21" y="47"/>
                  <a:pt x="19" y="47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6"/>
                  <a:pt x="2" y="43"/>
                </a:cubicBezTo>
                <a:cubicBezTo>
                  <a:pt x="9" y="31"/>
                  <a:pt x="9" y="31"/>
                  <a:pt x="9" y="31"/>
                </a:cubicBezTo>
                <a:cubicBezTo>
                  <a:pt x="10" y="30"/>
                  <a:pt x="10" y="28"/>
                  <a:pt x="9" y="27"/>
                </a:cubicBezTo>
                <a:cubicBezTo>
                  <a:pt x="4" y="14"/>
                  <a:pt x="4" y="14"/>
                  <a:pt x="4" y="14"/>
                </a:cubicBezTo>
                <a:cubicBezTo>
                  <a:pt x="2" y="12"/>
                  <a:pt x="5" y="8"/>
                  <a:pt x="8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3" y="13"/>
                  <a:pt x="24" y="12"/>
                  <a:pt x="25" y="11"/>
                </a:cubicBezTo>
                <a:cubicBezTo>
                  <a:pt x="35" y="2"/>
                  <a:pt x="35" y="2"/>
                  <a:pt x="35" y="2"/>
                </a:cubicBezTo>
                <a:cubicBezTo>
                  <a:pt x="38" y="0"/>
                  <a:pt x="42" y="2"/>
                  <a:pt x="42" y="5"/>
                </a:cubicBezTo>
                <a:close/>
              </a:path>
            </a:pathLst>
          </a:custGeom>
          <a:solidFill>
            <a:srgbClr val="F2C8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3636350" y="347652"/>
            <a:ext cx="729175" cy="1452562"/>
            <a:chOff x="6065666" y="-1586705"/>
            <a:chExt cx="1400175" cy="2789237"/>
          </a:xfrm>
        </p:grpSpPr>
        <p:sp>
          <p:nvSpPr>
            <p:cNvPr id="57" name="Freeform 1017"/>
            <p:cNvSpPr/>
            <p:nvPr/>
          </p:nvSpPr>
          <p:spPr bwMode="auto">
            <a:xfrm>
              <a:off x="6592716" y="189707"/>
              <a:ext cx="873125" cy="715963"/>
            </a:xfrm>
            <a:custGeom>
              <a:avLst/>
              <a:gdLst>
                <a:gd name="T0" fmla="*/ 550 w 550"/>
                <a:gd name="T1" fmla="*/ 23 h 451"/>
                <a:gd name="T2" fmla="*/ 546 w 550"/>
                <a:gd name="T3" fmla="*/ 0 h 451"/>
                <a:gd name="T4" fmla="*/ 0 w 550"/>
                <a:gd name="T5" fmla="*/ 160 h 451"/>
                <a:gd name="T6" fmla="*/ 9 w 550"/>
                <a:gd name="T7" fmla="*/ 187 h 451"/>
                <a:gd name="T8" fmla="*/ 250 w 550"/>
                <a:gd name="T9" fmla="*/ 451 h 451"/>
                <a:gd name="T10" fmla="*/ 496 w 550"/>
                <a:gd name="T11" fmla="*/ 378 h 451"/>
                <a:gd name="T12" fmla="*/ 550 w 550"/>
                <a:gd name="T13" fmla="*/ 23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0" h="451">
                  <a:moveTo>
                    <a:pt x="550" y="23"/>
                  </a:moveTo>
                  <a:lnTo>
                    <a:pt x="546" y="0"/>
                  </a:lnTo>
                  <a:lnTo>
                    <a:pt x="0" y="160"/>
                  </a:lnTo>
                  <a:lnTo>
                    <a:pt x="9" y="187"/>
                  </a:lnTo>
                  <a:lnTo>
                    <a:pt x="250" y="451"/>
                  </a:lnTo>
                  <a:lnTo>
                    <a:pt x="496" y="378"/>
                  </a:lnTo>
                  <a:lnTo>
                    <a:pt x="550" y="23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Freeform 1018"/>
            <p:cNvSpPr/>
            <p:nvPr/>
          </p:nvSpPr>
          <p:spPr bwMode="auto">
            <a:xfrm>
              <a:off x="6989591" y="789782"/>
              <a:ext cx="390525" cy="412750"/>
            </a:xfrm>
            <a:custGeom>
              <a:avLst/>
              <a:gdLst>
                <a:gd name="T0" fmla="*/ 46 w 54"/>
                <a:gd name="T1" fmla="*/ 49 h 57"/>
                <a:gd name="T2" fmla="*/ 54 w 54"/>
                <a:gd name="T3" fmla="*/ 0 h 57"/>
                <a:gd name="T4" fmla="*/ 0 w 54"/>
                <a:gd name="T5" fmla="*/ 16 h 57"/>
                <a:gd name="T6" fmla="*/ 34 w 54"/>
                <a:gd name="T7" fmla="*/ 53 h 57"/>
                <a:gd name="T8" fmla="*/ 46 w 54"/>
                <a:gd name="T9" fmla="*/ 4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57">
                  <a:moveTo>
                    <a:pt x="46" y="49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8" y="57"/>
                    <a:pt x="45" y="55"/>
                    <a:pt x="46" y="49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Freeform 1019"/>
            <p:cNvSpPr/>
            <p:nvPr/>
          </p:nvSpPr>
          <p:spPr bwMode="auto">
            <a:xfrm>
              <a:off x="6592716" y="384970"/>
              <a:ext cx="549275" cy="520700"/>
            </a:xfrm>
            <a:custGeom>
              <a:avLst/>
              <a:gdLst>
                <a:gd name="T0" fmla="*/ 59 w 346"/>
                <a:gd name="T1" fmla="*/ 18 h 328"/>
                <a:gd name="T2" fmla="*/ 0 w 346"/>
                <a:gd name="T3" fmla="*/ 37 h 328"/>
                <a:gd name="T4" fmla="*/ 9 w 346"/>
                <a:gd name="T5" fmla="*/ 64 h 328"/>
                <a:gd name="T6" fmla="*/ 250 w 346"/>
                <a:gd name="T7" fmla="*/ 328 h 328"/>
                <a:gd name="T8" fmla="*/ 346 w 346"/>
                <a:gd name="T9" fmla="*/ 296 h 328"/>
                <a:gd name="T10" fmla="*/ 169 w 346"/>
                <a:gd name="T11" fmla="*/ 0 h 328"/>
                <a:gd name="T12" fmla="*/ 59 w 346"/>
                <a:gd name="T13" fmla="*/ 18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328">
                  <a:moveTo>
                    <a:pt x="59" y="18"/>
                  </a:moveTo>
                  <a:lnTo>
                    <a:pt x="0" y="37"/>
                  </a:lnTo>
                  <a:lnTo>
                    <a:pt x="9" y="64"/>
                  </a:lnTo>
                  <a:lnTo>
                    <a:pt x="250" y="328"/>
                  </a:lnTo>
                  <a:lnTo>
                    <a:pt x="346" y="296"/>
                  </a:lnTo>
                  <a:lnTo>
                    <a:pt x="169" y="0"/>
                  </a:lnTo>
                  <a:lnTo>
                    <a:pt x="59" y="18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Freeform 1020"/>
            <p:cNvSpPr/>
            <p:nvPr/>
          </p:nvSpPr>
          <p:spPr bwMode="auto">
            <a:xfrm>
              <a:off x="6303791" y="-727868"/>
              <a:ext cx="1025525" cy="1192213"/>
            </a:xfrm>
            <a:custGeom>
              <a:avLst/>
              <a:gdLst>
                <a:gd name="T0" fmla="*/ 0 w 646"/>
                <a:gd name="T1" fmla="*/ 137 h 751"/>
                <a:gd name="T2" fmla="*/ 187 w 646"/>
                <a:gd name="T3" fmla="*/ 751 h 751"/>
                <a:gd name="T4" fmla="*/ 646 w 646"/>
                <a:gd name="T5" fmla="*/ 615 h 751"/>
                <a:gd name="T6" fmla="*/ 455 w 646"/>
                <a:gd name="T7" fmla="*/ 0 h 751"/>
                <a:gd name="T8" fmla="*/ 0 w 646"/>
                <a:gd name="T9" fmla="*/ 137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751">
                  <a:moveTo>
                    <a:pt x="0" y="137"/>
                  </a:moveTo>
                  <a:lnTo>
                    <a:pt x="187" y="751"/>
                  </a:lnTo>
                  <a:lnTo>
                    <a:pt x="646" y="615"/>
                  </a:lnTo>
                  <a:lnTo>
                    <a:pt x="455" y="0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Freeform 1021"/>
            <p:cNvSpPr/>
            <p:nvPr/>
          </p:nvSpPr>
          <p:spPr bwMode="auto">
            <a:xfrm>
              <a:off x="6975304" y="-770730"/>
              <a:ext cx="490537" cy="1033463"/>
            </a:xfrm>
            <a:custGeom>
              <a:avLst/>
              <a:gdLst>
                <a:gd name="T0" fmla="*/ 0 w 309"/>
                <a:gd name="T1" fmla="*/ 36 h 651"/>
                <a:gd name="T2" fmla="*/ 187 w 309"/>
                <a:gd name="T3" fmla="*/ 651 h 651"/>
                <a:gd name="T4" fmla="*/ 309 w 309"/>
                <a:gd name="T5" fmla="*/ 614 h 651"/>
                <a:gd name="T6" fmla="*/ 119 w 309"/>
                <a:gd name="T7" fmla="*/ 0 h 651"/>
                <a:gd name="T8" fmla="*/ 0 w 309"/>
                <a:gd name="T9" fmla="*/ 36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9" h="651">
                  <a:moveTo>
                    <a:pt x="0" y="36"/>
                  </a:moveTo>
                  <a:lnTo>
                    <a:pt x="187" y="651"/>
                  </a:lnTo>
                  <a:lnTo>
                    <a:pt x="309" y="614"/>
                  </a:lnTo>
                  <a:lnTo>
                    <a:pt x="119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Freeform 1022"/>
            <p:cNvSpPr/>
            <p:nvPr/>
          </p:nvSpPr>
          <p:spPr bwMode="auto">
            <a:xfrm>
              <a:off x="6303791" y="-589755"/>
              <a:ext cx="557212" cy="1054100"/>
            </a:xfrm>
            <a:custGeom>
              <a:avLst/>
              <a:gdLst>
                <a:gd name="T0" fmla="*/ 0 w 351"/>
                <a:gd name="T1" fmla="*/ 50 h 664"/>
                <a:gd name="T2" fmla="*/ 187 w 351"/>
                <a:gd name="T3" fmla="*/ 664 h 664"/>
                <a:gd name="T4" fmla="*/ 351 w 351"/>
                <a:gd name="T5" fmla="*/ 614 h 664"/>
                <a:gd name="T6" fmla="*/ 164 w 351"/>
                <a:gd name="T7" fmla="*/ 0 h 664"/>
                <a:gd name="T8" fmla="*/ 0 w 351"/>
                <a:gd name="T9" fmla="*/ 5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" h="664">
                  <a:moveTo>
                    <a:pt x="0" y="50"/>
                  </a:moveTo>
                  <a:lnTo>
                    <a:pt x="187" y="664"/>
                  </a:lnTo>
                  <a:lnTo>
                    <a:pt x="351" y="614"/>
                  </a:lnTo>
                  <a:lnTo>
                    <a:pt x="164" y="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Freeform 1023"/>
            <p:cNvSpPr/>
            <p:nvPr/>
          </p:nvSpPr>
          <p:spPr bwMode="auto">
            <a:xfrm>
              <a:off x="6065666" y="-1586705"/>
              <a:ext cx="989012" cy="736600"/>
            </a:xfrm>
            <a:custGeom>
              <a:avLst/>
              <a:gdLst>
                <a:gd name="T0" fmla="*/ 16 w 137"/>
                <a:gd name="T1" fmla="*/ 95 h 102"/>
                <a:gd name="T2" fmla="*/ 1 w 137"/>
                <a:gd name="T3" fmla="*/ 43 h 102"/>
                <a:gd name="T4" fmla="*/ 7 w 137"/>
                <a:gd name="T5" fmla="*/ 32 h 102"/>
                <a:gd name="T6" fmla="*/ 109 w 137"/>
                <a:gd name="T7" fmla="*/ 1 h 102"/>
                <a:gd name="T8" fmla="*/ 120 w 137"/>
                <a:gd name="T9" fmla="*/ 7 h 102"/>
                <a:gd name="T10" fmla="*/ 136 w 137"/>
                <a:gd name="T11" fmla="*/ 59 h 102"/>
                <a:gd name="T12" fmla="*/ 130 w 137"/>
                <a:gd name="T13" fmla="*/ 70 h 102"/>
                <a:gd name="T14" fmla="*/ 28 w 137"/>
                <a:gd name="T15" fmla="*/ 101 h 102"/>
                <a:gd name="T16" fmla="*/ 16 w 137"/>
                <a:gd name="T17" fmla="*/ 9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" h="102">
                  <a:moveTo>
                    <a:pt x="16" y="95"/>
                  </a:moveTo>
                  <a:cubicBezTo>
                    <a:pt x="1" y="43"/>
                    <a:pt x="1" y="43"/>
                    <a:pt x="1" y="43"/>
                  </a:cubicBezTo>
                  <a:cubicBezTo>
                    <a:pt x="0" y="38"/>
                    <a:pt x="2" y="33"/>
                    <a:pt x="7" y="3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14" y="0"/>
                    <a:pt x="119" y="2"/>
                    <a:pt x="120" y="7"/>
                  </a:cubicBezTo>
                  <a:cubicBezTo>
                    <a:pt x="136" y="59"/>
                    <a:pt x="136" y="59"/>
                    <a:pt x="136" y="59"/>
                  </a:cubicBezTo>
                  <a:cubicBezTo>
                    <a:pt x="137" y="64"/>
                    <a:pt x="135" y="69"/>
                    <a:pt x="130" y="70"/>
                  </a:cubicBezTo>
                  <a:cubicBezTo>
                    <a:pt x="28" y="101"/>
                    <a:pt x="28" y="101"/>
                    <a:pt x="28" y="101"/>
                  </a:cubicBezTo>
                  <a:cubicBezTo>
                    <a:pt x="23" y="102"/>
                    <a:pt x="18" y="100"/>
                    <a:pt x="16" y="95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" name="Freeform 1024"/>
            <p:cNvSpPr/>
            <p:nvPr/>
          </p:nvSpPr>
          <p:spPr bwMode="auto">
            <a:xfrm>
              <a:off x="6167266" y="-1212055"/>
              <a:ext cx="1003300" cy="730250"/>
            </a:xfrm>
            <a:custGeom>
              <a:avLst/>
              <a:gdLst>
                <a:gd name="T0" fmla="*/ 0 w 632"/>
                <a:gd name="T1" fmla="*/ 160 h 460"/>
                <a:gd name="T2" fmla="*/ 91 w 632"/>
                <a:gd name="T3" fmla="*/ 460 h 460"/>
                <a:gd name="T4" fmla="*/ 632 w 632"/>
                <a:gd name="T5" fmla="*/ 301 h 460"/>
                <a:gd name="T6" fmla="*/ 546 w 632"/>
                <a:gd name="T7" fmla="*/ 0 h 460"/>
                <a:gd name="T8" fmla="*/ 0 w 632"/>
                <a:gd name="T9" fmla="*/ 16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2" h="460">
                  <a:moveTo>
                    <a:pt x="0" y="160"/>
                  </a:moveTo>
                  <a:lnTo>
                    <a:pt x="91" y="460"/>
                  </a:lnTo>
                  <a:lnTo>
                    <a:pt x="632" y="301"/>
                  </a:lnTo>
                  <a:lnTo>
                    <a:pt x="546" y="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Freeform 1025"/>
            <p:cNvSpPr/>
            <p:nvPr/>
          </p:nvSpPr>
          <p:spPr bwMode="auto">
            <a:xfrm>
              <a:off x="6167266" y="-1037430"/>
              <a:ext cx="419100" cy="555625"/>
            </a:xfrm>
            <a:custGeom>
              <a:avLst/>
              <a:gdLst>
                <a:gd name="T0" fmla="*/ 0 w 264"/>
                <a:gd name="T1" fmla="*/ 50 h 350"/>
                <a:gd name="T2" fmla="*/ 91 w 264"/>
                <a:gd name="T3" fmla="*/ 350 h 350"/>
                <a:gd name="T4" fmla="*/ 264 w 264"/>
                <a:gd name="T5" fmla="*/ 300 h 350"/>
                <a:gd name="T6" fmla="*/ 173 w 264"/>
                <a:gd name="T7" fmla="*/ 0 h 350"/>
                <a:gd name="T8" fmla="*/ 0 w 264"/>
                <a:gd name="T9" fmla="*/ 50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4" h="350">
                  <a:moveTo>
                    <a:pt x="0" y="50"/>
                  </a:moveTo>
                  <a:lnTo>
                    <a:pt x="91" y="350"/>
                  </a:lnTo>
                  <a:lnTo>
                    <a:pt x="264" y="300"/>
                  </a:lnTo>
                  <a:lnTo>
                    <a:pt x="173" y="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6" name="Freeform 1088"/>
          <p:cNvSpPr/>
          <p:nvPr/>
        </p:nvSpPr>
        <p:spPr bwMode="auto">
          <a:xfrm>
            <a:off x="9673711" y="4539458"/>
            <a:ext cx="209550" cy="209550"/>
          </a:xfrm>
          <a:custGeom>
            <a:avLst/>
            <a:gdLst>
              <a:gd name="T0" fmla="*/ 18 w 29"/>
              <a:gd name="T1" fmla="*/ 2 h 29"/>
              <a:gd name="T2" fmla="*/ 20 w 29"/>
              <a:gd name="T3" fmla="*/ 8 h 29"/>
              <a:gd name="T4" fmla="*/ 21 w 29"/>
              <a:gd name="T5" fmla="*/ 9 h 29"/>
              <a:gd name="T6" fmla="*/ 27 w 29"/>
              <a:gd name="T7" fmla="*/ 11 h 29"/>
              <a:gd name="T8" fmla="*/ 28 w 29"/>
              <a:gd name="T9" fmla="*/ 15 h 29"/>
              <a:gd name="T10" fmla="*/ 22 w 29"/>
              <a:gd name="T11" fmla="*/ 19 h 29"/>
              <a:gd name="T12" fmla="*/ 22 w 29"/>
              <a:gd name="T13" fmla="*/ 20 h 29"/>
              <a:gd name="T14" fmla="*/ 22 w 29"/>
              <a:gd name="T15" fmla="*/ 27 h 29"/>
              <a:gd name="T16" fmla="*/ 19 w 29"/>
              <a:gd name="T17" fmla="*/ 28 h 29"/>
              <a:gd name="T18" fmla="*/ 13 w 29"/>
              <a:gd name="T19" fmla="*/ 24 h 29"/>
              <a:gd name="T20" fmla="*/ 12 w 29"/>
              <a:gd name="T21" fmla="*/ 24 h 29"/>
              <a:gd name="T22" fmla="*/ 5 w 29"/>
              <a:gd name="T23" fmla="*/ 26 h 29"/>
              <a:gd name="T24" fmla="*/ 3 w 29"/>
              <a:gd name="T25" fmla="*/ 24 h 29"/>
              <a:gd name="T26" fmla="*/ 5 w 29"/>
              <a:gd name="T27" fmla="*/ 17 h 29"/>
              <a:gd name="T28" fmla="*/ 5 w 29"/>
              <a:gd name="T29" fmla="*/ 16 h 29"/>
              <a:gd name="T30" fmla="*/ 1 w 29"/>
              <a:gd name="T31" fmla="*/ 10 h 29"/>
              <a:gd name="T32" fmla="*/ 2 w 29"/>
              <a:gd name="T33" fmla="*/ 7 h 29"/>
              <a:gd name="T34" fmla="*/ 9 w 29"/>
              <a:gd name="T35" fmla="*/ 7 h 29"/>
              <a:gd name="T36" fmla="*/ 11 w 29"/>
              <a:gd name="T37" fmla="*/ 7 h 29"/>
              <a:gd name="T38" fmla="*/ 14 w 29"/>
              <a:gd name="T39" fmla="*/ 1 h 29"/>
              <a:gd name="T40" fmla="*/ 18 w 29"/>
              <a:gd name="T41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29">
                <a:moveTo>
                  <a:pt x="18" y="2"/>
                </a:moveTo>
                <a:cubicBezTo>
                  <a:pt x="20" y="8"/>
                  <a:pt x="20" y="8"/>
                  <a:pt x="20" y="8"/>
                </a:cubicBezTo>
                <a:cubicBezTo>
                  <a:pt x="20" y="9"/>
                  <a:pt x="20" y="9"/>
                  <a:pt x="21" y="9"/>
                </a:cubicBezTo>
                <a:cubicBezTo>
                  <a:pt x="27" y="11"/>
                  <a:pt x="27" y="11"/>
                  <a:pt x="27" y="11"/>
                </a:cubicBezTo>
                <a:cubicBezTo>
                  <a:pt x="29" y="12"/>
                  <a:pt x="29" y="14"/>
                  <a:pt x="28" y="15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2" y="19"/>
                  <a:pt x="22" y="20"/>
                </a:cubicBezTo>
                <a:cubicBezTo>
                  <a:pt x="22" y="27"/>
                  <a:pt x="22" y="27"/>
                  <a:pt x="22" y="27"/>
                </a:cubicBezTo>
                <a:cubicBezTo>
                  <a:pt x="22" y="28"/>
                  <a:pt x="20" y="29"/>
                  <a:pt x="19" y="28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2" y="24"/>
                  <a:pt x="12" y="24"/>
                </a:cubicBezTo>
                <a:cubicBezTo>
                  <a:pt x="5" y="26"/>
                  <a:pt x="5" y="26"/>
                  <a:pt x="5" y="26"/>
                </a:cubicBezTo>
                <a:cubicBezTo>
                  <a:pt x="4" y="26"/>
                  <a:pt x="2" y="25"/>
                  <a:pt x="3" y="24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6"/>
                  <a:pt x="5" y="16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9"/>
                  <a:pt x="1" y="7"/>
                  <a:pt x="2" y="7"/>
                </a:cubicBezTo>
                <a:cubicBezTo>
                  <a:pt x="9" y="7"/>
                  <a:pt x="9" y="7"/>
                  <a:pt x="9" y="7"/>
                </a:cubicBezTo>
                <a:cubicBezTo>
                  <a:pt x="10" y="7"/>
                  <a:pt x="10" y="7"/>
                  <a:pt x="11" y="7"/>
                </a:cubicBezTo>
                <a:cubicBezTo>
                  <a:pt x="14" y="1"/>
                  <a:pt x="14" y="1"/>
                  <a:pt x="14" y="1"/>
                </a:cubicBezTo>
                <a:cubicBezTo>
                  <a:pt x="15" y="0"/>
                  <a:pt x="17" y="0"/>
                  <a:pt x="18" y="2"/>
                </a:cubicBezTo>
                <a:close/>
              </a:path>
            </a:pathLst>
          </a:custGeom>
          <a:solidFill>
            <a:srgbClr val="F494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1089"/>
          <p:cNvSpPr/>
          <p:nvPr/>
        </p:nvSpPr>
        <p:spPr bwMode="auto">
          <a:xfrm>
            <a:off x="9727858" y="2341563"/>
            <a:ext cx="258762" cy="274638"/>
          </a:xfrm>
          <a:custGeom>
            <a:avLst/>
            <a:gdLst>
              <a:gd name="T0" fmla="*/ 25 w 36"/>
              <a:gd name="T1" fmla="*/ 3 h 38"/>
              <a:gd name="T2" fmla="*/ 26 w 36"/>
              <a:gd name="T3" fmla="*/ 11 h 38"/>
              <a:gd name="T4" fmla="*/ 27 w 36"/>
              <a:gd name="T5" fmla="*/ 13 h 38"/>
              <a:gd name="T6" fmla="*/ 35 w 36"/>
              <a:gd name="T7" fmla="*/ 18 h 38"/>
              <a:gd name="T8" fmla="*/ 34 w 36"/>
              <a:gd name="T9" fmla="*/ 22 h 38"/>
              <a:gd name="T10" fmla="*/ 27 w 36"/>
              <a:gd name="T11" fmla="*/ 25 h 38"/>
              <a:gd name="T12" fmla="*/ 25 w 36"/>
              <a:gd name="T13" fmla="*/ 27 h 38"/>
              <a:gd name="T14" fmla="*/ 23 w 36"/>
              <a:gd name="T15" fmla="*/ 35 h 38"/>
              <a:gd name="T16" fmla="*/ 19 w 36"/>
              <a:gd name="T17" fmla="*/ 36 h 38"/>
              <a:gd name="T18" fmla="*/ 14 w 36"/>
              <a:gd name="T19" fmla="*/ 30 h 38"/>
              <a:gd name="T20" fmla="*/ 11 w 36"/>
              <a:gd name="T21" fmla="*/ 29 h 38"/>
              <a:gd name="T22" fmla="*/ 3 w 36"/>
              <a:gd name="T23" fmla="*/ 30 h 38"/>
              <a:gd name="T24" fmla="*/ 1 w 36"/>
              <a:gd name="T25" fmla="*/ 26 h 38"/>
              <a:gd name="T26" fmla="*/ 5 w 36"/>
              <a:gd name="T27" fmla="*/ 19 h 38"/>
              <a:gd name="T28" fmla="*/ 5 w 36"/>
              <a:gd name="T29" fmla="*/ 17 h 38"/>
              <a:gd name="T30" fmla="*/ 2 w 36"/>
              <a:gd name="T31" fmla="*/ 9 h 38"/>
              <a:gd name="T32" fmla="*/ 5 w 36"/>
              <a:gd name="T33" fmla="*/ 6 h 38"/>
              <a:gd name="T34" fmla="*/ 13 w 36"/>
              <a:gd name="T35" fmla="*/ 8 h 38"/>
              <a:gd name="T36" fmla="*/ 15 w 36"/>
              <a:gd name="T37" fmla="*/ 7 h 38"/>
              <a:gd name="T38" fmla="*/ 21 w 36"/>
              <a:gd name="T39" fmla="*/ 1 h 38"/>
              <a:gd name="T40" fmla="*/ 25 w 36"/>
              <a:gd name="T41" fmla="*/ 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6" h="38">
                <a:moveTo>
                  <a:pt x="25" y="3"/>
                </a:moveTo>
                <a:cubicBezTo>
                  <a:pt x="26" y="11"/>
                  <a:pt x="26" y="11"/>
                  <a:pt x="26" y="11"/>
                </a:cubicBezTo>
                <a:cubicBezTo>
                  <a:pt x="26" y="12"/>
                  <a:pt x="27" y="13"/>
                  <a:pt x="27" y="13"/>
                </a:cubicBezTo>
                <a:cubicBezTo>
                  <a:pt x="35" y="18"/>
                  <a:pt x="35" y="18"/>
                  <a:pt x="35" y="18"/>
                </a:cubicBezTo>
                <a:cubicBezTo>
                  <a:pt x="36" y="19"/>
                  <a:pt x="36" y="21"/>
                  <a:pt x="34" y="22"/>
                </a:cubicBezTo>
                <a:cubicBezTo>
                  <a:pt x="27" y="25"/>
                  <a:pt x="27" y="25"/>
                  <a:pt x="27" y="25"/>
                </a:cubicBezTo>
                <a:cubicBezTo>
                  <a:pt x="26" y="26"/>
                  <a:pt x="25" y="26"/>
                  <a:pt x="25" y="27"/>
                </a:cubicBezTo>
                <a:cubicBezTo>
                  <a:pt x="23" y="35"/>
                  <a:pt x="23" y="35"/>
                  <a:pt x="23" y="35"/>
                </a:cubicBezTo>
                <a:cubicBezTo>
                  <a:pt x="23" y="37"/>
                  <a:pt x="20" y="38"/>
                  <a:pt x="19" y="36"/>
                </a:cubicBezTo>
                <a:cubicBezTo>
                  <a:pt x="14" y="30"/>
                  <a:pt x="14" y="30"/>
                  <a:pt x="14" y="30"/>
                </a:cubicBezTo>
                <a:cubicBezTo>
                  <a:pt x="13" y="29"/>
                  <a:pt x="12" y="29"/>
                  <a:pt x="11" y="29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1" y="26"/>
                </a:cubicBezTo>
                <a:cubicBezTo>
                  <a:pt x="5" y="19"/>
                  <a:pt x="5" y="19"/>
                  <a:pt x="5" y="19"/>
                </a:cubicBezTo>
                <a:cubicBezTo>
                  <a:pt x="6" y="18"/>
                  <a:pt x="6" y="17"/>
                  <a:pt x="5" y="17"/>
                </a:cubicBezTo>
                <a:cubicBezTo>
                  <a:pt x="2" y="9"/>
                  <a:pt x="2" y="9"/>
                  <a:pt x="2" y="9"/>
                </a:cubicBezTo>
                <a:cubicBezTo>
                  <a:pt x="1" y="7"/>
                  <a:pt x="3" y="5"/>
                  <a:pt x="5" y="6"/>
                </a:cubicBezTo>
                <a:cubicBezTo>
                  <a:pt x="13" y="8"/>
                  <a:pt x="13" y="8"/>
                  <a:pt x="13" y="8"/>
                </a:cubicBezTo>
                <a:cubicBezTo>
                  <a:pt x="14" y="8"/>
                  <a:pt x="14" y="8"/>
                  <a:pt x="15" y="7"/>
                </a:cubicBezTo>
                <a:cubicBezTo>
                  <a:pt x="21" y="1"/>
                  <a:pt x="21" y="1"/>
                  <a:pt x="21" y="1"/>
                </a:cubicBezTo>
                <a:cubicBezTo>
                  <a:pt x="23" y="0"/>
                  <a:pt x="25" y="1"/>
                  <a:pt x="25" y="3"/>
                </a:cubicBezTo>
                <a:close/>
              </a:path>
            </a:pathLst>
          </a:custGeom>
          <a:solidFill>
            <a:srgbClr val="00C5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130848" y="4839199"/>
            <a:ext cx="1466071" cy="1997998"/>
            <a:chOff x="420688" y="2182813"/>
            <a:chExt cx="1955800" cy="2665413"/>
          </a:xfrm>
        </p:grpSpPr>
        <p:sp>
          <p:nvSpPr>
            <p:cNvPr id="69" name="Freeform 1026"/>
            <p:cNvSpPr/>
            <p:nvPr/>
          </p:nvSpPr>
          <p:spPr bwMode="auto">
            <a:xfrm>
              <a:off x="1033463" y="3395663"/>
              <a:ext cx="382587" cy="469900"/>
            </a:xfrm>
            <a:custGeom>
              <a:avLst/>
              <a:gdLst>
                <a:gd name="T0" fmla="*/ 118 w 241"/>
                <a:gd name="T1" fmla="*/ 296 h 296"/>
                <a:gd name="T2" fmla="*/ 0 w 241"/>
                <a:gd name="T3" fmla="*/ 233 h 296"/>
                <a:gd name="T4" fmla="*/ 127 w 241"/>
                <a:gd name="T5" fmla="*/ 0 h 296"/>
                <a:gd name="T6" fmla="*/ 241 w 241"/>
                <a:gd name="T7" fmla="*/ 69 h 296"/>
                <a:gd name="T8" fmla="*/ 118 w 241"/>
                <a:gd name="T9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296">
                  <a:moveTo>
                    <a:pt x="118" y="296"/>
                  </a:moveTo>
                  <a:lnTo>
                    <a:pt x="0" y="233"/>
                  </a:lnTo>
                  <a:lnTo>
                    <a:pt x="127" y="0"/>
                  </a:lnTo>
                  <a:lnTo>
                    <a:pt x="241" y="69"/>
                  </a:lnTo>
                  <a:lnTo>
                    <a:pt x="118" y="296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" name="Freeform 1027"/>
            <p:cNvSpPr/>
            <p:nvPr/>
          </p:nvSpPr>
          <p:spPr bwMode="auto">
            <a:xfrm>
              <a:off x="1033463" y="3395663"/>
              <a:ext cx="296862" cy="419100"/>
            </a:xfrm>
            <a:custGeom>
              <a:avLst/>
              <a:gdLst>
                <a:gd name="T0" fmla="*/ 59 w 187"/>
                <a:gd name="T1" fmla="*/ 264 h 264"/>
                <a:gd name="T2" fmla="*/ 0 w 187"/>
                <a:gd name="T3" fmla="*/ 233 h 264"/>
                <a:gd name="T4" fmla="*/ 127 w 187"/>
                <a:gd name="T5" fmla="*/ 0 h 264"/>
                <a:gd name="T6" fmla="*/ 187 w 187"/>
                <a:gd name="T7" fmla="*/ 37 h 264"/>
                <a:gd name="T8" fmla="*/ 59 w 187"/>
                <a:gd name="T9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264">
                  <a:moveTo>
                    <a:pt x="59" y="264"/>
                  </a:moveTo>
                  <a:lnTo>
                    <a:pt x="0" y="233"/>
                  </a:lnTo>
                  <a:lnTo>
                    <a:pt x="127" y="0"/>
                  </a:lnTo>
                  <a:lnTo>
                    <a:pt x="187" y="37"/>
                  </a:lnTo>
                  <a:lnTo>
                    <a:pt x="59" y="264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" name="Freeform 1028"/>
            <p:cNvSpPr/>
            <p:nvPr/>
          </p:nvSpPr>
          <p:spPr bwMode="auto">
            <a:xfrm>
              <a:off x="831851" y="2182813"/>
              <a:ext cx="1544637" cy="1546225"/>
            </a:xfrm>
            <a:custGeom>
              <a:avLst/>
              <a:gdLst>
                <a:gd name="T0" fmla="*/ 189 w 214"/>
                <a:gd name="T1" fmla="*/ 152 h 214"/>
                <a:gd name="T2" fmla="*/ 61 w 214"/>
                <a:gd name="T3" fmla="*/ 189 h 214"/>
                <a:gd name="T4" fmla="*/ 25 w 214"/>
                <a:gd name="T5" fmla="*/ 61 h 214"/>
                <a:gd name="T6" fmla="*/ 152 w 214"/>
                <a:gd name="T7" fmla="*/ 25 h 214"/>
                <a:gd name="T8" fmla="*/ 189 w 214"/>
                <a:gd name="T9" fmla="*/ 152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214">
                  <a:moveTo>
                    <a:pt x="189" y="152"/>
                  </a:moveTo>
                  <a:cubicBezTo>
                    <a:pt x="164" y="197"/>
                    <a:pt x="107" y="214"/>
                    <a:pt x="61" y="189"/>
                  </a:cubicBezTo>
                  <a:cubicBezTo>
                    <a:pt x="16" y="164"/>
                    <a:pt x="0" y="107"/>
                    <a:pt x="25" y="61"/>
                  </a:cubicBezTo>
                  <a:cubicBezTo>
                    <a:pt x="49" y="16"/>
                    <a:pt x="106" y="0"/>
                    <a:pt x="152" y="25"/>
                  </a:cubicBezTo>
                  <a:cubicBezTo>
                    <a:pt x="197" y="50"/>
                    <a:pt x="214" y="106"/>
                    <a:pt x="189" y="152"/>
                  </a:cubicBezTo>
                  <a:close/>
                </a:path>
              </a:pathLst>
            </a:custGeom>
            <a:solidFill>
              <a:srgbClr val="4B7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Freeform 1029"/>
            <p:cNvSpPr/>
            <p:nvPr/>
          </p:nvSpPr>
          <p:spPr bwMode="auto">
            <a:xfrm>
              <a:off x="982663" y="2333625"/>
              <a:ext cx="1235075" cy="1236663"/>
            </a:xfrm>
            <a:custGeom>
              <a:avLst/>
              <a:gdLst>
                <a:gd name="T0" fmla="*/ 151 w 171"/>
                <a:gd name="T1" fmla="*/ 122 h 171"/>
                <a:gd name="T2" fmla="*/ 49 w 171"/>
                <a:gd name="T3" fmla="*/ 151 h 171"/>
                <a:gd name="T4" fmla="*/ 20 w 171"/>
                <a:gd name="T5" fmla="*/ 49 h 171"/>
                <a:gd name="T6" fmla="*/ 122 w 171"/>
                <a:gd name="T7" fmla="*/ 20 h 171"/>
                <a:gd name="T8" fmla="*/ 151 w 171"/>
                <a:gd name="T9" fmla="*/ 12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171">
                  <a:moveTo>
                    <a:pt x="151" y="122"/>
                  </a:moveTo>
                  <a:cubicBezTo>
                    <a:pt x="131" y="158"/>
                    <a:pt x="86" y="171"/>
                    <a:pt x="49" y="151"/>
                  </a:cubicBezTo>
                  <a:cubicBezTo>
                    <a:pt x="13" y="131"/>
                    <a:pt x="0" y="86"/>
                    <a:pt x="20" y="49"/>
                  </a:cubicBezTo>
                  <a:cubicBezTo>
                    <a:pt x="40" y="13"/>
                    <a:pt x="85" y="0"/>
                    <a:pt x="122" y="20"/>
                  </a:cubicBezTo>
                  <a:cubicBezTo>
                    <a:pt x="158" y="40"/>
                    <a:pt x="171" y="86"/>
                    <a:pt x="151" y="122"/>
                  </a:cubicBezTo>
                  <a:close/>
                </a:path>
              </a:pathLst>
            </a:custGeom>
            <a:solidFill>
              <a:srgbClr val="4C4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" name="Freeform 1030"/>
            <p:cNvSpPr/>
            <p:nvPr/>
          </p:nvSpPr>
          <p:spPr bwMode="auto">
            <a:xfrm>
              <a:off x="1033463" y="2384425"/>
              <a:ext cx="1139825" cy="1141413"/>
            </a:xfrm>
            <a:custGeom>
              <a:avLst/>
              <a:gdLst>
                <a:gd name="T0" fmla="*/ 139 w 158"/>
                <a:gd name="T1" fmla="*/ 112 h 158"/>
                <a:gd name="T2" fmla="*/ 45 w 158"/>
                <a:gd name="T3" fmla="*/ 139 h 158"/>
                <a:gd name="T4" fmla="*/ 18 w 158"/>
                <a:gd name="T5" fmla="*/ 45 h 158"/>
                <a:gd name="T6" fmla="*/ 112 w 158"/>
                <a:gd name="T7" fmla="*/ 18 h 158"/>
                <a:gd name="T8" fmla="*/ 139 w 158"/>
                <a:gd name="T9" fmla="*/ 11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158">
                  <a:moveTo>
                    <a:pt x="139" y="112"/>
                  </a:moveTo>
                  <a:cubicBezTo>
                    <a:pt x="121" y="145"/>
                    <a:pt x="79" y="158"/>
                    <a:pt x="45" y="139"/>
                  </a:cubicBezTo>
                  <a:cubicBezTo>
                    <a:pt x="12" y="121"/>
                    <a:pt x="0" y="79"/>
                    <a:pt x="18" y="45"/>
                  </a:cubicBezTo>
                  <a:cubicBezTo>
                    <a:pt x="36" y="12"/>
                    <a:pt x="78" y="0"/>
                    <a:pt x="112" y="18"/>
                  </a:cubicBezTo>
                  <a:cubicBezTo>
                    <a:pt x="145" y="36"/>
                    <a:pt x="158" y="79"/>
                    <a:pt x="139" y="112"/>
                  </a:cubicBezTo>
                  <a:close/>
                </a:path>
              </a:pathLst>
            </a:cu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Freeform 1031"/>
            <p:cNvSpPr/>
            <p:nvPr/>
          </p:nvSpPr>
          <p:spPr bwMode="auto">
            <a:xfrm>
              <a:off x="1106488" y="2457450"/>
              <a:ext cx="987425" cy="989013"/>
            </a:xfrm>
            <a:custGeom>
              <a:avLst/>
              <a:gdLst>
                <a:gd name="T0" fmla="*/ 121 w 137"/>
                <a:gd name="T1" fmla="*/ 98 h 137"/>
                <a:gd name="T2" fmla="*/ 40 w 137"/>
                <a:gd name="T3" fmla="*/ 121 h 137"/>
                <a:gd name="T4" fmla="*/ 16 w 137"/>
                <a:gd name="T5" fmla="*/ 40 h 137"/>
                <a:gd name="T6" fmla="*/ 97 w 137"/>
                <a:gd name="T7" fmla="*/ 16 h 137"/>
                <a:gd name="T8" fmla="*/ 121 w 137"/>
                <a:gd name="T9" fmla="*/ 9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" h="137">
                  <a:moveTo>
                    <a:pt x="121" y="98"/>
                  </a:moveTo>
                  <a:cubicBezTo>
                    <a:pt x="105" y="127"/>
                    <a:pt x="69" y="137"/>
                    <a:pt x="40" y="121"/>
                  </a:cubicBezTo>
                  <a:cubicBezTo>
                    <a:pt x="11" y="105"/>
                    <a:pt x="0" y="69"/>
                    <a:pt x="16" y="40"/>
                  </a:cubicBezTo>
                  <a:cubicBezTo>
                    <a:pt x="32" y="11"/>
                    <a:pt x="68" y="0"/>
                    <a:pt x="97" y="16"/>
                  </a:cubicBezTo>
                  <a:cubicBezTo>
                    <a:pt x="126" y="32"/>
                    <a:pt x="137" y="69"/>
                    <a:pt x="121" y="98"/>
                  </a:cubicBez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Freeform 1032"/>
            <p:cNvSpPr/>
            <p:nvPr/>
          </p:nvSpPr>
          <p:spPr bwMode="auto">
            <a:xfrm>
              <a:off x="1697038" y="2644775"/>
              <a:ext cx="317500" cy="506413"/>
            </a:xfrm>
            <a:custGeom>
              <a:avLst/>
              <a:gdLst>
                <a:gd name="T0" fmla="*/ 20 w 44"/>
                <a:gd name="T1" fmla="*/ 67 h 70"/>
                <a:gd name="T2" fmla="*/ 16 w 44"/>
                <a:gd name="T3" fmla="*/ 55 h 70"/>
                <a:gd name="T4" fmla="*/ 6 w 44"/>
                <a:gd name="T5" fmla="*/ 18 h 70"/>
                <a:gd name="T6" fmla="*/ 2 w 44"/>
                <a:gd name="T7" fmla="*/ 5 h 70"/>
                <a:gd name="T8" fmla="*/ 14 w 44"/>
                <a:gd name="T9" fmla="*/ 2 h 70"/>
                <a:gd name="T10" fmla="*/ 32 w 44"/>
                <a:gd name="T11" fmla="*/ 64 h 70"/>
                <a:gd name="T12" fmla="*/ 20 w 44"/>
                <a:gd name="T13" fmla="*/ 6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70">
                  <a:moveTo>
                    <a:pt x="20" y="67"/>
                  </a:moveTo>
                  <a:cubicBezTo>
                    <a:pt x="16" y="65"/>
                    <a:pt x="14" y="59"/>
                    <a:pt x="16" y="55"/>
                  </a:cubicBezTo>
                  <a:cubicBezTo>
                    <a:pt x="24" y="42"/>
                    <a:pt x="19" y="25"/>
                    <a:pt x="6" y="18"/>
                  </a:cubicBezTo>
                  <a:cubicBezTo>
                    <a:pt x="1" y="15"/>
                    <a:pt x="0" y="10"/>
                    <a:pt x="2" y="5"/>
                  </a:cubicBezTo>
                  <a:cubicBezTo>
                    <a:pt x="4" y="1"/>
                    <a:pt x="10" y="0"/>
                    <a:pt x="14" y="2"/>
                  </a:cubicBezTo>
                  <a:cubicBezTo>
                    <a:pt x="36" y="14"/>
                    <a:pt x="44" y="42"/>
                    <a:pt x="32" y="64"/>
                  </a:cubicBezTo>
                  <a:cubicBezTo>
                    <a:pt x="30" y="68"/>
                    <a:pt x="24" y="70"/>
                    <a:pt x="20" y="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" name="Freeform 1033"/>
            <p:cNvSpPr/>
            <p:nvPr/>
          </p:nvSpPr>
          <p:spPr bwMode="auto">
            <a:xfrm>
              <a:off x="1712913" y="3143250"/>
              <a:ext cx="142875" cy="144463"/>
            </a:xfrm>
            <a:custGeom>
              <a:avLst/>
              <a:gdLst>
                <a:gd name="T0" fmla="*/ 17 w 20"/>
                <a:gd name="T1" fmla="*/ 14 h 20"/>
                <a:gd name="T2" fmla="*/ 6 w 20"/>
                <a:gd name="T3" fmla="*/ 17 h 20"/>
                <a:gd name="T4" fmla="*/ 2 w 20"/>
                <a:gd name="T5" fmla="*/ 6 h 20"/>
                <a:gd name="T6" fmla="*/ 14 w 20"/>
                <a:gd name="T7" fmla="*/ 2 h 20"/>
                <a:gd name="T8" fmla="*/ 17 w 20"/>
                <a:gd name="T9" fmla="*/ 1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0">
                  <a:moveTo>
                    <a:pt x="17" y="14"/>
                  </a:moveTo>
                  <a:cubicBezTo>
                    <a:pt x="15" y="18"/>
                    <a:pt x="10" y="20"/>
                    <a:pt x="6" y="17"/>
                  </a:cubicBezTo>
                  <a:cubicBezTo>
                    <a:pt x="2" y="15"/>
                    <a:pt x="0" y="10"/>
                    <a:pt x="2" y="6"/>
                  </a:cubicBezTo>
                  <a:cubicBezTo>
                    <a:pt x="5" y="1"/>
                    <a:pt x="10" y="0"/>
                    <a:pt x="14" y="2"/>
                  </a:cubicBezTo>
                  <a:cubicBezTo>
                    <a:pt x="18" y="5"/>
                    <a:pt x="20" y="10"/>
                    <a:pt x="17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Freeform 1034"/>
            <p:cNvSpPr/>
            <p:nvPr/>
          </p:nvSpPr>
          <p:spPr bwMode="auto">
            <a:xfrm>
              <a:off x="449263" y="3641725"/>
              <a:ext cx="909637" cy="1149350"/>
            </a:xfrm>
            <a:custGeom>
              <a:avLst/>
              <a:gdLst>
                <a:gd name="T0" fmla="*/ 250 w 573"/>
                <a:gd name="T1" fmla="*/ 724 h 724"/>
                <a:gd name="T2" fmla="*/ 0 w 573"/>
                <a:gd name="T3" fmla="*/ 587 h 724"/>
                <a:gd name="T4" fmla="*/ 323 w 573"/>
                <a:gd name="T5" fmla="*/ 0 h 724"/>
                <a:gd name="T6" fmla="*/ 573 w 573"/>
                <a:gd name="T7" fmla="*/ 137 h 724"/>
                <a:gd name="T8" fmla="*/ 250 w 573"/>
                <a:gd name="T9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3" h="724">
                  <a:moveTo>
                    <a:pt x="250" y="724"/>
                  </a:moveTo>
                  <a:lnTo>
                    <a:pt x="0" y="587"/>
                  </a:lnTo>
                  <a:lnTo>
                    <a:pt x="323" y="0"/>
                  </a:lnTo>
                  <a:lnTo>
                    <a:pt x="573" y="137"/>
                  </a:lnTo>
                  <a:lnTo>
                    <a:pt x="250" y="724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Freeform 1035"/>
            <p:cNvSpPr/>
            <p:nvPr/>
          </p:nvSpPr>
          <p:spPr bwMode="auto">
            <a:xfrm>
              <a:off x="449263" y="3641725"/>
              <a:ext cx="722312" cy="1047750"/>
            </a:xfrm>
            <a:custGeom>
              <a:avLst/>
              <a:gdLst>
                <a:gd name="T0" fmla="*/ 132 w 455"/>
                <a:gd name="T1" fmla="*/ 660 h 660"/>
                <a:gd name="T2" fmla="*/ 0 w 455"/>
                <a:gd name="T3" fmla="*/ 587 h 660"/>
                <a:gd name="T4" fmla="*/ 323 w 455"/>
                <a:gd name="T5" fmla="*/ 0 h 660"/>
                <a:gd name="T6" fmla="*/ 455 w 455"/>
                <a:gd name="T7" fmla="*/ 73 h 660"/>
                <a:gd name="T8" fmla="*/ 132 w 455"/>
                <a:gd name="T9" fmla="*/ 66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5" h="660">
                  <a:moveTo>
                    <a:pt x="132" y="660"/>
                  </a:moveTo>
                  <a:lnTo>
                    <a:pt x="0" y="587"/>
                  </a:lnTo>
                  <a:lnTo>
                    <a:pt x="323" y="0"/>
                  </a:lnTo>
                  <a:lnTo>
                    <a:pt x="455" y="73"/>
                  </a:lnTo>
                  <a:lnTo>
                    <a:pt x="132" y="660"/>
                  </a:lnTo>
                  <a:close/>
                </a:path>
              </a:pathLst>
            </a:custGeom>
            <a:solidFill>
              <a:srgbClr val="E17A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" name="Freeform 1036"/>
            <p:cNvSpPr/>
            <p:nvPr/>
          </p:nvSpPr>
          <p:spPr bwMode="auto">
            <a:xfrm>
              <a:off x="874713" y="3641725"/>
              <a:ext cx="484187" cy="376238"/>
            </a:xfrm>
            <a:custGeom>
              <a:avLst/>
              <a:gdLst>
                <a:gd name="T0" fmla="*/ 250 w 305"/>
                <a:gd name="T1" fmla="*/ 237 h 237"/>
                <a:gd name="T2" fmla="*/ 0 w 305"/>
                <a:gd name="T3" fmla="*/ 100 h 237"/>
                <a:gd name="T4" fmla="*/ 55 w 305"/>
                <a:gd name="T5" fmla="*/ 0 h 237"/>
                <a:gd name="T6" fmla="*/ 305 w 305"/>
                <a:gd name="T7" fmla="*/ 137 h 237"/>
                <a:gd name="T8" fmla="*/ 250 w 305"/>
                <a:gd name="T9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5" h="237">
                  <a:moveTo>
                    <a:pt x="250" y="237"/>
                  </a:moveTo>
                  <a:lnTo>
                    <a:pt x="0" y="100"/>
                  </a:lnTo>
                  <a:lnTo>
                    <a:pt x="55" y="0"/>
                  </a:lnTo>
                  <a:lnTo>
                    <a:pt x="305" y="137"/>
                  </a:lnTo>
                  <a:lnTo>
                    <a:pt x="250" y="237"/>
                  </a:ln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" name="Freeform 1037"/>
            <p:cNvSpPr/>
            <p:nvPr/>
          </p:nvSpPr>
          <p:spPr bwMode="auto">
            <a:xfrm>
              <a:off x="874713" y="3641725"/>
              <a:ext cx="296862" cy="274638"/>
            </a:xfrm>
            <a:custGeom>
              <a:avLst/>
              <a:gdLst>
                <a:gd name="T0" fmla="*/ 132 w 187"/>
                <a:gd name="T1" fmla="*/ 173 h 173"/>
                <a:gd name="T2" fmla="*/ 0 w 187"/>
                <a:gd name="T3" fmla="*/ 100 h 173"/>
                <a:gd name="T4" fmla="*/ 55 w 187"/>
                <a:gd name="T5" fmla="*/ 0 h 173"/>
                <a:gd name="T6" fmla="*/ 187 w 187"/>
                <a:gd name="T7" fmla="*/ 73 h 173"/>
                <a:gd name="T8" fmla="*/ 132 w 187"/>
                <a:gd name="T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173">
                  <a:moveTo>
                    <a:pt x="132" y="173"/>
                  </a:moveTo>
                  <a:lnTo>
                    <a:pt x="0" y="100"/>
                  </a:lnTo>
                  <a:lnTo>
                    <a:pt x="55" y="0"/>
                  </a:lnTo>
                  <a:lnTo>
                    <a:pt x="187" y="73"/>
                  </a:lnTo>
                  <a:lnTo>
                    <a:pt x="132" y="173"/>
                  </a:lnTo>
                  <a:close/>
                </a:path>
              </a:pathLst>
            </a:cu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" name="Freeform 1038"/>
            <p:cNvSpPr/>
            <p:nvPr/>
          </p:nvSpPr>
          <p:spPr bwMode="auto">
            <a:xfrm>
              <a:off x="420688" y="4522788"/>
              <a:ext cx="454025" cy="325438"/>
            </a:xfrm>
            <a:custGeom>
              <a:avLst/>
              <a:gdLst>
                <a:gd name="T0" fmla="*/ 245 w 286"/>
                <a:gd name="T1" fmla="*/ 205 h 205"/>
                <a:gd name="T2" fmla="*/ 0 w 286"/>
                <a:gd name="T3" fmla="*/ 69 h 205"/>
                <a:gd name="T4" fmla="*/ 36 w 286"/>
                <a:gd name="T5" fmla="*/ 0 h 205"/>
                <a:gd name="T6" fmla="*/ 286 w 286"/>
                <a:gd name="T7" fmla="*/ 137 h 205"/>
                <a:gd name="T8" fmla="*/ 245 w 286"/>
                <a:gd name="T9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6" h="205">
                  <a:moveTo>
                    <a:pt x="245" y="205"/>
                  </a:moveTo>
                  <a:lnTo>
                    <a:pt x="0" y="69"/>
                  </a:lnTo>
                  <a:lnTo>
                    <a:pt x="36" y="0"/>
                  </a:lnTo>
                  <a:lnTo>
                    <a:pt x="286" y="137"/>
                  </a:lnTo>
                  <a:lnTo>
                    <a:pt x="245" y="205"/>
                  </a:ln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Freeform 1039"/>
            <p:cNvSpPr/>
            <p:nvPr/>
          </p:nvSpPr>
          <p:spPr bwMode="auto">
            <a:xfrm>
              <a:off x="420688" y="4522788"/>
              <a:ext cx="258762" cy="225425"/>
            </a:xfrm>
            <a:custGeom>
              <a:avLst/>
              <a:gdLst>
                <a:gd name="T0" fmla="*/ 127 w 163"/>
                <a:gd name="T1" fmla="*/ 142 h 142"/>
                <a:gd name="T2" fmla="*/ 0 w 163"/>
                <a:gd name="T3" fmla="*/ 69 h 142"/>
                <a:gd name="T4" fmla="*/ 36 w 163"/>
                <a:gd name="T5" fmla="*/ 0 h 142"/>
                <a:gd name="T6" fmla="*/ 163 w 163"/>
                <a:gd name="T7" fmla="*/ 73 h 142"/>
                <a:gd name="T8" fmla="*/ 127 w 163"/>
                <a:gd name="T9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42">
                  <a:moveTo>
                    <a:pt x="127" y="142"/>
                  </a:moveTo>
                  <a:lnTo>
                    <a:pt x="0" y="69"/>
                  </a:lnTo>
                  <a:lnTo>
                    <a:pt x="36" y="0"/>
                  </a:lnTo>
                  <a:lnTo>
                    <a:pt x="163" y="73"/>
                  </a:lnTo>
                  <a:lnTo>
                    <a:pt x="127" y="142"/>
                  </a:lnTo>
                  <a:close/>
                </a:path>
              </a:pathLst>
            </a:cu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" name="Freeform 1090"/>
            <p:cNvSpPr/>
            <p:nvPr/>
          </p:nvSpPr>
          <p:spPr bwMode="auto">
            <a:xfrm>
              <a:off x="1928813" y="3071813"/>
              <a:ext cx="195262" cy="187325"/>
            </a:xfrm>
            <a:custGeom>
              <a:avLst/>
              <a:gdLst>
                <a:gd name="T0" fmla="*/ 14 w 27"/>
                <a:gd name="T1" fmla="*/ 1 h 26"/>
                <a:gd name="T2" fmla="*/ 18 w 27"/>
                <a:gd name="T3" fmla="*/ 6 h 26"/>
                <a:gd name="T4" fmla="*/ 19 w 27"/>
                <a:gd name="T5" fmla="*/ 7 h 26"/>
                <a:gd name="T6" fmla="*/ 25 w 27"/>
                <a:gd name="T7" fmla="*/ 7 h 26"/>
                <a:gd name="T8" fmla="*/ 26 w 27"/>
                <a:gd name="T9" fmla="*/ 10 h 26"/>
                <a:gd name="T10" fmla="*/ 22 w 27"/>
                <a:gd name="T11" fmla="*/ 15 h 26"/>
                <a:gd name="T12" fmla="*/ 22 w 27"/>
                <a:gd name="T13" fmla="*/ 16 h 26"/>
                <a:gd name="T14" fmla="*/ 24 w 27"/>
                <a:gd name="T15" fmla="*/ 22 h 26"/>
                <a:gd name="T16" fmla="*/ 21 w 27"/>
                <a:gd name="T17" fmla="*/ 24 h 26"/>
                <a:gd name="T18" fmla="*/ 16 w 27"/>
                <a:gd name="T19" fmla="*/ 22 h 26"/>
                <a:gd name="T20" fmla="*/ 14 w 27"/>
                <a:gd name="T21" fmla="*/ 22 h 26"/>
                <a:gd name="T22" fmla="*/ 9 w 27"/>
                <a:gd name="T23" fmla="*/ 25 h 26"/>
                <a:gd name="T24" fmla="*/ 6 w 27"/>
                <a:gd name="T25" fmla="*/ 24 h 26"/>
                <a:gd name="T26" fmla="*/ 7 w 27"/>
                <a:gd name="T27" fmla="*/ 18 h 26"/>
                <a:gd name="T28" fmla="*/ 6 w 27"/>
                <a:gd name="T29" fmla="*/ 16 h 26"/>
                <a:gd name="T30" fmla="*/ 1 w 27"/>
                <a:gd name="T31" fmla="*/ 12 h 26"/>
                <a:gd name="T32" fmla="*/ 2 w 27"/>
                <a:gd name="T33" fmla="*/ 9 h 26"/>
                <a:gd name="T34" fmla="*/ 8 w 27"/>
                <a:gd name="T35" fmla="*/ 8 h 26"/>
                <a:gd name="T36" fmla="*/ 9 w 27"/>
                <a:gd name="T37" fmla="*/ 7 h 26"/>
                <a:gd name="T38" fmla="*/ 11 w 27"/>
                <a:gd name="T39" fmla="*/ 1 h 26"/>
                <a:gd name="T40" fmla="*/ 14 w 27"/>
                <a:gd name="T41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7" h="26">
                  <a:moveTo>
                    <a:pt x="14" y="1"/>
                  </a:move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7"/>
                    <a:pt x="19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7" y="7"/>
                    <a:pt x="27" y="9"/>
                    <a:pt x="26" y="1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6"/>
                    <a:pt x="22" y="16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4"/>
                    <a:pt x="23" y="25"/>
                    <a:pt x="21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6"/>
                    <a:pt x="6" y="25"/>
                    <a:pt x="6" y="24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7"/>
                    <a:pt x="6" y="17"/>
                    <a:pt x="6" y="16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0"/>
                    <a:pt x="2" y="9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9" y="7"/>
                    <a:pt x="9" y="7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0"/>
                    <a:pt x="14" y="0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5" name="Freeform 914"/>
          <p:cNvSpPr/>
          <p:nvPr/>
        </p:nvSpPr>
        <p:spPr bwMode="auto">
          <a:xfrm>
            <a:off x="3803637" y="5760156"/>
            <a:ext cx="223837" cy="223838"/>
          </a:xfrm>
          <a:custGeom>
            <a:avLst/>
            <a:gdLst>
              <a:gd name="T0" fmla="*/ 11 w 31"/>
              <a:gd name="T1" fmla="*/ 9 h 31"/>
              <a:gd name="T2" fmla="*/ 13 w 31"/>
              <a:gd name="T3" fmla="*/ 2 h 31"/>
              <a:gd name="T4" fmla="*/ 17 w 31"/>
              <a:gd name="T5" fmla="*/ 2 h 31"/>
              <a:gd name="T6" fmla="*/ 19 w 31"/>
              <a:gd name="T7" fmla="*/ 9 h 31"/>
              <a:gd name="T8" fmla="*/ 21 w 31"/>
              <a:gd name="T9" fmla="*/ 11 h 31"/>
              <a:gd name="T10" fmla="*/ 29 w 31"/>
              <a:gd name="T11" fmla="*/ 13 h 31"/>
              <a:gd name="T12" fmla="*/ 29 w 31"/>
              <a:gd name="T13" fmla="*/ 17 h 31"/>
              <a:gd name="T14" fmla="*/ 21 w 31"/>
              <a:gd name="T15" fmla="*/ 19 h 31"/>
              <a:gd name="T16" fmla="*/ 19 w 31"/>
              <a:gd name="T17" fmla="*/ 21 h 31"/>
              <a:gd name="T18" fmla="*/ 17 w 31"/>
              <a:gd name="T19" fmla="*/ 29 h 31"/>
              <a:gd name="T20" fmla="*/ 13 w 31"/>
              <a:gd name="T21" fmla="*/ 29 h 31"/>
              <a:gd name="T22" fmla="*/ 11 w 31"/>
              <a:gd name="T23" fmla="*/ 21 h 31"/>
              <a:gd name="T24" fmla="*/ 9 w 31"/>
              <a:gd name="T25" fmla="*/ 19 h 31"/>
              <a:gd name="T26" fmla="*/ 2 w 31"/>
              <a:gd name="T27" fmla="*/ 17 h 31"/>
              <a:gd name="T28" fmla="*/ 2 w 31"/>
              <a:gd name="T29" fmla="*/ 13 h 31"/>
              <a:gd name="T30" fmla="*/ 9 w 31"/>
              <a:gd name="T31" fmla="*/ 11 h 31"/>
              <a:gd name="T32" fmla="*/ 11 w 31"/>
              <a:gd name="T33" fmla="*/ 9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1" h="31">
                <a:moveTo>
                  <a:pt x="11" y="9"/>
                </a:moveTo>
                <a:cubicBezTo>
                  <a:pt x="13" y="2"/>
                  <a:pt x="13" y="2"/>
                  <a:pt x="13" y="2"/>
                </a:cubicBezTo>
                <a:cubicBezTo>
                  <a:pt x="14" y="0"/>
                  <a:pt x="17" y="0"/>
                  <a:pt x="17" y="2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10"/>
                  <a:pt x="20" y="11"/>
                  <a:pt x="21" y="11"/>
                </a:cubicBezTo>
                <a:cubicBezTo>
                  <a:pt x="29" y="13"/>
                  <a:pt x="29" y="13"/>
                  <a:pt x="29" y="13"/>
                </a:cubicBezTo>
                <a:cubicBezTo>
                  <a:pt x="31" y="14"/>
                  <a:pt x="31" y="17"/>
                  <a:pt x="29" y="17"/>
                </a:cubicBezTo>
                <a:cubicBezTo>
                  <a:pt x="21" y="19"/>
                  <a:pt x="21" y="19"/>
                  <a:pt x="21" y="19"/>
                </a:cubicBezTo>
                <a:cubicBezTo>
                  <a:pt x="20" y="20"/>
                  <a:pt x="20" y="20"/>
                  <a:pt x="19" y="21"/>
                </a:cubicBezTo>
                <a:cubicBezTo>
                  <a:pt x="17" y="29"/>
                  <a:pt x="17" y="29"/>
                  <a:pt x="17" y="29"/>
                </a:cubicBezTo>
                <a:cubicBezTo>
                  <a:pt x="17" y="31"/>
                  <a:pt x="14" y="31"/>
                  <a:pt x="13" y="29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0"/>
                  <a:pt x="10" y="20"/>
                  <a:pt x="9" y="19"/>
                </a:cubicBezTo>
                <a:cubicBezTo>
                  <a:pt x="2" y="17"/>
                  <a:pt x="2" y="17"/>
                  <a:pt x="2" y="17"/>
                </a:cubicBezTo>
                <a:cubicBezTo>
                  <a:pt x="0" y="17"/>
                  <a:pt x="0" y="14"/>
                  <a:pt x="2" y="13"/>
                </a:cubicBezTo>
                <a:cubicBezTo>
                  <a:pt x="9" y="11"/>
                  <a:pt x="9" y="11"/>
                  <a:pt x="9" y="11"/>
                </a:cubicBezTo>
                <a:cubicBezTo>
                  <a:pt x="10" y="11"/>
                  <a:pt x="11" y="10"/>
                  <a:pt x="11" y="9"/>
                </a:cubicBezTo>
                <a:close/>
              </a:path>
            </a:pathLst>
          </a:custGeom>
          <a:solidFill>
            <a:srgbClr val="F488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Freeform 1081"/>
          <p:cNvSpPr/>
          <p:nvPr/>
        </p:nvSpPr>
        <p:spPr bwMode="auto">
          <a:xfrm>
            <a:off x="1174597" y="3224778"/>
            <a:ext cx="433387" cy="447675"/>
          </a:xfrm>
          <a:custGeom>
            <a:avLst/>
            <a:gdLst>
              <a:gd name="T0" fmla="*/ 42 w 60"/>
              <a:gd name="T1" fmla="*/ 5 h 62"/>
              <a:gd name="T2" fmla="*/ 43 w 60"/>
              <a:gd name="T3" fmla="*/ 19 h 62"/>
              <a:gd name="T4" fmla="*/ 45 w 60"/>
              <a:gd name="T5" fmla="*/ 22 h 62"/>
              <a:gd name="T6" fmla="*/ 57 w 60"/>
              <a:gd name="T7" fmla="*/ 29 h 62"/>
              <a:gd name="T8" fmla="*/ 56 w 60"/>
              <a:gd name="T9" fmla="*/ 36 h 62"/>
              <a:gd name="T10" fmla="*/ 44 w 60"/>
              <a:gd name="T11" fmla="*/ 41 h 62"/>
              <a:gd name="T12" fmla="*/ 41 w 60"/>
              <a:gd name="T13" fmla="*/ 44 h 62"/>
              <a:gd name="T14" fmla="*/ 38 w 60"/>
              <a:gd name="T15" fmla="*/ 57 h 62"/>
              <a:gd name="T16" fmla="*/ 32 w 60"/>
              <a:gd name="T17" fmla="*/ 59 h 62"/>
              <a:gd name="T18" fmla="*/ 23 w 60"/>
              <a:gd name="T19" fmla="*/ 49 h 62"/>
              <a:gd name="T20" fmla="*/ 19 w 60"/>
              <a:gd name="T21" fmla="*/ 47 h 62"/>
              <a:gd name="T22" fmla="*/ 5 w 60"/>
              <a:gd name="T23" fmla="*/ 49 h 62"/>
              <a:gd name="T24" fmla="*/ 2 w 60"/>
              <a:gd name="T25" fmla="*/ 43 h 62"/>
              <a:gd name="T26" fmla="*/ 9 w 60"/>
              <a:gd name="T27" fmla="*/ 31 h 62"/>
              <a:gd name="T28" fmla="*/ 9 w 60"/>
              <a:gd name="T29" fmla="*/ 27 h 62"/>
              <a:gd name="T30" fmla="*/ 3 w 60"/>
              <a:gd name="T31" fmla="*/ 14 h 62"/>
              <a:gd name="T32" fmla="*/ 8 w 60"/>
              <a:gd name="T33" fmla="*/ 9 h 62"/>
              <a:gd name="T34" fmla="*/ 21 w 60"/>
              <a:gd name="T35" fmla="*/ 12 h 62"/>
              <a:gd name="T36" fmla="*/ 25 w 60"/>
              <a:gd name="T37" fmla="*/ 11 h 62"/>
              <a:gd name="T38" fmla="*/ 35 w 60"/>
              <a:gd name="T39" fmla="*/ 2 h 62"/>
              <a:gd name="T40" fmla="*/ 42 w 60"/>
              <a:gd name="T41" fmla="*/ 5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0" h="62">
                <a:moveTo>
                  <a:pt x="42" y="5"/>
                </a:moveTo>
                <a:cubicBezTo>
                  <a:pt x="43" y="19"/>
                  <a:pt x="43" y="19"/>
                  <a:pt x="43" y="19"/>
                </a:cubicBezTo>
                <a:cubicBezTo>
                  <a:pt x="43" y="20"/>
                  <a:pt x="44" y="21"/>
                  <a:pt x="45" y="22"/>
                </a:cubicBezTo>
                <a:cubicBezTo>
                  <a:pt x="57" y="29"/>
                  <a:pt x="57" y="29"/>
                  <a:pt x="57" y="29"/>
                </a:cubicBezTo>
                <a:cubicBezTo>
                  <a:pt x="60" y="30"/>
                  <a:pt x="59" y="34"/>
                  <a:pt x="56" y="36"/>
                </a:cubicBezTo>
                <a:cubicBezTo>
                  <a:pt x="44" y="41"/>
                  <a:pt x="44" y="41"/>
                  <a:pt x="44" y="41"/>
                </a:cubicBezTo>
                <a:cubicBezTo>
                  <a:pt x="42" y="42"/>
                  <a:pt x="42" y="43"/>
                  <a:pt x="41" y="44"/>
                </a:cubicBezTo>
                <a:cubicBezTo>
                  <a:pt x="38" y="57"/>
                  <a:pt x="38" y="57"/>
                  <a:pt x="38" y="57"/>
                </a:cubicBezTo>
                <a:cubicBezTo>
                  <a:pt x="38" y="61"/>
                  <a:pt x="34" y="62"/>
                  <a:pt x="32" y="59"/>
                </a:cubicBezTo>
                <a:cubicBezTo>
                  <a:pt x="23" y="49"/>
                  <a:pt x="23" y="49"/>
                  <a:pt x="23" y="49"/>
                </a:cubicBezTo>
                <a:cubicBezTo>
                  <a:pt x="22" y="48"/>
                  <a:pt x="20" y="47"/>
                  <a:pt x="19" y="47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6"/>
                  <a:pt x="2" y="43"/>
                </a:cubicBezTo>
                <a:cubicBezTo>
                  <a:pt x="9" y="31"/>
                  <a:pt x="9" y="31"/>
                  <a:pt x="9" y="31"/>
                </a:cubicBezTo>
                <a:cubicBezTo>
                  <a:pt x="9" y="30"/>
                  <a:pt x="10" y="28"/>
                  <a:pt x="9" y="27"/>
                </a:cubicBezTo>
                <a:cubicBezTo>
                  <a:pt x="3" y="14"/>
                  <a:pt x="3" y="14"/>
                  <a:pt x="3" y="14"/>
                </a:cubicBezTo>
                <a:cubicBezTo>
                  <a:pt x="2" y="12"/>
                  <a:pt x="5" y="8"/>
                  <a:pt x="8" y="9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3"/>
                  <a:pt x="24" y="12"/>
                  <a:pt x="25" y="11"/>
                </a:cubicBezTo>
                <a:cubicBezTo>
                  <a:pt x="35" y="2"/>
                  <a:pt x="35" y="2"/>
                  <a:pt x="35" y="2"/>
                </a:cubicBezTo>
                <a:cubicBezTo>
                  <a:pt x="38" y="0"/>
                  <a:pt x="42" y="2"/>
                  <a:pt x="42" y="5"/>
                </a:cubicBezTo>
                <a:close/>
              </a:path>
            </a:pathLst>
          </a:custGeom>
          <a:solidFill>
            <a:srgbClr val="F2C8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Freeform 1082"/>
          <p:cNvSpPr/>
          <p:nvPr/>
        </p:nvSpPr>
        <p:spPr bwMode="auto">
          <a:xfrm>
            <a:off x="1609712" y="5564893"/>
            <a:ext cx="209550" cy="215900"/>
          </a:xfrm>
          <a:custGeom>
            <a:avLst/>
            <a:gdLst>
              <a:gd name="T0" fmla="*/ 20 w 29"/>
              <a:gd name="T1" fmla="*/ 2 h 30"/>
              <a:gd name="T2" fmla="*/ 21 w 29"/>
              <a:gd name="T3" fmla="*/ 9 h 30"/>
              <a:gd name="T4" fmla="*/ 22 w 29"/>
              <a:gd name="T5" fmla="*/ 11 h 30"/>
              <a:gd name="T6" fmla="*/ 28 w 29"/>
              <a:gd name="T7" fmla="*/ 14 h 30"/>
              <a:gd name="T8" fmla="*/ 27 w 29"/>
              <a:gd name="T9" fmla="*/ 17 h 30"/>
              <a:gd name="T10" fmla="*/ 21 w 29"/>
              <a:gd name="T11" fmla="*/ 20 h 30"/>
              <a:gd name="T12" fmla="*/ 20 w 29"/>
              <a:gd name="T13" fmla="*/ 21 h 30"/>
              <a:gd name="T14" fmla="*/ 19 w 29"/>
              <a:gd name="T15" fmla="*/ 28 h 30"/>
              <a:gd name="T16" fmla="*/ 16 w 29"/>
              <a:gd name="T17" fmla="*/ 28 h 30"/>
              <a:gd name="T18" fmla="*/ 11 w 29"/>
              <a:gd name="T19" fmla="*/ 23 h 30"/>
              <a:gd name="T20" fmla="*/ 10 w 29"/>
              <a:gd name="T21" fmla="*/ 23 h 30"/>
              <a:gd name="T22" fmla="*/ 3 w 29"/>
              <a:gd name="T23" fmla="*/ 23 h 30"/>
              <a:gd name="T24" fmla="*/ 1 w 29"/>
              <a:gd name="T25" fmla="*/ 21 h 30"/>
              <a:gd name="T26" fmla="*/ 5 w 29"/>
              <a:gd name="T27" fmla="*/ 15 h 30"/>
              <a:gd name="T28" fmla="*/ 5 w 29"/>
              <a:gd name="T29" fmla="*/ 13 h 30"/>
              <a:gd name="T30" fmla="*/ 2 w 29"/>
              <a:gd name="T31" fmla="*/ 7 h 30"/>
              <a:gd name="T32" fmla="*/ 4 w 29"/>
              <a:gd name="T33" fmla="*/ 5 h 30"/>
              <a:gd name="T34" fmla="*/ 11 w 29"/>
              <a:gd name="T35" fmla="*/ 6 h 30"/>
              <a:gd name="T36" fmla="*/ 12 w 29"/>
              <a:gd name="T37" fmla="*/ 6 h 30"/>
              <a:gd name="T38" fmla="*/ 17 w 29"/>
              <a:gd name="T39" fmla="*/ 1 h 30"/>
              <a:gd name="T40" fmla="*/ 20 w 29"/>
              <a:gd name="T41" fmla="*/ 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30">
                <a:moveTo>
                  <a:pt x="20" y="2"/>
                </a:moveTo>
                <a:cubicBezTo>
                  <a:pt x="21" y="9"/>
                  <a:pt x="21" y="9"/>
                  <a:pt x="21" y="9"/>
                </a:cubicBezTo>
                <a:cubicBezTo>
                  <a:pt x="21" y="10"/>
                  <a:pt x="21" y="10"/>
                  <a:pt x="22" y="11"/>
                </a:cubicBezTo>
                <a:cubicBezTo>
                  <a:pt x="28" y="14"/>
                  <a:pt x="28" y="14"/>
                  <a:pt x="28" y="14"/>
                </a:cubicBezTo>
                <a:cubicBezTo>
                  <a:pt x="29" y="15"/>
                  <a:pt x="29" y="17"/>
                  <a:pt x="27" y="17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0" y="20"/>
                  <a:pt x="20" y="21"/>
                </a:cubicBezTo>
                <a:cubicBezTo>
                  <a:pt x="19" y="28"/>
                  <a:pt x="19" y="28"/>
                  <a:pt x="19" y="28"/>
                </a:cubicBezTo>
                <a:cubicBezTo>
                  <a:pt x="18" y="29"/>
                  <a:pt x="17" y="30"/>
                  <a:pt x="16" y="28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0" y="23"/>
                  <a:pt x="10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1" y="24"/>
                  <a:pt x="0" y="22"/>
                  <a:pt x="1" y="21"/>
                </a:cubicBezTo>
                <a:cubicBezTo>
                  <a:pt x="5" y="15"/>
                  <a:pt x="5" y="15"/>
                  <a:pt x="5" y="15"/>
                </a:cubicBezTo>
                <a:cubicBezTo>
                  <a:pt x="5" y="14"/>
                  <a:pt x="5" y="14"/>
                  <a:pt x="5" y="13"/>
                </a:cubicBezTo>
                <a:cubicBezTo>
                  <a:pt x="2" y="7"/>
                  <a:pt x="2" y="7"/>
                  <a:pt x="2" y="7"/>
                </a:cubicBezTo>
                <a:cubicBezTo>
                  <a:pt x="1" y="6"/>
                  <a:pt x="3" y="4"/>
                  <a:pt x="4" y="5"/>
                </a:cubicBezTo>
                <a:cubicBezTo>
                  <a:pt x="11" y="6"/>
                  <a:pt x="11" y="6"/>
                  <a:pt x="11" y="6"/>
                </a:cubicBezTo>
                <a:cubicBezTo>
                  <a:pt x="11" y="6"/>
                  <a:pt x="12" y="6"/>
                  <a:pt x="12" y="6"/>
                </a:cubicBezTo>
                <a:cubicBezTo>
                  <a:pt x="17" y="1"/>
                  <a:pt x="17" y="1"/>
                  <a:pt x="17" y="1"/>
                </a:cubicBezTo>
                <a:cubicBezTo>
                  <a:pt x="18" y="0"/>
                  <a:pt x="20" y="1"/>
                  <a:pt x="20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Freeform 1083"/>
          <p:cNvSpPr/>
          <p:nvPr/>
        </p:nvSpPr>
        <p:spPr bwMode="auto">
          <a:xfrm>
            <a:off x="2252649" y="4277431"/>
            <a:ext cx="207962" cy="209550"/>
          </a:xfrm>
          <a:custGeom>
            <a:avLst/>
            <a:gdLst>
              <a:gd name="T0" fmla="*/ 18 w 29"/>
              <a:gd name="T1" fmla="*/ 2 h 29"/>
              <a:gd name="T2" fmla="*/ 20 w 29"/>
              <a:gd name="T3" fmla="*/ 8 h 29"/>
              <a:gd name="T4" fmla="*/ 21 w 29"/>
              <a:gd name="T5" fmla="*/ 9 h 29"/>
              <a:gd name="T6" fmla="*/ 27 w 29"/>
              <a:gd name="T7" fmla="*/ 11 h 29"/>
              <a:gd name="T8" fmla="*/ 28 w 29"/>
              <a:gd name="T9" fmla="*/ 15 h 29"/>
              <a:gd name="T10" fmla="*/ 22 w 29"/>
              <a:gd name="T11" fmla="*/ 19 h 29"/>
              <a:gd name="T12" fmla="*/ 21 w 29"/>
              <a:gd name="T13" fmla="*/ 20 h 29"/>
              <a:gd name="T14" fmla="*/ 21 w 29"/>
              <a:gd name="T15" fmla="*/ 27 h 29"/>
              <a:gd name="T16" fmla="*/ 18 w 29"/>
              <a:gd name="T17" fmla="*/ 28 h 29"/>
              <a:gd name="T18" fmla="*/ 13 w 29"/>
              <a:gd name="T19" fmla="*/ 24 h 29"/>
              <a:gd name="T20" fmla="*/ 11 w 29"/>
              <a:gd name="T21" fmla="*/ 24 h 29"/>
              <a:gd name="T22" fmla="*/ 5 w 29"/>
              <a:gd name="T23" fmla="*/ 26 h 29"/>
              <a:gd name="T24" fmla="*/ 3 w 29"/>
              <a:gd name="T25" fmla="*/ 24 h 29"/>
              <a:gd name="T26" fmla="*/ 5 w 29"/>
              <a:gd name="T27" fmla="*/ 17 h 29"/>
              <a:gd name="T28" fmla="*/ 5 w 29"/>
              <a:gd name="T29" fmla="*/ 16 h 29"/>
              <a:gd name="T30" fmla="*/ 1 w 29"/>
              <a:gd name="T31" fmla="*/ 10 h 29"/>
              <a:gd name="T32" fmla="*/ 2 w 29"/>
              <a:gd name="T33" fmla="*/ 7 h 29"/>
              <a:gd name="T34" fmla="*/ 9 w 29"/>
              <a:gd name="T35" fmla="*/ 7 h 29"/>
              <a:gd name="T36" fmla="*/ 10 w 29"/>
              <a:gd name="T37" fmla="*/ 7 h 29"/>
              <a:gd name="T38" fmla="*/ 14 w 29"/>
              <a:gd name="T39" fmla="*/ 1 h 29"/>
              <a:gd name="T40" fmla="*/ 18 w 29"/>
              <a:gd name="T41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29">
                <a:moveTo>
                  <a:pt x="18" y="2"/>
                </a:moveTo>
                <a:cubicBezTo>
                  <a:pt x="20" y="8"/>
                  <a:pt x="20" y="8"/>
                  <a:pt x="20" y="8"/>
                </a:cubicBezTo>
                <a:cubicBezTo>
                  <a:pt x="20" y="9"/>
                  <a:pt x="20" y="9"/>
                  <a:pt x="21" y="9"/>
                </a:cubicBezTo>
                <a:cubicBezTo>
                  <a:pt x="27" y="11"/>
                  <a:pt x="27" y="11"/>
                  <a:pt x="27" y="11"/>
                </a:cubicBezTo>
                <a:cubicBezTo>
                  <a:pt x="29" y="12"/>
                  <a:pt x="29" y="14"/>
                  <a:pt x="28" y="15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1" y="19"/>
                  <a:pt x="21" y="20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8"/>
                  <a:pt x="20" y="29"/>
                  <a:pt x="18" y="28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2" y="24"/>
                  <a:pt x="11" y="24"/>
                </a:cubicBezTo>
                <a:cubicBezTo>
                  <a:pt x="5" y="26"/>
                  <a:pt x="5" y="26"/>
                  <a:pt x="5" y="26"/>
                </a:cubicBezTo>
                <a:cubicBezTo>
                  <a:pt x="4" y="26"/>
                  <a:pt x="2" y="25"/>
                  <a:pt x="3" y="24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6"/>
                  <a:pt x="5" y="16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9"/>
                  <a:pt x="1" y="7"/>
                  <a:pt x="2" y="7"/>
                </a:cubicBezTo>
                <a:cubicBezTo>
                  <a:pt x="9" y="7"/>
                  <a:pt x="9" y="7"/>
                  <a:pt x="9" y="7"/>
                </a:cubicBezTo>
                <a:cubicBezTo>
                  <a:pt x="10" y="7"/>
                  <a:pt x="10" y="7"/>
                  <a:pt x="10" y="7"/>
                </a:cubicBezTo>
                <a:cubicBezTo>
                  <a:pt x="14" y="1"/>
                  <a:pt x="14" y="1"/>
                  <a:pt x="14" y="1"/>
                </a:cubicBezTo>
                <a:cubicBezTo>
                  <a:pt x="15" y="0"/>
                  <a:pt x="17" y="0"/>
                  <a:pt x="18" y="2"/>
                </a:cubicBezTo>
                <a:close/>
              </a:path>
            </a:pathLst>
          </a:custGeom>
          <a:solidFill>
            <a:srgbClr val="F494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Freeform 1084"/>
          <p:cNvSpPr/>
          <p:nvPr/>
        </p:nvSpPr>
        <p:spPr bwMode="auto">
          <a:xfrm>
            <a:off x="3327387" y="4372681"/>
            <a:ext cx="266700" cy="274638"/>
          </a:xfrm>
          <a:custGeom>
            <a:avLst/>
            <a:gdLst>
              <a:gd name="T0" fmla="*/ 26 w 37"/>
              <a:gd name="T1" fmla="*/ 3 h 38"/>
              <a:gd name="T2" fmla="*/ 27 w 37"/>
              <a:gd name="T3" fmla="*/ 11 h 38"/>
              <a:gd name="T4" fmla="*/ 28 w 37"/>
              <a:gd name="T5" fmla="*/ 13 h 38"/>
              <a:gd name="T6" fmla="*/ 36 w 37"/>
              <a:gd name="T7" fmla="*/ 18 h 38"/>
              <a:gd name="T8" fmla="*/ 35 w 37"/>
              <a:gd name="T9" fmla="*/ 22 h 38"/>
              <a:gd name="T10" fmla="*/ 27 w 37"/>
              <a:gd name="T11" fmla="*/ 25 h 38"/>
              <a:gd name="T12" fmla="*/ 26 w 37"/>
              <a:gd name="T13" fmla="*/ 27 h 38"/>
              <a:gd name="T14" fmla="*/ 24 w 37"/>
              <a:gd name="T15" fmla="*/ 35 h 38"/>
              <a:gd name="T16" fmla="*/ 20 w 37"/>
              <a:gd name="T17" fmla="*/ 36 h 38"/>
              <a:gd name="T18" fmla="*/ 14 w 37"/>
              <a:gd name="T19" fmla="*/ 30 h 38"/>
              <a:gd name="T20" fmla="*/ 12 w 37"/>
              <a:gd name="T21" fmla="*/ 29 h 38"/>
              <a:gd name="T22" fmla="*/ 4 w 37"/>
              <a:gd name="T23" fmla="*/ 30 h 38"/>
              <a:gd name="T24" fmla="*/ 1 w 37"/>
              <a:gd name="T25" fmla="*/ 26 h 38"/>
              <a:gd name="T26" fmla="*/ 6 w 37"/>
              <a:gd name="T27" fmla="*/ 19 h 38"/>
              <a:gd name="T28" fmla="*/ 6 w 37"/>
              <a:gd name="T29" fmla="*/ 17 h 38"/>
              <a:gd name="T30" fmla="*/ 3 w 37"/>
              <a:gd name="T31" fmla="*/ 9 h 38"/>
              <a:gd name="T32" fmla="*/ 5 w 37"/>
              <a:gd name="T33" fmla="*/ 6 h 38"/>
              <a:gd name="T34" fmla="*/ 14 w 37"/>
              <a:gd name="T35" fmla="*/ 8 h 38"/>
              <a:gd name="T36" fmla="*/ 16 w 37"/>
              <a:gd name="T37" fmla="*/ 7 h 38"/>
              <a:gd name="T38" fmla="*/ 22 w 37"/>
              <a:gd name="T39" fmla="*/ 1 h 38"/>
              <a:gd name="T40" fmla="*/ 26 w 37"/>
              <a:gd name="T41" fmla="*/ 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7" h="38">
                <a:moveTo>
                  <a:pt x="26" y="3"/>
                </a:moveTo>
                <a:cubicBezTo>
                  <a:pt x="27" y="11"/>
                  <a:pt x="27" y="11"/>
                  <a:pt x="27" y="11"/>
                </a:cubicBezTo>
                <a:cubicBezTo>
                  <a:pt x="27" y="12"/>
                  <a:pt x="27" y="13"/>
                  <a:pt x="28" y="13"/>
                </a:cubicBezTo>
                <a:cubicBezTo>
                  <a:pt x="36" y="18"/>
                  <a:pt x="36" y="18"/>
                  <a:pt x="36" y="18"/>
                </a:cubicBezTo>
                <a:cubicBezTo>
                  <a:pt x="37" y="19"/>
                  <a:pt x="37" y="21"/>
                  <a:pt x="35" y="22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6"/>
                  <a:pt x="26" y="26"/>
                  <a:pt x="26" y="27"/>
                </a:cubicBezTo>
                <a:cubicBezTo>
                  <a:pt x="24" y="35"/>
                  <a:pt x="24" y="35"/>
                  <a:pt x="24" y="35"/>
                </a:cubicBezTo>
                <a:cubicBezTo>
                  <a:pt x="24" y="37"/>
                  <a:pt x="21" y="38"/>
                  <a:pt x="20" y="36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29"/>
                  <a:pt x="13" y="29"/>
                  <a:pt x="12" y="29"/>
                </a:cubicBezTo>
                <a:cubicBezTo>
                  <a:pt x="4" y="30"/>
                  <a:pt x="4" y="30"/>
                  <a:pt x="4" y="30"/>
                </a:cubicBezTo>
                <a:cubicBezTo>
                  <a:pt x="2" y="30"/>
                  <a:pt x="0" y="28"/>
                  <a:pt x="1" y="26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18"/>
                  <a:pt x="6" y="17"/>
                  <a:pt x="6" y="17"/>
                </a:cubicBezTo>
                <a:cubicBezTo>
                  <a:pt x="3" y="9"/>
                  <a:pt x="3" y="9"/>
                  <a:pt x="3" y="9"/>
                </a:cubicBezTo>
                <a:cubicBezTo>
                  <a:pt x="2" y="7"/>
                  <a:pt x="3" y="5"/>
                  <a:pt x="5" y="6"/>
                </a:cubicBez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5" y="8"/>
                  <a:pt x="16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4" y="0"/>
                  <a:pt x="26" y="1"/>
                  <a:pt x="26" y="3"/>
                </a:cubicBezTo>
                <a:close/>
              </a:path>
            </a:pathLst>
          </a:custGeom>
          <a:solidFill>
            <a:srgbClr val="00C5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Khai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 lỗ hổng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468630" y="1036320"/>
            <a:ext cx="10946130" cy="1887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Lab: URL-based access control can be circumvented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Vấn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ề: Khi truy cập Admin panel, trang web hiển thị "Access denied"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488565"/>
            <a:ext cx="9290685" cy="3903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Khai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 lỗ hổng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308610" y="982345"/>
            <a:ext cx="11062335" cy="17284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Khai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c: Thử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 header X-Original-Url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ể cung cấp URL gốc cho backend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Thao t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c: Sử dụng header X-Original-Url: /admin/delete và parameter username=carlos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770" y="2710815"/>
            <a:ext cx="9024620" cy="3846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Khai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 lỗ hổng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234315" y="2287270"/>
            <a:ext cx="11062335" cy="17284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Kết quả: 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ã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thực hiện x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ời d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ù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carlos thành công mà không cần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đă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nhập tài khoản quản trị do ứng dụng không thực hiện kiểm tra quyền quản trị tr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ớc khi thực hiện chức n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Khai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 lỗ hổng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308610" y="982345"/>
            <a:ext cx="11062335" cy="17284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 2: Insecure direct object references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Vấn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ề: Request l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oạn chat về m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sử dụng một số làm m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ã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ịnh danh tập tin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565" y="2710815"/>
            <a:ext cx="8226425" cy="3942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Khai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 lỗ hổng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308610" y="982345"/>
            <a:ext cx="10103485" cy="1139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Khai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c: Thay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ổi t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tập tin y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 cầu bằng Burp Intruder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032635"/>
            <a:ext cx="10373995" cy="4144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Khai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 lỗ hổng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777240" y="2533015"/>
            <a:ext cx="10103485" cy="1139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20000"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Kết quả: 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thể xem nội dung chat của những ng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ời kh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do trang web không kiểm tra quyền truy cập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Khai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 lỗ hổng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308610" y="982345"/>
            <a:ext cx="11487150" cy="1139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20000"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 3: Multi-step process with no access control on one step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Vấn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ề: Quy tr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ì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 n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â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quyền nhiều b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ớc nh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một b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ớc không kiểm tra quyền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ầy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ủ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295" y="2221865"/>
            <a:ext cx="8549005" cy="4228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Khai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 lỗ hổng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308610" y="982345"/>
            <a:ext cx="11487150" cy="1139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20000"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Khai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c: Thay session của ng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ời d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ù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administrator bằng session của user wiener và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ổi username thành wiener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" y="2122170"/>
            <a:ext cx="10499725" cy="4186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739" y="79858"/>
            <a:ext cx="2735204" cy="498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Khai Th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 lỗ hổng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380365" y="2847975"/>
            <a:ext cx="11487150" cy="1139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20000"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Kết quả: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ã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tự n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â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quyền cho wiener mà không cần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đă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nhập bằng tài khoản quản trị do trang web không thực hiện kiểm tra quyền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ầy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ủ ở tất cả 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b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ớc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36694" y="1769913"/>
            <a:ext cx="3530274" cy="18986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  <a:endParaRPr lang="zh-CN" altLang="en-US" sz="138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1"/>
            </p:custDataLst>
          </p:nvPr>
        </p:nvSpPr>
        <p:spPr>
          <a:xfrm>
            <a:off x="4026535" y="3823335"/>
            <a:ext cx="4664710" cy="873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en-GB" sz="32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Giải Ph</a:t>
            </a:r>
            <a:r>
              <a:rPr lang="en-US" altLang="en-US" sz="32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32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và Kết Luận</a:t>
            </a:r>
            <a:endParaRPr lang="en-US" altLang="en-GB" sz="32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4357089" y="4696457"/>
            <a:ext cx="348948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4357089" y="3876041"/>
            <a:ext cx="348948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20746" y="377952"/>
            <a:ext cx="10961312" cy="5936169"/>
          </a:xfrm>
          <a:prstGeom prst="rect">
            <a:avLst/>
          </a:prstGeom>
          <a:noFill/>
          <a:ln w="19050">
            <a:solidFill>
              <a:srgbClr val="FFC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919"/>
          <p:cNvSpPr/>
          <p:nvPr/>
        </p:nvSpPr>
        <p:spPr bwMode="auto">
          <a:xfrm>
            <a:off x="1607984" y="989472"/>
            <a:ext cx="1209305" cy="1193341"/>
          </a:xfrm>
          <a:custGeom>
            <a:avLst/>
            <a:gdLst>
              <a:gd name="T0" fmla="*/ 126 w 200"/>
              <a:gd name="T1" fmla="*/ 191 h 197"/>
              <a:gd name="T2" fmla="*/ 125 w 200"/>
              <a:gd name="T3" fmla="*/ 191 h 197"/>
              <a:gd name="T4" fmla="*/ 125 w 200"/>
              <a:gd name="T5" fmla="*/ 182 h 197"/>
              <a:gd name="T6" fmla="*/ 133 w 200"/>
              <a:gd name="T7" fmla="*/ 182 h 197"/>
              <a:gd name="T8" fmla="*/ 134 w 200"/>
              <a:gd name="T9" fmla="*/ 182 h 197"/>
              <a:gd name="T10" fmla="*/ 137 w 200"/>
              <a:gd name="T11" fmla="*/ 178 h 197"/>
              <a:gd name="T12" fmla="*/ 137 w 200"/>
              <a:gd name="T13" fmla="*/ 178 h 197"/>
              <a:gd name="T14" fmla="*/ 136 w 200"/>
              <a:gd name="T15" fmla="*/ 169 h 197"/>
              <a:gd name="T16" fmla="*/ 145 w 200"/>
              <a:gd name="T17" fmla="*/ 169 h 197"/>
              <a:gd name="T18" fmla="*/ 146 w 200"/>
              <a:gd name="T19" fmla="*/ 169 h 197"/>
              <a:gd name="T20" fmla="*/ 150 w 200"/>
              <a:gd name="T21" fmla="*/ 165 h 197"/>
              <a:gd name="T22" fmla="*/ 149 w 200"/>
              <a:gd name="T23" fmla="*/ 164 h 197"/>
              <a:gd name="T24" fmla="*/ 149 w 200"/>
              <a:gd name="T25" fmla="*/ 155 h 197"/>
              <a:gd name="T26" fmla="*/ 158 w 200"/>
              <a:gd name="T27" fmla="*/ 155 h 197"/>
              <a:gd name="T28" fmla="*/ 158 w 200"/>
              <a:gd name="T29" fmla="*/ 156 h 197"/>
              <a:gd name="T30" fmla="*/ 162 w 200"/>
              <a:gd name="T31" fmla="*/ 151 h 197"/>
              <a:gd name="T32" fmla="*/ 162 w 200"/>
              <a:gd name="T33" fmla="*/ 150 h 197"/>
              <a:gd name="T34" fmla="*/ 161 w 200"/>
              <a:gd name="T35" fmla="*/ 142 h 197"/>
              <a:gd name="T36" fmla="*/ 170 w 200"/>
              <a:gd name="T37" fmla="*/ 141 h 197"/>
              <a:gd name="T38" fmla="*/ 171 w 200"/>
              <a:gd name="T39" fmla="*/ 142 h 197"/>
              <a:gd name="T40" fmla="*/ 175 w 200"/>
              <a:gd name="T41" fmla="*/ 137 h 197"/>
              <a:gd name="T42" fmla="*/ 174 w 200"/>
              <a:gd name="T43" fmla="*/ 136 h 197"/>
              <a:gd name="T44" fmla="*/ 174 w 200"/>
              <a:gd name="T45" fmla="*/ 128 h 197"/>
              <a:gd name="T46" fmla="*/ 183 w 200"/>
              <a:gd name="T47" fmla="*/ 127 h 197"/>
              <a:gd name="T48" fmla="*/ 183 w 200"/>
              <a:gd name="T49" fmla="*/ 128 h 197"/>
              <a:gd name="T50" fmla="*/ 187 w 200"/>
              <a:gd name="T51" fmla="*/ 123 h 197"/>
              <a:gd name="T52" fmla="*/ 187 w 200"/>
              <a:gd name="T53" fmla="*/ 122 h 197"/>
              <a:gd name="T54" fmla="*/ 186 w 200"/>
              <a:gd name="T55" fmla="*/ 114 h 197"/>
              <a:gd name="T56" fmla="*/ 195 w 200"/>
              <a:gd name="T57" fmla="*/ 113 h 197"/>
              <a:gd name="T58" fmla="*/ 196 w 200"/>
              <a:gd name="T59" fmla="*/ 114 h 197"/>
              <a:gd name="T60" fmla="*/ 200 w 200"/>
              <a:gd name="T61" fmla="*/ 109 h 197"/>
              <a:gd name="T62" fmla="*/ 79 w 200"/>
              <a:gd name="T63" fmla="*/ 0 h 197"/>
              <a:gd name="T64" fmla="*/ 0 w 200"/>
              <a:gd name="T65" fmla="*/ 88 h 197"/>
              <a:gd name="T66" fmla="*/ 121 w 200"/>
              <a:gd name="T67" fmla="*/ 197 h 197"/>
              <a:gd name="T68" fmla="*/ 126 w 200"/>
              <a:gd name="T69" fmla="*/ 191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00" h="197">
                <a:moveTo>
                  <a:pt x="126" y="191"/>
                </a:moveTo>
                <a:cubicBezTo>
                  <a:pt x="125" y="191"/>
                  <a:pt x="125" y="191"/>
                  <a:pt x="125" y="191"/>
                </a:cubicBezTo>
                <a:cubicBezTo>
                  <a:pt x="123" y="189"/>
                  <a:pt x="122" y="185"/>
                  <a:pt x="125" y="182"/>
                </a:cubicBezTo>
                <a:cubicBezTo>
                  <a:pt x="127" y="180"/>
                  <a:pt x="131" y="180"/>
                  <a:pt x="133" y="182"/>
                </a:cubicBezTo>
                <a:cubicBezTo>
                  <a:pt x="133" y="182"/>
                  <a:pt x="134" y="182"/>
                  <a:pt x="134" y="182"/>
                </a:cubicBezTo>
                <a:cubicBezTo>
                  <a:pt x="137" y="178"/>
                  <a:pt x="137" y="178"/>
                  <a:pt x="137" y="178"/>
                </a:cubicBezTo>
                <a:cubicBezTo>
                  <a:pt x="137" y="178"/>
                  <a:pt x="137" y="178"/>
                  <a:pt x="137" y="178"/>
                </a:cubicBezTo>
                <a:cubicBezTo>
                  <a:pt x="134" y="176"/>
                  <a:pt x="134" y="172"/>
                  <a:pt x="136" y="169"/>
                </a:cubicBezTo>
                <a:cubicBezTo>
                  <a:pt x="139" y="167"/>
                  <a:pt x="143" y="167"/>
                  <a:pt x="145" y="169"/>
                </a:cubicBezTo>
                <a:cubicBezTo>
                  <a:pt x="145" y="169"/>
                  <a:pt x="145" y="169"/>
                  <a:pt x="146" y="169"/>
                </a:cubicBezTo>
                <a:cubicBezTo>
                  <a:pt x="150" y="165"/>
                  <a:pt x="150" y="165"/>
                  <a:pt x="150" y="165"/>
                </a:cubicBezTo>
                <a:cubicBezTo>
                  <a:pt x="150" y="164"/>
                  <a:pt x="149" y="164"/>
                  <a:pt x="149" y="164"/>
                </a:cubicBezTo>
                <a:cubicBezTo>
                  <a:pt x="147" y="162"/>
                  <a:pt x="147" y="158"/>
                  <a:pt x="149" y="155"/>
                </a:cubicBezTo>
                <a:cubicBezTo>
                  <a:pt x="151" y="153"/>
                  <a:pt x="155" y="153"/>
                  <a:pt x="158" y="155"/>
                </a:cubicBezTo>
                <a:cubicBezTo>
                  <a:pt x="158" y="155"/>
                  <a:pt x="158" y="155"/>
                  <a:pt x="158" y="156"/>
                </a:cubicBezTo>
                <a:cubicBezTo>
                  <a:pt x="162" y="151"/>
                  <a:pt x="162" y="151"/>
                  <a:pt x="162" y="151"/>
                </a:cubicBezTo>
                <a:cubicBezTo>
                  <a:pt x="162" y="151"/>
                  <a:pt x="162" y="150"/>
                  <a:pt x="162" y="150"/>
                </a:cubicBezTo>
                <a:cubicBezTo>
                  <a:pt x="159" y="148"/>
                  <a:pt x="159" y="144"/>
                  <a:pt x="161" y="142"/>
                </a:cubicBezTo>
                <a:cubicBezTo>
                  <a:pt x="164" y="139"/>
                  <a:pt x="168" y="139"/>
                  <a:pt x="170" y="141"/>
                </a:cubicBezTo>
                <a:cubicBezTo>
                  <a:pt x="170" y="141"/>
                  <a:pt x="170" y="141"/>
                  <a:pt x="171" y="142"/>
                </a:cubicBezTo>
                <a:cubicBezTo>
                  <a:pt x="175" y="137"/>
                  <a:pt x="175" y="137"/>
                  <a:pt x="175" y="137"/>
                </a:cubicBezTo>
                <a:cubicBezTo>
                  <a:pt x="175" y="137"/>
                  <a:pt x="174" y="137"/>
                  <a:pt x="174" y="136"/>
                </a:cubicBezTo>
                <a:cubicBezTo>
                  <a:pt x="172" y="134"/>
                  <a:pt x="172" y="130"/>
                  <a:pt x="174" y="128"/>
                </a:cubicBezTo>
                <a:cubicBezTo>
                  <a:pt x="176" y="125"/>
                  <a:pt x="180" y="125"/>
                  <a:pt x="183" y="127"/>
                </a:cubicBezTo>
                <a:cubicBezTo>
                  <a:pt x="183" y="127"/>
                  <a:pt x="183" y="128"/>
                  <a:pt x="183" y="128"/>
                </a:cubicBezTo>
                <a:cubicBezTo>
                  <a:pt x="187" y="123"/>
                  <a:pt x="187" y="123"/>
                  <a:pt x="187" y="123"/>
                </a:cubicBezTo>
                <a:cubicBezTo>
                  <a:pt x="187" y="123"/>
                  <a:pt x="187" y="123"/>
                  <a:pt x="187" y="122"/>
                </a:cubicBezTo>
                <a:cubicBezTo>
                  <a:pt x="184" y="120"/>
                  <a:pt x="184" y="116"/>
                  <a:pt x="186" y="114"/>
                </a:cubicBezTo>
                <a:cubicBezTo>
                  <a:pt x="189" y="111"/>
                  <a:pt x="192" y="111"/>
                  <a:pt x="195" y="113"/>
                </a:cubicBezTo>
                <a:cubicBezTo>
                  <a:pt x="195" y="113"/>
                  <a:pt x="195" y="114"/>
                  <a:pt x="196" y="114"/>
                </a:cubicBezTo>
                <a:cubicBezTo>
                  <a:pt x="200" y="109"/>
                  <a:pt x="200" y="109"/>
                  <a:pt x="200" y="109"/>
                </a:cubicBezTo>
                <a:cubicBezTo>
                  <a:pt x="79" y="0"/>
                  <a:pt x="79" y="0"/>
                  <a:pt x="79" y="0"/>
                </a:cubicBezTo>
                <a:cubicBezTo>
                  <a:pt x="0" y="88"/>
                  <a:pt x="0" y="88"/>
                  <a:pt x="0" y="88"/>
                </a:cubicBezTo>
                <a:cubicBezTo>
                  <a:pt x="121" y="197"/>
                  <a:pt x="121" y="197"/>
                  <a:pt x="121" y="197"/>
                </a:cubicBezTo>
                <a:lnTo>
                  <a:pt x="126" y="191"/>
                </a:lnTo>
                <a:close/>
              </a:path>
            </a:pathLst>
          </a:custGeom>
          <a:solidFill>
            <a:srgbClr val="D0D1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79952" y="162285"/>
            <a:ext cx="2177813" cy="1870498"/>
            <a:chOff x="571501" y="-28575"/>
            <a:chExt cx="2598737" cy="2232025"/>
          </a:xfrm>
        </p:grpSpPr>
        <p:sp>
          <p:nvSpPr>
            <p:cNvPr id="12" name="Freeform 1040"/>
            <p:cNvSpPr/>
            <p:nvPr/>
          </p:nvSpPr>
          <p:spPr bwMode="auto">
            <a:xfrm>
              <a:off x="571501" y="101600"/>
              <a:ext cx="2598737" cy="2101850"/>
            </a:xfrm>
            <a:custGeom>
              <a:avLst/>
              <a:gdLst>
                <a:gd name="T0" fmla="*/ 354 w 360"/>
                <a:gd name="T1" fmla="*/ 236 h 291"/>
                <a:gd name="T2" fmla="*/ 48 w 360"/>
                <a:gd name="T3" fmla="*/ 290 h 291"/>
                <a:gd name="T4" fmla="*/ 40 w 360"/>
                <a:gd name="T5" fmla="*/ 284 h 291"/>
                <a:gd name="T6" fmla="*/ 1 w 360"/>
                <a:gd name="T7" fmla="*/ 63 h 291"/>
                <a:gd name="T8" fmla="*/ 7 w 360"/>
                <a:gd name="T9" fmla="*/ 55 h 291"/>
                <a:gd name="T10" fmla="*/ 312 w 360"/>
                <a:gd name="T11" fmla="*/ 1 h 291"/>
                <a:gd name="T12" fmla="*/ 320 w 360"/>
                <a:gd name="T13" fmla="*/ 6 h 291"/>
                <a:gd name="T14" fmla="*/ 360 w 360"/>
                <a:gd name="T15" fmla="*/ 228 h 291"/>
                <a:gd name="T16" fmla="*/ 354 w 360"/>
                <a:gd name="T17" fmla="*/ 23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0" h="291">
                  <a:moveTo>
                    <a:pt x="354" y="236"/>
                  </a:moveTo>
                  <a:cubicBezTo>
                    <a:pt x="48" y="290"/>
                    <a:pt x="48" y="290"/>
                    <a:pt x="48" y="290"/>
                  </a:cubicBezTo>
                  <a:cubicBezTo>
                    <a:pt x="44" y="291"/>
                    <a:pt x="41" y="288"/>
                    <a:pt x="40" y="284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0" y="59"/>
                    <a:pt x="3" y="56"/>
                    <a:pt x="7" y="55"/>
                  </a:cubicBezTo>
                  <a:cubicBezTo>
                    <a:pt x="312" y="1"/>
                    <a:pt x="312" y="1"/>
                    <a:pt x="312" y="1"/>
                  </a:cubicBezTo>
                  <a:cubicBezTo>
                    <a:pt x="316" y="0"/>
                    <a:pt x="320" y="3"/>
                    <a:pt x="320" y="6"/>
                  </a:cubicBezTo>
                  <a:cubicBezTo>
                    <a:pt x="360" y="228"/>
                    <a:pt x="360" y="228"/>
                    <a:pt x="360" y="228"/>
                  </a:cubicBezTo>
                  <a:cubicBezTo>
                    <a:pt x="360" y="231"/>
                    <a:pt x="358" y="235"/>
                    <a:pt x="354" y="236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Freeform 1041"/>
            <p:cNvSpPr/>
            <p:nvPr/>
          </p:nvSpPr>
          <p:spPr bwMode="auto">
            <a:xfrm>
              <a:off x="622301" y="144463"/>
              <a:ext cx="2490787" cy="1979613"/>
            </a:xfrm>
            <a:custGeom>
              <a:avLst/>
              <a:gdLst>
                <a:gd name="T0" fmla="*/ 1569 w 1569"/>
                <a:gd name="T1" fmla="*/ 1002 h 1247"/>
                <a:gd name="T2" fmla="*/ 182 w 1569"/>
                <a:gd name="T3" fmla="*/ 1247 h 1247"/>
                <a:gd name="T4" fmla="*/ 0 w 1569"/>
                <a:gd name="T5" fmla="*/ 246 h 1247"/>
                <a:gd name="T6" fmla="*/ 1391 w 1569"/>
                <a:gd name="T7" fmla="*/ 0 h 1247"/>
                <a:gd name="T8" fmla="*/ 1569 w 1569"/>
                <a:gd name="T9" fmla="*/ 1002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9" h="1247">
                  <a:moveTo>
                    <a:pt x="1569" y="1002"/>
                  </a:moveTo>
                  <a:lnTo>
                    <a:pt x="182" y="1247"/>
                  </a:lnTo>
                  <a:lnTo>
                    <a:pt x="0" y="246"/>
                  </a:lnTo>
                  <a:lnTo>
                    <a:pt x="1391" y="0"/>
                  </a:lnTo>
                  <a:lnTo>
                    <a:pt x="1569" y="1002"/>
                  </a:lnTo>
                  <a:close/>
                </a:path>
              </a:pathLst>
            </a:custGeom>
            <a:solidFill>
              <a:srgbClr val="B83B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Freeform 1042"/>
            <p:cNvSpPr/>
            <p:nvPr/>
          </p:nvSpPr>
          <p:spPr bwMode="auto">
            <a:xfrm>
              <a:off x="658813" y="93663"/>
              <a:ext cx="2409825" cy="1958975"/>
            </a:xfrm>
            <a:custGeom>
              <a:avLst/>
              <a:gdLst>
                <a:gd name="T0" fmla="*/ 334 w 334"/>
                <a:gd name="T1" fmla="*/ 219 h 271"/>
                <a:gd name="T2" fmla="*/ 295 w 334"/>
                <a:gd name="T3" fmla="*/ 0 h 271"/>
                <a:gd name="T4" fmla="*/ 152 w 334"/>
                <a:gd name="T5" fmla="*/ 52 h 271"/>
                <a:gd name="T6" fmla="*/ 0 w 334"/>
                <a:gd name="T7" fmla="*/ 53 h 271"/>
                <a:gd name="T8" fmla="*/ 39 w 334"/>
                <a:gd name="T9" fmla="*/ 271 h 271"/>
                <a:gd name="T10" fmla="*/ 334 w 334"/>
                <a:gd name="T11" fmla="*/ 219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4" h="271">
                  <a:moveTo>
                    <a:pt x="334" y="219"/>
                  </a:moveTo>
                  <a:cubicBezTo>
                    <a:pt x="295" y="0"/>
                    <a:pt x="295" y="0"/>
                    <a:pt x="295" y="0"/>
                  </a:cubicBezTo>
                  <a:cubicBezTo>
                    <a:pt x="184" y="3"/>
                    <a:pt x="152" y="52"/>
                    <a:pt x="152" y="52"/>
                  </a:cubicBezTo>
                  <a:cubicBezTo>
                    <a:pt x="152" y="52"/>
                    <a:pt x="105" y="17"/>
                    <a:pt x="0" y="53"/>
                  </a:cubicBezTo>
                  <a:cubicBezTo>
                    <a:pt x="39" y="271"/>
                    <a:pt x="39" y="271"/>
                    <a:pt x="39" y="271"/>
                  </a:cubicBezTo>
                  <a:lnTo>
                    <a:pt x="334" y="219"/>
                  </a:lnTo>
                  <a:close/>
                </a:path>
              </a:pathLst>
            </a:custGeom>
            <a:solidFill>
              <a:srgbClr val="D0D1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Freeform 1043"/>
            <p:cNvSpPr/>
            <p:nvPr/>
          </p:nvSpPr>
          <p:spPr bwMode="auto">
            <a:xfrm>
              <a:off x="636588" y="-28575"/>
              <a:ext cx="2411412" cy="1958975"/>
            </a:xfrm>
            <a:custGeom>
              <a:avLst/>
              <a:gdLst>
                <a:gd name="T0" fmla="*/ 334 w 334"/>
                <a:gd name="T1" fmla="*/ 218 h 271"/>
                <a:gd name="T2" fmla="*/ 295 w 334"/>
                <a:gd name="T3" fmla="*/ 0 h 271"/>
                <a:gd name="T4" fmla="*/ 152 w 334"/>
                <a:gd name="T5" fmla="*/ 52 h 271"/>
                <a:gd name="T6" fmla="*/ 0 w 334"/>
                <a:gd name="T7" fmla="*/ 52 h 271"/>
                <a:gd name="T8" fmla="*/ 39 w 334"/>
                <a:gd name="T9" fmla="*/ 271 h 271"/>
                <a:gd name="T10" fmla="*/ 334 w 334"/>
                <a:gd name="T11" fmla="*/ 21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4" h="271">
                  <a:moveTo>
                    <a:pt x="334" y="218"/>
                  </a:moveTo>
                  <a:cubicBezTo>
                    <a:pt x="295" y="0"/>
                    <a:pt x="295" y="0"/>
                    <a:pt x="295" y="0"/>
                  </a:cubicBezTo>
                  <a:cubicBezTo>
                    <a:pt x="184" y="2"/>
                    <a:pt x="152" y="52"/>
                    <a:pt x="152" y="52"/>
                  </a:cubicBezTo>
                  <a:cubicBezTo>
                    <a:pt x="152" y="52"/>
                    <a:pt x="105" y="17"/>
                    <a:pt x="0" y="52"/>
                  </a:cubicBezTo>
                  <a:cubicBezTo>
                    <a:pt x="39" y="271"/>
                    <a:pt x="39" y="271"/>
                    <a:pt x="39" y="271"/>
                  </a:cubicBezTo>
                  <a:lnTo>
                    <a:pt x="334" y="218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Freeform 1044"/>
            <p:cNvSpPr/>
            <p:nvPr/>
          </p:nvSpPr>
          <p:spPr bwMode="auto">
            <a:xfrm>
              <a:off x="1733551" y="-28575"/>
              <a:ext cx="1314450" cy="1770063"/>
            </a:xfrm>
            <a:custGeom>
              <a:avLst/>
              <a:gdLst>
                <a:gd name="T0" fmla="*/ 143 w 182"/>
                <a:gd name="T1" fmla="*/ 0 h 245"/>
                <a:gd name="T2" fmla="*/ 0 w 182"/>
                <a:gd name="T3" fmla="*/ 52 h 245"/>
                <a:gd name="T4" fmla="*/ 34 w 182"/>
                <a:gd name="T5" fmla="*/ 245 h 245"/>
                <a:gd name="T6" fmla="*/ 182 w 182"/>
                <a:gd name="T7" fmla="*/ 218 h 245"/>
                <a:gd name="T8" fmla="*/ 143 w 182"/>
                <a:gd name="T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" h="245">
                  <a:moveTo>
                    <a:pt x="143" y="0"/>
                  </a:moveTo>
                  <a:cubicBezTo>
                    <a:pt x="32" y="2"/>
                    <a:pt x="0" y="52"/>
                    <a:pt x="0" y="52"/>
                  </a:cubicBezTo>
                  <a:cubicBezTo>
                    <a:pt x="34" y="245"/>
                    <a:pt x="34" y="245"/>
                    <a:pt x="34" y="245"/>
                  </a:cubicBezTo>
                  <a:cubicBezTo>
                    <a:pt x="182" y="218"/>
                    <a:pt x="182" y="218"/>
                    <a:pt x="182" y="218"/>
                  </a:cubicBezTo>
                  <a:lnTo>
                    <a:pt x="143" y="0"/>
                  </a:lnTo>
                  <a:close/>
                </a:path>
              </a:pathLst>
            </a:custGeom>
            <a:solidFill>
              <a:srgbClr val="F3F3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286533" y="368300"/>
            <a:ext cx="2324100" cy="2270125"/>
            <a:chOff x="4576763" y="-260350"/>
            <a:chExt cx="2324100" cy="2270125"/>
          </a:xfrm>
        </p:grpSpPr>
        <p:sp>
          <p:nvSpPr>
            <p:cNvPr id="18" name="Freeform 920"/>
            <p:cNvSpPr/>
            <p:nvPr/>
          </p:nvSpPr>
          <p:spPr bwMode="auto">
            <a:xfrm>
              <a:off x="5154613" y="498475"/>
              <a:ext cx="1400175" cy="1452563"/>
            </a:xfrm>
            <a:custGeom>
              <a:avLst/>
              <a:gdLst>
                <a:gd name="T0" fmla="*/ 5 w 194"/>
                <a:gd name="T1" fmla="*/ 131 h 201"/>
                <a:gd name="T2" fmla="*/ 6 w 194"/>
                <a:gd name="T3" fmla="*/ 130 h 201"/>
                <a:gd name="T4" fmla="*/ 14 w 194"/>
                <a:gd name="T5" fmla="*/ 129 h 201"/>
                <a:gd name="T6" fmla="*/ 15 w 194"/>
                <a:gd name="T7" fmla="*/ 138 h 201"/>
                <a:gd name="T8" fmla="*/ 15 w 194"/>
                <a:gd name="T9" fmla="*/ 139 h 201"/>
                <a:gd name="T10" fmla="*/ 19 w 194"/>
                <a:gd name="T11" fmla="*/ 142 h 201"/>
                <a:gd name="T12" fmla="*/ 19 w 194"/>
                <a:gd name="T13" fmla="*/ 141 h 201"/>
                <a:gd name="T14" fmla="*/ 28 w 194"/>
                <a:gd name="T15" fmla="*/ 140 h 201"/>
                <a:gd name="T16" fmla="*/ 29 w 194"/>
                <a:gd name="T17" fmla="*/ 149 h 201"/>
                <a:gd name="T18" fmla="*/ 28 w 194"/>
                <a:gd name="T19" fmla="*/ 150 h 201"/>
                <a:gd name="T20" fmla="*/ 33 w 194"/>
                <a:gd name="T21" fmla="*/ 154 h 201"/>
                <a:gd name="T22" fmla="*/ 34 w 194"/>
                <a:gd name="T23" fmla="*/ 153 h 201"/>
                <a:gd name="T24" fmla="*/ 42 w 194"/>
                <a:gd name="T25" fmla="*/ 152 h 201"/>
                <a:gd name="T26" fmla="*/ 43 w 194"/>
                <a:gd name="T27" fmla="*/ 161 h 201"/>
                <a:gd name="T28" fmla="*/ 43 w 194"/>
                <a:gd name="T29" fmla="*/ 161 h 201"/>
                <a:gd name="T30" fmla="*/ 48 w 194"/>
                <a:gd name="T31" fmla="*/ 165 h 201"/>
                <a:gd name="T32" fmla="*/ 48 w 194"/>
                <a:gd name="T33" fmla="*/ 165 h 201"/>
                <a:gd name="T34" fmla="*/ 57 w 194"/>
                <a:gd name="T35" fmla="*/ 164 h 201"/>
                <a:gd name="T36" fmla="*/ 58 w 194"/>
                <a:gd name="T37" fmla="*/ 172 h 201"/>
                <a:gd name="T38" fmla="*/ 57 w 194"/>
                <a:gd name="T39" fmla="*/ 173 h 201"/>
                <a:gd name="T40" fmla="*/ 62 w 194"/>
                <a:gd name="T41" fmla="*/ 177 h 201"/>
                <a:gd name="T42" fmla="*/ 63 w 194"/>
                <a:gd name="T43" fmla="*/ 176 h 201"/>
                <a:gd name="T44" fmla="*/ 71 w 194"/>
                <a:gd name="T45" fmla="*/ 176 h 201"/>
                <a:gd name="T46" fmla="*/ 72 w 194"/>
                <a:gd name="T47" fmla="*/ 184 h 201"/>
                <a:gd name="T48" fmla="*/ 72 w 194"/>
                <a:gd name="T49" fmla="*/ 185 h 201"/>
                <a:gd name="T50" fmla="*/ 77 w 194"/>
                <a:gd name="T51" fmla="*/ 189 h 201"/>
                <a:gd name="T52" fmla="*/ 77 w 194"/>
                <a:gd name="T53" fmla="*/ 188 h 201"/>
                <a:gd name="T54" fmla="*/ 86 w 194"/>
                <a:gd name="T55" fmla="*/ 187 h 201"/>
                <a:gd name="T56" fmla="*/ 87 w 194"/>
                <a:gd name="T57" fmla="*/ 196 h 201"/>
                <a:gd name="T58" fmla="*/ 86 w 194"/>
                <a:gd name="T59" fmla="*/ 196 h 201"/>
                <a:gd name="T60" fmla="*/ 92 w 194"/>
                <a:gd name="T61" fmla="*/ 201 h 201"/>
                <a:gd name="T62" fmla="*/ 194 w 194"/>
                <a:gd name="T63" fmla="*/ 74 h 201"/>
                <a:gd name="T64" fmla="*/ 102 w 194"/>
                <a:gd name="T65" fmla="*/ 0 h 201"/>
                <a:gd name="T66" fmla="*/ 0 w 194"/>
                <a:gd name="T67" fmla="*/ 127 h 201"/>
                <a:gd name="T68" fmla="*/ 5 w 194"/>
                <a:gd name="T69" fmla="*/ 13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4" h="201">
                  <a:moveTo>
                    <a:pt x="5" y="131"/>
                  </a:moveTo>
                  <a:cubicBezTo>
                    <a:pt x="5" y="131"/>
                    <a:pt x="5" y="130"/>
                    <a:pt x="6" y="130"/>
                  </a:cubicBezTo>
                  <a:cubicBezTo>
                    <a:pt x="8" y="128"/>
                    <a:pt x="12" y="127"/>
                    <a:pt x="14" y="129"/>
                  </a:cubicBezTo>
                  <a:cubicBezTo>
                    <a:pt x="17" y="131"/>
                    <a:pt x="17" y="135"/>
                    <a:pt x="15" y="138"/>
                  </a:cubicBezTo>
                  <a:cubicBezTo>
                    <a:pt x="15" y="138"/>
                    <a:pt x="15" y="138"/>
                    <a:pt x="15" y="139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19" y="142"/>
                    <a:pt x="19" y="141"/>
                    <a:pt x="19" y="141"/>
                  </a:cubicBezTo>
                  <a:cubicBezTo>
                    <a:pt x="21" y="139"/>
                    <a:pt x="25" y="138"/>
                    <a:pt x="28" y="140"/>
                  </a:cubicBezTo>
                  <a:cubicBezTo>
                    <a:pt x="30" y="143"/>
                    <a:pt x="31" y="146"/>
                    <a:pt x="29" y="149"/>
                  </a:cubicBezTo>
                  <a:cubicBezTo>
                    <a:pt x="29" y="149"/>
                    <a:pt x="28" y="149"/>
                    <a:pt x="28" y="150"/>
                  </a:cubicBezTo>
                  <a:cubicBezTo>
                    <a:pt x="33" y="154"/>
                    <a:pt x="33" y="154"/>
                    <a:pt x="33" y="154"/>
                  </a:cubicBezTo>
                  <a:cubicBezTo>
                    <a:pt x="33" y="153"/>
                    <a:pt x="34" y="153"/>
                    <a:pt x="34" y="153"/>
                  </a:cubicBezTo>
                  <a:cubicBezTo>
                    <a:pt x="36" y="150"/>
                    <a:pt x="40" y="150"/>
                    <a:pt x="42" y="152"/>
                  </a:cubicBezTo>
                  <a:cubicBezTo>
                    <a:pt x="45" y="154"/>
                    <a:pt x="45" y="158"/>
                    <a:pt x="43" y="161"/>
                  </a:cubicBezTo>
                  <a:cubicBezTo>
                    <a:pt x="43" y="161"/>
                    <a:pt x="43" y="161"/>
                    <a:pt x="43" y="161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50" y="162"/>
                    <a:pt x="54" y="162"/>
                    <a:pt x="57" y="164"/>
                  </a:cubicBezTo>
                  <a:cubicBezTo>
                    <a:pt x="60" y="166"/>
                    <a:pt x="60" y="170"/>
                    <a:pt x="58" y="172"/>
                  </a:cubicBezTo>
                  <a:cubicBezTo>
                    <a:pt x="58" y="173"/>
                    <a:pt x="57" y="173"/>
                    <a:pt x="57" y="173"/>
                  </a:cubicBezTo>
                  <a:cubicBezTo>
                    <a:pt x="62" y="177"/>
                    <a:pt x="62" y="177"/>
                    <a:pt x="62" y="177"/>
                  </a:cubicBezTo>
                  <a:cubicBezTo>
                    <a:pt x="62" y="177"/>
                    <a:pt x="63" y="177"/>
                    <a:pt x="63" y="176"/>
                  </a:cubicBezTo>
                  <a:cubicBezTo>
                    <a:pt x="65" y="174"/>
                    <a:pt x="69" y="173"/>
                    <a:pt x="71" y="176"/>
                  </a:cubicBezTo>
                  <a:cubicBezTo>
                    <a:pt x="74" y="178"/>
                    <a:pt x="74" y="182"/>
                    <a:pt x="72" y="184"/>
                  </a:cubicBezTo>
                  <a:cubicBezTo>
                    <a:pt x="72" y="184"/>
                    <a:pt x="72" y="185"/>
                    <a:pt x="72" y="185"/>
                  </a:cubicBezTo>
                  <a:cubicBezTo>
                    <a:pt x="77" y="189"/>
                    <a:pt x="77" y="189"/>
                    <a:pt x="77" y="189"/>
                  </a:cubicBezTo>
                  <a:cubicBezTo>
                    <a:pt x="77" y="189"/>
                    <a:pt x="77" y="188"/>
                    <a:pt x="77" y="188"/>
                  </a:cubicBezTo>
                  <a:cubicBezTo>
                    <a:pt x="79" y="186"/>
                    <a:pt x="83" y="185"/>
                    <a:pt x="86" y="187"/>
                  </a:cubicBezTo>
                  <a:cubicBezTo>
                    <a:pt x="89" y="189"/>
                    <a:pt x="89" y="193"/>
                    <a:pt x="87" y="196"/>
                  </a:cubicBezTo>
                  <a:cubicBezTo>
                    <a:pt x="87" y="196"/>
                    <a:pt x="86" y="196"/>
                    <a:pt x="86" y="196"/>
                  </a:cubicBezTo>
                  <a:cubicBezTo>
                    <a:pt x="92" y="201"/>
                    <a:pt x="92" y="201"/>
                    <a:pt x="92" y="201"/>
                  </a:cubicBezTo>
                  <a:cubicBezTo>
                    <a:pt x="194" y="74"/>
                    <a:pt x="194" y="74"/>
                    <a:pt x="194" y="74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0" y="127"/>
                    <a:pt x="0" y="127"/>
                    <a:pt x="0" y="127"/>
                  </a:cubicBezTo>
                  <a:lnTo>
                    <a:pt x="5" y="131"/>
                  </a:lnTo>
                  <a:close/>
                </a:path>
              </a:pathLst>
            </a:custGeom>
            <a:solidFill>
              <a:srgbClr val="D0D1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Freeform 1045"/>
            <p:cNvSpPr>
              <a:spLocks noEditPoints="1"/>
            </p:cNvSpPr>
            <p:nvPr/>
          </p:nvSpPr>
          <p:spPr bwMode="auto">
            <a:xfrm>
              <a:off x="4576763" y="-260350"/>
              <a:ext cx="2324100" cy="2270125"/>
            </a:xfrm>
            <a:custGeom>
              <a:avLst/>
              <a:gdLst>
                <a:gd name="T0" fmla="*/ 0 w 1464"/>
                <a:gd name="T1" fmla="*/ 1006 h 1430"/>
                <a:gd name="T2" fmla="*/ 1464 w 1464"/>
                <a:gd name="T3" fmla="*/ 1430 h 1430"/>
                <a:gd name="T4" fmla="*/ 319 w 1464"/>
                <a:gd name="T5" fmla="*/ 0 h 1430"/>
                <a:gd name="T6" fmla="*/ 0 w 1464"/>
                <a:gd name="T7" fmla="*/ 1006 h 1430"/>
                <a:gd name="T8" fmla="*/ 337 w 1464"/>
                <a:gd name="T9" fmla="*/ 824 h 1430"/>
                <a:gd name="T10" fmla="*/ 432 w 1464"/>
                <a:gd name="T11" fmla="*/ 510 h 1430"/>
                <a:gd name="T12" fmla="*/ 792 w 1464"/>
                <a:gd name="T13" fmla="*/ 956 h 1430"/>
                <a:gd name="T14" fmla="*/ 337 w 1464"/>
                <a:gd name="T15" fmla="*/ 824 h 1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4" h="1430">
                  <a:moveTo>
                    <a:pt x="0" y="1006"/>
                  </a:moveTo>
                  <a:lnTo>
                    <a:pt x="1464" y="1430"/>
                  </a:lnTo>
                  <a:lnTo>
                    <a:pt x="319" y="0"/>
                  </a:lnTo>
                  <a:lnTo>
                    <a:pt x="0" y="1006"/>
                  </a:lnTo>
                  <a:close/>
                  <a:moveTo>
                    <a:pt x="337" y="824"/>
                  </a:moveTo>
                  <a:lnTo>
                    <a:pt x="432" y="510"/>
                  </a:lnTo>
                  <a:lnTo>
                    <a:pt x="792" y="956"/>
                  </a:lnTo>
                  <a:lnTo>
                    <a:pt x="337" y="824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Freeform 1046"/>
            <p:cNvSpPr/>
            <p:nvPr/>
          </p:nvSpPr>
          <p:spPr bwMode="auto">
            <a:xfrm>
              <a:off x="6526213" y="1704975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2 w 41"/>
                <a:gd name="T3" fmla="*/ 0 h 37"/>
                <a:gd name="T4" fmla="*/ 41 w 41"/>
                <a:gd name="T5" fmla="*/ 10 h 37"/>
                <a:gd name="T6" fmla="*/ 5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2" y="0"/>
                  </a:lnTo>
                  <a:lnTo>
                    <a:pt x="41" y="10"/>
                  </a:lnTo>
                  <a:lnTo>
                    <a:pt x="5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Freeform 1047"/>
            <p:cNvSpPr/>
            <p:nvPr/>
          </p:nvSpPr>
          <p:spPr bwMode="auto">
            <a:xfrm>
              <a:off x="6483350" y="1655763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Freeform 1048"/>
            <p:cNvSpPr/>
            <p:nvPr/>
          </p:nvSpPr>
          <p:spPr bwMode="auto">
            <a:xfrm>
              <a:off x="6438900" y="1604963"/>
              <a:ext cx="73025" cy="57150"/>
            </a:xfrm>
            <a:custGeom>
              <a:avLst/>
              <a:gdLst>
                <a:gd name="T0" fmla="*/ 0 w 46"/>
                <a:gd name="T1" fmla="*/ 32 h 36"/>
                <a:gd name="T2" fmla="*/ 37 w 46"/>
                <a:gd name="T3" fmla="*/ 0 h 36"/>
                <a:gd name="T4" fmla="*/ 46 w 46"/>
                <a:gd name="T5" fmla="*/ 9 h 36"/>
                <a:gd name="T6" fmla="*/ 9 w 46"/>
                <a:gd name="T7" fmla="*/ 36 h 36"/>
                <a:gd name="T8" fmla="*/ 0 w 46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0" y="32"/>
                  </a:moveTo>
                  <a:lnTo>
                    <a:pt x="37" y="0"/>
                  </a:lnTo>
                  <a:lnTo>
                    <a:pt x="46" y="9"/>
                  </a:lnTo>
                  <a:lnTo>
                    <a:pt x="9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Freeform 1049"/>
            <p:cNvSpPr/>
            <p:nvPr/>
          </p:nvSpPr>
          <p:spPr bwMode="auto">
            <a:xfrm>
              <a:off x="6403975" y="1554163"/>
              <a:ext cx="65087" cy="65088"/>
            </a:xfrm>
            <a:custGeom>
              <a:avLst/>
              <a:gdLst>
                <a:gd name="T0" fmla="*/ 0 w 41"/>
                <a:gd name="T1" fmla="*/ 32 h 41"/>
                <a:gd name="T2" fmla="*/ 36 w 41"/>
                <a:gd name="T3" fmla="*/ 0 h 41"/>
                <a:gd name="T4" fmla="*/ 41 w 41"/>
                <a:gd name="T5" fmla="*/ 9 h 41"/>
                <a:gd name="T6" fmla="*/ 4 w 41"/>
                <a:gd name="T7" fmla="*/ 41 h 41"/>
                <a:gd name="T8" fmla="*/ 0 w 41"/>
                <a:gd name="T9" fmla="*/ 3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2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4" y="41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Freeform 1050"/>
            <p:cNvSpPr/>
            <p:nvPr/>
          </p:nvSpPr>
          <p:spPr bwMode="auto">
            <a:xfrm>
              <a:off x="6288088" y="1511300"/>
              <a:ext cx="144462" cy="114300"/>
            </a:xfrm>
            <a:custGeom>
              <a:avLst/>
              <a:gdLst>
                <a:gd name="T0" fmla="*/ 0 w 91"/>
                <a:gd name="T1" fmla="*/ 63 h 72"/>
                <a:gd name="T2" fmla="*/ 82 w 91"/>
                <a:gd name="T3" fmla="*/ 0 h 72"/>
                <a:gd name="T4" fmla="*/ 91 w 91"/>
                <a:gd name="T5" fmla="*/ 4 h 72"/>
                <a:gd name="T6" fmla="*/ 4 w 91"/>
                <a:gd name="T7" fmla="*/ 72 h 72"/>
                <a:gd name="T8" fmla="*/ 0 w 91"/>
                <a:gd name="T9" fmla="*/ 63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2">
                  <a:moveTo>
                    <a:pt x="0" y="63"/>
                  </a:moveTo>
                  <a:lnTo>
                    <a:pt x="82" y="0"/>
                  </a:lnTo>
                  <a:lnTo>
                    <a:pt x="91" y="4"/>
                  </a:lnTo>
                  <a:lnTo>
                    <a:pt x="4" y="72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Freeform 1051"/>
            <p:cNvSpPr/>
            <p:nvPr/>
          </p:nvSpPr>
          <p:spPr bwMode="auto">
            <a:xfrm>
              <a:off x="6324600" y="1460500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Freeform 1052"/>
            <p:cNvSpPr/>
            <p:nvPr/>
          </p:nvSpPr>
          <p:spPr bwMode="auto">
            <a:xfrm>
              <a:off x="6280150" y="1409700"/>
              <a:ext cx="73025" cy="57150"/>
            </a:xfrm>
            <a:custGeom>
              <a:avLst/>
              <a:gdLst>
                <a:gd name="T0" fmla="*/ 0 w 46"/>
                <a:gd name="T1" fmla="*/ 27 h 36"/>
                <a:gd name="T2" fmla="*/ 37 w 46"/>
                <a:gd name="T3" fmla="*/ 0 h 36"/>
                <a:gd name="T4" fmla="*/ 46 w 46"/>
                <a:gd name="T5" fmla="*/ 9 h 36"/>
                <a:gd name="T6" fmla="*/ 9 w 46"/>
                <a:gd name="T7" fmla="*/ 36 h 36"/>
                <a:gd name="T8" fmla="*/ 0 w 46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0" y="27"/>
                  </a:moveTo>
                  <a:lnTo>
                    <a:pt x="37" y="0"/>
                  </a:lnTo>
                  <a:lnTo>
                    <a:pt x="46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Freeform 1053"/>
            <p:cNvSpPr/>
            <p:nvPr/>
          </p:nvSpPr>
          <p:spPr bwMode="auto">
            <a:xfrm>
              <a:off x="6245225" y="1358900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9 h 36"/>
                <a:gd name="T6" fmla="*/ 4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Freeform 1054"/>
            <p:cNvSpPr/>
            <p:nvPr/>
          </p:nvSpPr>
          <p:spPr bwMode="auto">
            <a:xfrm>
              <a:off x="6200775" y="1308100"/>
              <a:ext cx="65087" cy="58738"/>
            </a:xfrm>
            <a:custGeom>
              <a:avLst/>
              <a:gdLst>
                <a:gd name="T0" fmla="*/ 0 w 41"/>
                <a:gd name="T1" fmla="*/ 27 h 37"/>
                <a:gd name="T2" fmla="*/ 37 w 41"/>
                <a:gd name="T3" fmla="*/ 0 h 37"/>
                <a:gd name="T4" fmla="*/ 41 w 41"/>
                <a:gd name="T5" fmla="*/ 9 h 37"/>
                <a:gd name="T6" fmla="*/ 9 w 41"/>
                <a:gd name="T7" fmla="*/ 37 h 37"/>
                <a:gd name="T8" fmla="*/ 0 w 41"/>
                <a:gd name="T9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Freeform 1055"/>
            <p:cNvSpPr/>
            <p:nvPr/>
          </p:nvSpPr>
          <p:spPr bwMode="auto">
            <a:xfrm>
              <a:off x="6086475" y="1257300"/>
              <a:ext cx="144462" cy="123825"/>
            </a:xfrm>
            <a:custGeom>
              <a:avLst/>
              <a:gdLst>
                <a:gd name="T0" fmla="*/ 0 w 91"/>
                <a:gd name="T1" fmla="*/ 69 h 78"/>
                <a:gd name="T2" fmla="*/ 81 w 91"/>
                <a:gd name="T3" fmla="*/ 0 h 78"/>
                <a:gd name="T4" fmla="*/ 91 w 91"/>
                <a:gd name="T5" fmla="*/ 9 h 78"/>
                <a:gd name="T6" fmla="*/ 9 w 91"/>
                <a:gd name="T7" fmla="*/ 78 h 78"/>
                <a:gd name="T8" fmla="*/ 0 w 91"/>
                <a:gd name="T9" fmla="*/ 6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8">
                  <a:moveTo>
                    <a:pt x="0" y="69"/>
                  </a:moveTo>
                  <a:lnTo>
                    <a:pt x="81" y="0"/>
                  </a:lnTo>
                  <a:lnTo>
                    <a:pt x="91" y="9"/>
                  </a:lnTo>
                  <a:lnTo>
                    <a:pt x="9" y="78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Freeform 1056"/>
            <p:cNvSpPr/>
            <p:nvPr/>
          </p:nvSpPr>
          <p:spPr bwMode="auto">
            <a:xfrm>
              <a:off x="6121400" y="1214438"/>
              <a:ext cx="73025" cy="57150"/>
            </a:xfrm>
            <a:custGeom>
              <a:avLst/>
              <a:gdLst>
                <a:gd name="T0" fmla="*/ 0 w 46"/>
                <a:gd name="T1" fmla="*/ 27 h 36"/>
                <a:gd name="T2" fmla="*/ 37 w 46"/>
                <a:gd name="T3" fmla="*/ 0 h 36"/>
                <a:gd name="T4" fmla="*/ 46 w 46"/>
                <a:gd name="T5" fmla="*/ 4 h 36"/>
                <a:gd name="T6" fmla="*/ 9 w 46"/>
                <a:gd name="T7" fmla="*/ 36 h 36"/>
                <a:gd name="T8" fmla="*/ 0 w 46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0" y="27"/>
                  </a:moveTo>
                  <a:lnTo>
                    <a:pt x="37" y="0"/>
                  </a:lnTo>
                  <a:lnTo>
                    <a:pt x="46" y="4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Freeform 1057"/>
            <p:cNvSpPr/>
            <p:nvPr/>
          </p:nvSpPr>
          <p:spPr bwMode="auto">
            <a:xfrm>
              <a:off x="6086475" y="1163638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1 w 41"/>
                <a:gd name="T3" fmla="*/ 0 h 36"/>
                <a:gd name="T4" fmla="*/ 41 w 41"/>
                <a:gd name="T5" fmla="*/ 9 h 36"/>
                <a:gd name="T6" fmla="*/ 4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Freeform 1058"/>
            <p:cNvSpPr/>
            <p:nvPr/>
          </p:nvSpPr>
          <p:spPr bwMode="auto">
            <a:xfrm>
              <a:off x="6042025" y="1112838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7 w 41"/>
                <a:gd name="T3" fmla="*/ 0 h 37"/>
                <a:gd name="T4" fmla="*/ 41 w 41"/>
                <a:gd name="T5" fmla="*/ 9 h 37"/>
                <a:gd name="T6" fmla="*/ 9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Freeform 1059"/>
            <p:cNvSpPr/>
            <p:nvPr/>
          </p:nvSpPr>
          <p:spPr bwMode="auto">
            <a:xfrm>
              <a:off x="6007101" y="1062038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1 w 41"/>
                <a:gd name="T3" fmla="*/ 0 h 37"/>
                <a:gd name="T4" fmla="*/ 41 w 41"/>
                <a:gd name="T5" fmla="*/ 9 h 37"/>
                <a:gd name="T6" fmla="*/ 4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Freeform 1060"/>
            <p:cNvSpPr/>
            <p:nvPr/>
          </p:nvSpPr>
          <p:spPr bwMode="auto">
            <a:xfrm>
              <a:off x="5891213" y="1011238"/>
              <a:ext cx="136525" cy="115888"/>
            </a:xfrm>
            <a:custGeom>
              <a:avLst/>
              <a:gdLst>
                <a:gd name="T0" fmla="*/ 0 w 86"/>
                <a:gd name="T1" fmla="*/ 69 h 73"/>
                <a:gd name="T2" fmla="*/ 82 w 86"/>
                <a:gd name="T3" fmla="*/ 0 h 73"/>
                <a:gd name="T4" fmla="*/ 86 w 86"/>
                <a:gd name="T5" fmla="*/ 10 h 73"/>
                <a:gd name="T6" fmla="*/ 4 w 86"/>
                <a:gd name="T7" fmla="*/ 73 h 73"/>
                <a:gd name="T8" fmla="*/ 0 w 86"/>
                <a:gd name="T9" fmla="*/ 6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73">
                  <a:moveTo>
                    <a:pt x="0" y="69"/>
                  </a:moveTo>
                  <a:lnTo>
                    <a:pt x="82" y="0"/>
                  </a:lnTo>
                  <a:lnTo>
                    <a:pt x="86" y="10"/>
                  </a:lnTo>
                  <a:lnTo>
                    <a:pt x="4" y="73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Freeform 1061"/>
            <p:cNvSpPr/>
            <p:nvPr/>
          </p:nvSpPr>
          <p:spPr bwMode="auto">
            <a:xfrm>
              <a:off x="5927726" y="962025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1 w 41"/>
                <a:gd name="T3" fmla="*/ 0 h 36"/>
                <a:gd name="T4" fmla="*/ 41 w 41"/>
                <a:gd name="T5" fmla="*/ 9 h 36"/>
                <a:gd name="T6" fmla="*/ 4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Freeform 1062"/>
            <p:cNvSpPr/>
            <p:nvPr/>
          </p:nvSpPr>
          <p:spPr bwMode="auto">
            <a:xfrm>
              <a:off x="5883276" y="911225"/>
              <a:ext cx="65087" cy="57150"/>
            </a:xfrm>
            <a:custGeom>
              <a:avLst/>
              <a:gdLst>
                <a:gd name="T0" fmla="*/ 0 w 41"/>
                <a:gd name="T1" fmla="*/ 32 h 36"/>
                <a:gd name="T2" fmla="*/ 37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32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Freeform 1063"/>
            <p:cNvSpPr/>
            <p:nvPr/>
          </p:nvSpPr>
          <p:spPr bwMode="auto">
            <a:xfrm>
              <a:off x="5848351" y="860425"/>
              <a:ext cx="65087" cy="65088"/>
            </a:xfrm>
            <a:custGeom>
              <a:avLst/>
              <a:gdLst>
                <a:gd name="T0" fmla="*/ 0 w 41"/>
                <a:gd name="T1" fmla="*/ 32 h 41"/>
                <a:gd name="T2" fmla="*/ 31 w 41"/>
                <a:gd name="T3" fmla="*/ 0 h 41"/>
                <a:gd name="T4" fmla="*/ 41 w 41"/>
                <a:gd name="T5" fmla="*/ 9 h 41"/>
                <a:gd name="T6" fmla="*/ 4 w 41"/>
                <a:gd name="T7" fmla="*/ 41 h 41"/>
                <a:gd name="T8" fmla="*/ 0 w 41"/>
                <a:gd name="T9" fmla="*/ 3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2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41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Freeform 1064"/>
            <p:cNvSpPr/>
            <p:nvPr/>
          </p:nvSpPr>
          <p:spPr bwMode="auto">
            <a:xfrm>
              <a:off x="5803901" y="817563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7 w 41"/>
                <a:gd name="T3" fmla="*/ 0 h 36"/>
                <a:gd name="T4" fmla="*/ 41 w 41"/>
                <a:gd name="T5" fmla="*/ 4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7" y="0"/>
                  </a:lnTo>
                  <a:lnTo>
                    <a:pt x="41" y="4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Freeform 1065"/>
            <p:cNvSpPr/>
            <p:nvPr/>
          </p:nvSpPr>
          <p:spPr bwMode="auto">
            <a:xfrm>
              <a:off x="5689601" y="766763"/>
              <a:ext cx="144462" cy="115888"/>
            </a:xfrm>
            <a:custGeom>
              <a:avLst/>
              <a:gdLst>
                <a:gd name="T0" fmla="*/ 0 w 91"/>
                <a:gd name="T1" fmla="*/ 63 h 73"/>
                <a:gd name="T2" fmla="*/ 81 w 91"/>
                <a:gd name="T3" fmla="*/ 0 h 73"/>
                <a:gd name="T4" fmla="*/ 91 w 91"/>
                <a:gd name="T5" fmla="*/ 9 h 73"/>
                <a:gd name="T6" fmla="*/ 4 w 91"/>
                <a:gd name="T7" fmla="*/ 73 h 73"/>
                <a:gd name="T8" fmla="*/ 0 w 91"/>
                <a:gd name="T9" fmla="*/ 6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3">
                  <a:moveTo>
                    <a:pt x="0" y="63"/>
                  </a:moveTo>
                  <a:lnTo>
                    <a:pt x="81" y="0"/>
                  </a:lnTo>
                  <a:lnTo>
                    <a:pt x="91" y="9"/>
                  </a:lnTo>
                  <a:lnTo>
                    <a:pt x="4" y="73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Freeform 1066"/>
            <p:cNvSpPr/>
            <p:nvPr/>
          </p:nvSpPr>
          <p:spPr bwMode="auto">
            <a:xfrm>
              <a:off x="5724526" y="715963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7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Freeform 1067"/>
            <p:cNvSpPr/>
            <p:nvPr/>
          </p:nvSpPr>
          <p:spPr bwMode="auto">
            <a:xfrm>
              <a:off x="5689601" y="665163"/>
              <a:ext cx="63500" cy="57150"/>
            </a:xfrm>
            <a:custGeom>
              <a:avLst/>
              <a:gdLst>
                <a:gd name="T0" fmla="*/ 0 w 40"/>
                <a:gd name="T1" fmla="*/ 27 h 36"/>
                <a:gd name="T2" fmla="*/ 31 w 40"/>
                <a:gd name="T3" fmla="*/ 0 h 36"/>
                <a:gd name="T4" fmla="*/ 40 w 40"/>
                <a:gd name="T5" fmla="*/ 9 h 36"/>
                <a:gd name="T6" fmla="*/ 4 w 40"/>
                <a:gd name="T7" fmla="*/ 36 h 36"/>
                <a:gd name="T8" fmla="*/ 0 w 40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6">
                  <a:moveTo>
                    <a:pt x="0" y="27"/>
                  </a:moveTo>
                  <a:lnTo>
                    <a:pt x="31" y="0"/>
                  </a:lnTo>
                  <a:lnTo>
                    <a:pt x="40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Freeform 1068"/>
            <p:cNvSpPr/>
            <p:nvPr/>
          </p:nvSpPr>
          <p:spPr bwMode="auto">
            <a:xfrm>
              <a:off x="5645151" y="614363"/>
              <a:ext cx="65087" cy="58738"/>
            </a:xfrm>
            <a:custGeom>
              <a:avLst/>
              <a:gdLst>
                <a:gd name="T0" fmla="*/ 0 w 41"/>
                <a:gd name="T1" fmla="*/ 27 h 37"/>
                <a:gd name="T2" fmla="*/ 37 w 41"/>
                <a:gd name="T3" fmla="*/ 0 h 37"/>
                <a:gd name="T4" fmla="*/ 41 w 41"/>
                <a:gd name="T5" fmla="*/ 9 h 37"/>
                <a:gd name="T6" fmla="*/ 9 w 41"/>
                <a:gd name="T7" fmla="*/ 37 h 37"/>
                <a:gd name="T8" fmla="*/ 0 w 41"/>
                <a:gd name="T9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Freeform 1069"/>
            <p:cNvSpPr/>
            <p:nvPr/>
          </p:nvSpPr>
          <p:spPr bwMode="auto">
            <a:xfrm>
              <a:off x="5602288" y="563563"/>
              <a:ext cx="71437" cy="58738"/>
            </a:xfrm>
            <a:custGeom>
              <a:avLst/>
              <a:gdLst>
                <a:gd name="T0" fmla="*/ 0 w 45"/>
                <a:gd name="T1" fmla="*/ 28 h 37"/>
                <a:gd name="T2" fmla="*/ 36 w 45"/>
                <a:gd name="T3" fmla="*/ 0 h 37"/>
                <a:gd name="T4" fmla="*/ 45 w 45"/>
                <a:gd name="T5" fmla="*/ 9 h 37"/>
                <a:gd name="T6" fmla="*/ 9 w 45"/>
                <a:gd name="T7" fmla="*/ 37 h 37"/>
                <a:gd name="T8" fmla="*/ 0 w 45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7">
                  <a:moveTo>
                    <a:pt x="0" y="28"/>
                  </a:moveTo>
                  <a:lnTo>
                    <a:pt x="36" y="0"/>
                  </a:lnTo>
                  <a:lnTo>
                    <a:pt x="45" y="9"/>
                  </a:lnTo>
                  <a:lnTo>
                    <a:pt x="9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Freeform 1070"/>
            <p:cNvSpPr/>
            <p:nvPr/>
          </p:nvSpPr>
          <p:spPr bwMode="auto">
            <a:xfrm>
              <a:off x="5486401" y="512763"/>
              <a:ext cx="144462" cy="123825"/>
            </a:xfrm>
            <a:custGeom>
              <a:avLst/>
              <a:gdLst>
                <a:gd name="T0" fmla="*/ 0 w 91"/>
                <a:gd name="T1" fmla="*/ 69 h 78"/>
                <a:gd name="T2" fmla="*/ 87 w 91"/>
                <a:gd name="T3" fmla="*/ 0 h 78"/>
                <a:gd name="T4" fmla="*/ 91 w 91"/>
                <a:gd name="T5" fmla="*/ 10 h 78"/>
                <a:gd name="T6" fmla="*/ 9 w 91"/>
                <a:gd name="T7" fmla="*/ 78 h 78"/>
                <a:gd name="T8" fmla="*/ 0 w 91"/>
                <a:gd name="T9" fmla="*/ 6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8">
                  <a:moveTo>
                    <a:pt x="0" y="69"/>
                  </a:moveTo>
                  <a:lnTo>
                    <a:pt x="87" y="0"/>
                  </a:lnTo>
                  <a:lnTo>
                    <a:pt x="91" y="10"/>
                  </a:lnTo>
                  <a:lnTo>
                    <a:pt x="9" y="78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Freeform 1071"/>
            <p:cNvSpPr/>
            <p:nvPr/>
          </p:nvSpPr>
          <p:spPr bwMode="auto">
            <a:xfrm>
              <a:off x="5530851" y="469900"/>
              <a:ext cx="63500" cy="58738"/>
            </a:xfrm>
            <a:custGeom>
              <a:avLst/>
              <a:gdLst>
                <a:gd name="T0" fmla="*/ 0 w 40"/>
                <a:gd name="T1" fmla="*/ 27 h 37"/>
                <a:gd name="T2" fmla="*/ 31 w 40"/>
                <a:gd name="T3" fmla="*/ 0 h 37"/>
                <a:gd name="T4" fmla="*/ 40 w 40"/>
                <a:gd name="T5" fmla="*/ 9 h 37"/>
                <a:gd name="T6" fmla="*/ 4 w 40"/>
                <a:gd name="T7" fmla="*/ 37 h 37"/>
                <a:gd name="T8" fmla="*/ 0 w 40"/>
                <a:gd name="T9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7">
                  <a:moveTo>
                    <a:pt x="0" y="27"/>
                  </a:moveTo>
                  <a:lnTo>
                    <a:pt x="31" y="0"/>
                  </a:lnTo>
                  <a:lnTo>
                    <a:pt x="40" y="9"/>
                  </a:lnTo>
                  <a:lnTo>
                    <a:pt x="4" y="3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Freeform 1072"/>
            <p:cNvSpPr/>
            <p:nvPr/>
          </p:nvSpPr>
          <p:spPr bwMode="auto">
            <a:xfrm>
              <a:off x="5486401" y="419100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7 w 41"/>
                <a:gd name="T3" fmla="*/ 0 h 37"/>
                <a:gd name="T4" fmla="*/ 41 w 41"/>
                <a:gd name="T5" fmla="*/ 9 h 37"/>
                <a:gd name="T6" fmla="*/ 5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5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Freeform 1073"/>
            <p:cNvSpPr/>
            <p:nvPr/>
          </p:nvSpPr>
          <p:spPr bwMode="auto">
            <a:xfrm>
              <a:off x="5443538" y="368300"/>
              <a:ext cx="71437" cy="58738"/>
            </a:xfrm>
            <a:custGeom>
              <a:avLst/>
              <a:gdLst>
                <a:gd name="T0" fmla="*/ 0 w 45"/>
                <a:gd name="T1" fmla="*/ 28 h 37"/>
                <a:gd name="T2" fmla="*/ 36 w 45"/>
                <a:gd name="T3" fmla="*/ 0 h 37"/>
                <a:gd name="T4" fmla="*/ 45 w 45"/>
                <a:gd name="T5" fmla="*/ 10 h 37"/>
                <a:gd name="T6" fmla="*/ 9 w 45"/>
                <a:gd name="T7" fmla="*/ 37 h 37"/>
                <a:gd name="T8" fmla="*/ 0 w 45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7">
                  <a:moveTo>
                    <a:pt x="0" y="28"/>
                  </a:moveTo>
                  <a:lnTo>
                    <a:pt x="36" y="0"/>
                  </a:lnTo>
                  <a:lnTo>
                    <a:pt x="45" y="10"/>
                  </a:lnTo>
                  <a:lnTo>
                    <a:pt x="9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Freeform 1074"/>
            <p:cNvSpPr/>
            <p:nvPr/>
          </p:nvSpPr>
          <p:spPr bwMode="auto">
            <a:xfrm>
              <a:off x="5407026" y="319088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7 w 41"/>
                <a:gd name="T3" fmla="*/ 0 h 36"/>
                <a:gd name="T4" fmla="*/ 41 w 41"/>
                <a:gd name="T5" fmla="*/ 9 h 36"/>
                <a:gd name="T6" fmla="*/ 5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5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Freeform 1075"/>
            <p:cNvSpPr/>
            <p:nvPr/>
          </p:nvSpPr>
          <p:spPr bwMode="auto">
            <a:xfrm>
              <a:off x="5292726" y="268288"/>
              <a:ext cx="136525" cy="122238"/>
            </a:xfrm>
            <a:custGeom>
              <a:avLst/>
              <a:gdLst>
                <a:gd name="T0" fmla="*/ 0 w 86"/>
                <a:gd name="T1" fmla="*/ 68 h 77"/>
                <a:gd name="T2" fmla="*/ 81 w 86"/>
                <a:gd name="T3" fmla="*/ 0 h 77"/>
                <a:gd name="T4" fmla="*/ 86 w 86"/>
                <a:gd name="T5" fmla="*/ 9 h 77"/>
                <a:gd name="T6" fmla="*/ 4 w 86"/>
                <a:gd name="T7" fmla="*/ 77 h 77"/>
                <a:gd name="T8" fmla="*/ 0 w 86"/>
                <a:gd name="T9" fmla="*/ 6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77">
                  <a:moveTo>
                    <a:pt x="0" y="68"/>
                  </a:moveTo>
                  <a:lnTo>
                    <a:pt x="81" y="0"/>
                  </a:lnTo>
                  <a:lnTo>
                    <a:pt x="86" y="9"/>
                  </a:lnTo>
                  <a:lnTo>
                    <a:pt x="4" y="77"/>
                  </a:lnTo>
                  <a:lnTo>
                    <a:pt x="0" y="6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Freeform 1076"/>
            <p:cNvSpPr/>
            <p:nvPr/>
          </p:nvSpPr>
          <p:spPr bwMode="auto">
            <a:xfrm>
              <a:off x="5327651" y="217488"/>
              <a:ext cx="65087" cy="57150"/>
            </a:xfrm>
            <a:custGeom>
              <a:avLst/>
              <a:gdLst>
                <a:gd name="T0" fmla="*/ 0 w 41"/>
                <a:gd name="T1" fmla="*/ 32 h 36"/>
                <a:gd name="T2" fmla="*/ 37 w 41"/>
                <a:gd name="T3" fmla="*/ 0 h 36"/>
                <a:gd name="T4" fmla="*/ 41 w 41"/>
                <a:gd name="T5" fmla="*/ 9 h 36"/>
                <a:gd name="T6" fmla="*/ 5 w 41"/>
                <a:gd name="T7" fmla="*/ 36 h 36"/>
                <a:gd name="T8" fmla="*/ 0 w 41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32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5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Freeform 1077"/>
            <p:cNvSpPr/>
            <p:nvPr/>
          </p:nvSpPr>
          <p:spPr bwMode="auto">
            <a:xfrm>
              <a:off x="5284788" y="166688"/>
              <a:ext cx="71437" cy="57150"/>
            </a:xfrm>
            <a:custGeom>
              <a:avLst/>
              <a:gdLst>
                <a:gd name="T0" fmla="*/ 0 w 45"/>
                <a:gd name="T1" fmla="*/ 32 h 36"/>
                <a:gd name="T2" fmla="*/ 36 w 45"/>
                <a:gd name="T3" fmla="*/ 0 h 36"/>
                <a:gd name="T4" fmla="*/ 45 w 45"/>
                <a:gd name="T5" fmla="*/ 9 h 36"/>
                <a:gd name="T6" fmla="*/ 9 w 45"/>
                <a:gd name="T7" fmla="*/ 36 h 36"/>
                <a:gd name="T8" fmla="*/ 0 w 45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0" y="32"/>
                  </a:moveTo>
                  <a:lnTo>
                    <a:pt x="36" y="0"/>
                  </a:lnTo>
                  <a:lnTo>
                    <a:pt x="45" y="9"/>
                  </a:lnTo>
                  <a:lnTo>
                    <a:pt x="9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Freeform 1078"/>
            <p:cNvSpPr/>
            <p:nvPr/>
          </p:nvSpPr>
          <p:spPr bwMode="auto">
            <a:xfrm>
              <a:off x="5248276" y="123825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2 w 41"/>
                <a:gd name="T3" fmla="*/ 0 h 36"/>
                <a:gd name="T4" fmla="*/ 41 w 41"/>
                <a:gd name="T5" fmla="*/ 4 h 36"/>
                <a:gd name="T6" fmla="*/ 5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2" y="0"/>
                  </a:lnTo>
                  <a:lnTo>
                    <a:pt x="41" y="4"/>
                  </a:lnTo>
                  <a:lnTo>
                    <a:pt x="5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Freeform 1079"/>
            <p:cNvSpPr/>
            <p:nvPr/>
          </p:nvSpPr>
          <p:spPr bwMode="auto">
            <a:xfrm>
              <a:off x="5205413" y="73025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4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4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Freeform 1080"/>
            <p:cNvSpPr/>
            <p:nvPr/>
          </p:nvSpPr>
          <p:spPr bwMode="auto">
            <a:xfrm>
              <a:off x="5089526" y="22225"/>
              <a:ext cx="144462" cy="115888"/>
            </a:xfrm>
            <a:custGeom>
              <a:avLst/>
              <a:gdLst>
                <a:gd name="T0" fmla="*/ 0 w 91"/>
                <a:gd name="T1" fmla="*/ 64 h 73"/>
                <a:gd name="T2" fmla="*/ 82 w 91"/>
                <a:gd name="T3" fmla="*/ 0 h 73"/>
                <a:gd name="T4" fmla="*/ 91 w 91"/>
                <a:gd name="T5" fmla="*/ 9 h 73"/>
                <a:gd name="T6" fmla="*/ 9 w 91"/>
                <a:gd name="T7" fmla="*/ 73 h 73"/>
                <a:gd name="T8" fmla="*/ 0 w 91"/>
                <a:gd name="T9" fmla="*/ 6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3">
                  <a:moveTo>
                    <a:pt x="0" y="64"/>
                  </a:moveTo>
                  <a:lnTo>
                    <a:pt x="82" y="0"/>
                  </a:lnTo>
                  <a:lnTo>
                    <a:pt x="91" y="9"/>
                  </a:lnTo>
                  <a:lnTo>
                    <a:pt x="9" y="73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5" name="Freeform 1086"/>
          <p:cNvSpPr/>
          <p:nvPr/>
        </p:nvSpPr>
        <p:spPr bwMode="auto">
          <a:xfrm>
            <a:off x="8594726" y="5543550"/>
            <a:ext cx="433387" cy="447675"/>
          </a:xfrm>
          <a:custGeom>
            <a:avLst/>
            <a:gdLst>
              <a:gd name="T0" fmla="*/ 42 w 60"/>
              <a:gd name="T1" fmla="*/ 5 h 62"/>
              <a:gd name="T2" fmla="*/ 43 w 60"/>
              <a:gd name="T3" fmla="*/ 19 h 62"/>
              <a:gd name="T4" fmla="*/ 45 w 60"/>
              <a:gd name="T5" fmla="*/ 22 h 62"/>
              <a:gd name="T6" fmla="*/ 57 w 60"/>
              <a:gd name="T7" fmla="*/ 29 h 62"/>
              <a:gd name="T8" fmla="*/ 57 w 60"/>
              <a:gd name="T9" fmla="*/ 36 h 62"/>
              <a:gd name="T10" fmla="*/ 44 w 60"/>
              <a:gd name="T11" fmla="*/ 41 h 62"/>
              <a:gd name="T12" fmla="*/ 41 w 60"/>
              <a:gd name="T13" fmla="*/ 44 h 62"/>
              <a:gd name="T14" fmla="*/ 39 w 60"/>
              <a:gd name="T15" fmla="*/ 57 h 62"/>
              <a:gd name="T16" fmla="*/ 32 w 60"/>
              <a:gd name="T17" fmla="*/ 59 h 62"/>
              <a:gd name="T18" fmla="*/ 23 w 60"/>
              <a:gd name="T19" fmla="*/ 49 h 62"/>
              <a:gd name="T20" fmla="*/ 19 w 60"/>
              <a:gd name="T21" fmla="*/ 47 h 62"/>
              <a:gd name="T22" fmla="*/ 5 w 60"/>
              <a:gd name="T23" fmla="*/ 49 h 62"/>
              <a:gd name="T24" fmla="*/ 2 w 60"/>
              <a:gd name="T25" fmla="*/ 43 h 62"/>
              <a:gd name="T26" fmla="*/ 9 w 60"/>
              <a:gd name="T27" fmla="*/ 31 h 62"/>
              <a:gd name="T28" fmla="*/ 9 w 60"/>
              <a:gd name="T29" fmla="*/ 27 h 62"/>
              <a:gd name="T30" fmla="*/ 4 w 60"/>
              <a:gd name="T31" fmla="*/ 14 h 62"/>
              <a:gd name="T32" fmla="*/ 8 w 60"/>
              <a:gd name="T33" fmla="*/ 9 h 62"/>
              <a:gd name="T34" fmla="*/ 22 w 60"/>
              <a:gd name="T35" fmla="*/ 12 h 62"/>
              <a:gd name="T36" fmla="*/ 25 w 60"/>
              <a:gd name="T37" fmla="*/ 11 h 62"/>
              <a:gd name="T38" fmla="*/ 35 w 60"/>
              <a:gd name="T39" fmla="*/ 2 h 62"/>
              <a:gd name="T40" fmla="*/ 42 w 60"/>
              <a:gd name="T41" fmla="*/ 5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0" h="62">
                <a:moveTo>
                  <a:pt x="42" y="5"/>
                </a:moveTo>
                <a:cubicBezTo>
                  <a:pt x="43" y="19"/>
                  <a:pt x="43" y="19"/>
                  <a:pt x="43" y="19"/>
                </a:cubicBezTo>
                <a:cubicBezTo>
                  <a:pt x="43" y="20"/>
                  <a:pt x="44" y="21"/>
                  <a:pt x="45" y="22"/>
                </a:cubicBezTo>
                <a:cubicBezTo>
                  <a:pt x="57" y="29"/>
                  <a:pt x="57" y="29"/>
                  <a:pt x="57" y="29"/>
                </a:cubicBezTo>
                <a:cubicBezTo>
                  <a:pt x="60" y="30"/>
                  <a:pt x="60" y="34"/>
                  <a:pt x="57" y="36"/>
                </a:cubicBezTo>
                <a:cubicBezTo>
                  <a:pt x="44" y="41"/>
                  <a:pt x="44" y="41"/>
                  <a:pt x="44" y="41"/>
                </a:cubicBezTo>
                <a:cubicBezTo>
                  <a:pt x="43" y="42"/>
                  <a:pt x="42" y="43"/>
                  <a:pt x="41" y="44"/>
                </a:cubicBezTo>
                <a:cubicBezTo>
                  <a:pt x="39" y="57"/>
                  <a:pt x="39" y="57"/>
                  <a:pt x="39" y="57"/>
                </a:cubicBezTo>
                <a:cubicBezTo>
                  <a:pt x="38" y="61"/>
                  <a:pt x="34" y="62"/>
                  <a:pt x="32" y="59"/>
                </a:cubicBezTo>
                <a:cubicBezTo>
                  <a:pt x="23" y="49"/>
                  <a:pt x="23" y="49"/>
                  <a:pt x="23" y="49"/>
                </a:cubicBezTo>
                <a:cubicBezTo>
                  <a:pt x="22" y="48"/>
                  <a:pt x="21" y="47"/>
                  <a:pt x="19" y="47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6"/>
                  <a:pt x="2" y="43"/>
                </a:cubicBezTo>
                <a:cubicBezTo>
                  <a:pt x="9" y="31"/>
                  <a:pt x="9" y="31"/>
                  <a:pt x="9" y="31"/>
                </a:cubicBezTo>
                <a:cubicBezTo>
                  <a:pt x="10" y="30"/>
                  <a:pt x="10" y="28"/>
                  <a:pt x="9" y="27"/>
                </a:cubicBezTo>
                <a:cubicBezTo>
                  <a:pt x="4" y="14"/>
                  <a:pt x="4" y="14"/>
                  <a:pt x="4" y="14"/>
                </a:cubicBezTo>
                <a:cubicBezTo>
                  <a:pt x="2" y="12"/>
                  <a:pt x="5" y="8"/>
                  <a:pt x="8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3" y="13"/>
                  <a:pt x="24" y="12"/>
                  <a:pt x="25" y="11"/>
                </a:cubicBezTo>
                <a:cubicBezTo>
                  <a:pt x="35" y="2"/>
                  <a:pt x="35" y="2"/>
                  <a:pt x="35" y="2"/>
                </a:cubicBezTo>
                <a:cubicBezTo>
                  <a:pt x="38" y="0"/>
                  <a:pt x="42" y="2"/>
                  <a:pt x="42" y="5"/>
                </a:cubicBezTo>
                <a:close/>
              </a:path>
            </a:pathLst>
          </a:custGeom>
          <a:solidFill>
            <a:srgbClr val="F2C8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3636350" y="347652"/>
            <a:ext cx="729175" cy="1452562"/>
            <a:chOff x="6065666" y="-1586705"/>
            <a:chExt cx="1400175" cy="2789237"/>
          </a:xfrm>
        </p:grpSpPr>
        <p:sp>
          <p:nvSpPr>
            <p:cNvPr id="57" name="Freeform 1017"/>
            <p:cNvSpPr/>
            <p:nvPr/>
          </p:nvSpPr>
          <p:spPr bwMode="auto">
            <a:xfrm>
              <a:off x="6592716" y="189707"/>
              <a:ext cx="873125" cy="715963"/>
            </a:xfrm>
            <a:custGeom>
              <a:avLst/>
              <a:gdLst>
                <a:gd name="T0" fmla="*/ 550 w 550"/>
                <a:gd name="T1" fmla="*/ 23 h 451"/>
                <a:gd name="T2" fmla="*/ 546 w 550"/>
                <a:gd name="T3" fmla="*/ 0 h 451"/>
                <a:gd name="T4" fmla="*/ 0 w 550"/>
                <a:gd name="T5" fmla="*/ 160 h 451"/>
                <a:gd name="T6" fmla="*/ 9 w 550"/>
                <a:gd name="T7" fmla="*/ 187 h 451"/>
                <a:gd name="T8" fmla="*/ 250 w 550"/>
                <a:gd name="T9" fmla="*/ 451 h 451"/>
                <a:gd name="T10" fmla="*/ 496 w 550"/>
                <a:gd name="T11" fmla="*/ 378 h 451"/>
                <a:gd name="T12" fmla="*/ 550 w 550"/>
                <a:gd name="T13" fmla="*/ 23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0" h="451">
                  <a:moveTo>
                    <a:pt x="550" y="23"/>
                  </a:moveTo>
                  <a:lnTo>
                    <a:pt x="546" y="0"/>
                  </a:lnTo>
                  <a:lnTo>
                    <a:pt x="0" y="160"/>
                  </a:lnTo>
                  <a:lnTo>
                    <a:pt x="9" y="187"/>
                  </a:lnTo>
                  <a:lnTo>
                    <a:pt x="250" y="451"/>
                  </a:lnTo>
                  <a:lnTo>
                    <a:pt x="496" y="378"/>
                  </a:lnTo>
                  <a:lnTo>
                    <a:pt x="550" y="23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Freeform 1018"/>
            <p:cNvSpPr/>
            <p:nvPr/>
          </p:nvSpPr>
          <p:spPr bwMode="auto">
            <a:xfrm>
              <a:off x="6989591" y="789782"/>
              <a:ext cx="390525" cy="412750"/>
            </a:xfrm>
            <a:custGeom>
              <a:avLst/>
              <a:gdLst>
                <a:gd name="T0" fmla="*/ 46 w 54"/>
                <a:gd name="T1" fmla="*/ 49 h 57"/>
                <a:gd name="T2" fmla="*/ 54 w 54"/>
                <a:gd name="T3" fmla="*/ 0 h 57"/>
                <a:gd name="T4" fmla="*/ 0 w 54"/>
                <a:gd name="T5" fmla="*/ 16 h 57"/>
                <a:gd name="T6" fmla="*/ 34 w 54"/>
                <a:gd name="T7" fmla="*/ 53 h 57"/>
                <a:gd name="T8" fmla="*/ 46 w 54"/>
                <a:gd name="T9" fmla="*/ 4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57">
                  <a:moveTo>
                    <a:pt x="46" y="49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8" y="57"/>
                    <a:pt x="45" y="55"/>
                    <a:pt x="46" y="49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Freeform 1019"/>
            <p:cNvSpPr/>
            <p:nvPr/>
          </p:nvSpPr>
          <p:spPr bwMode="auto">
            <a:xfrm>
              <a:off x="6592716" y="384970"/>
              <a:ext cx="549275" cy="520700"/>
            </a:xfrm>
            <a:custGeom>
              <a:avLst/>
              <a:gdLst>
                <a:gd name="T0" fmla="*/ 59 w 346"/>
                <a:gd name="T1" fmla="*/ 18 h 328"/>
                <a:gd name="T2" fmla="*/ 0 w 346"/>
                <a:gd name="T3" fmla="*/ 37 h 328"/>
                <a:gd name="T4" fmla="*/ 9 w 346"/>
                <a:gd name="T5" fmla="*/ 64 h 328"/>
                <a:gd name="T6" fmla="*/ 250 w 346"/>
                <a:gd name="T7" fmla="*/ 328 h 328"/>
                <a:gd name="T8" fmla="*/ 346 w 346"/>
                <a:gd name="T9" fmla="*/ 296 h 328"/>
                <a:gd name="T10" fmla="*/ 169 w 346"/>
                <a:gd name="T11" fmla="*/ 0 h 328"/>
                <a:gd name="T12" fmla="*/ 59 w 346"/>
                <a:gd name="T13" fmla="*/ 18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328">
                  <a:moveTo>
                    <a:pt x="59" y="18"/>
                  </a:moveTo>
                  <a:lnTo>
                    <a:pt x="0" y="37"/>
                  </a:lnTo>
                  <a:lnTo>
                    <a:pt x="9" y="64"/>
                  </a:lnTo>
                  <a:lnTo>
                    <a:pt x="250" y="328"/>
                  </a:lnTo>
                  <a:lnTo>
                    <a:pt x="346" y="296"/>
                  </a:lnTo>
                  <a:lnTo>
                    <a:pt x="169" y="0"/>
                  </a:lnTo>
                  <a:lnTo>
                    <a:pt x="59" y="18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Freeform 1020"/>
            <p:cNvSpPr/>
            <p:nvPr/>
          </p:nvSpPr>
          <p:spPr bwMode="auto">
            <a:xfrm>
              <a:off x="6303791" y="-727868"/>
              <a:ext cx="1025525" cy="1192213"/>
            </a:xfrm>
            <a:custGeom>
              <a:avLst/>
              <a:gdLst>
                <a:gd name="T0" fmla="*/ 0 w 646"/>
                <a:gd name="T1" fmla="*/ 137 h 751"/>
                <a:gd name="T2" fmla="*/ 187 w 646"/>
                <a:gd name="T3" fmla="*/ 751 h 751"/>
                <a:gd name="T4" fmla="*/ 646 w 646"/>
                <a:gd name="T5" fmla="*/ 615 h 751"/>
                <a:gd name="T6" fmla="*/ 455 w 646"/>
                <a:gd name="T7" fmla="*/ 0 h 751"/>
                <a:gd name="T8" fmla="*/ 0 w 646"/>
                <a:gd name="T9" fmla="*/ 137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751">
                  <a:moveTo>
                    <a:pt x="0" y="137"/>
                  </a:moveTo>
                  <a:lnTo>
                    <a:pt x="187" y="751"/>
                  </a:lnTo>
                  <a:lnTo>
                    <a:pt x="646" y="615"/>
                  </a:lnTo>
                  <a:lnTo>
                    <a:pt x="455" y="0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Freeform 1021"/>
            <p:cNvSpPr/>
            <p:nvPr/>
          </p:nvSpPr>
          <p:spPr bwMode="auto">
            <a:xfrm>
              <a:off x="6975304" y="-770730"/>
              <a:ext cx="490537" cy="1033463"/>
            </a:xfrm>
            <a:custGeom>
              <a:avLst/>
              <a:gdLst>
                <a:gd name="T0" fmla="*/ 0 w 309"/>
                <a:gd name="T1" fmla="*/ 36 h 651"/>
                <a:gd name="T2" fmla="*/ 187 w 309"/>
                <a:gd name="T3" fmla="*/ 651 h 651"/>
                <a:gd name="T4" fmla="*/ 309 w 309"/>
                <a:gd name="T5" fmla="*/ 614 h 651"/>
                <a:gd name="T6" fmla="*/ 119 w 309"/>
                <a:gd name="T7" fmla="*/ 0 h 651"/>
                <a:gd name="T8" fmla="*/ 0 w 309"/>
                <a:gd name="T9" fmla="*/ 36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9" h="651">
                  <a:moveTo>
                    <a:pt x="0" y="36"/>
                  </a:moveTo>
                  <a:lnTo>
                    <a:pt x="187" y="651"/>
                  </a:lnTo>
                  <a:lnTo>
                    <a:pt x="309" y="614"/>
                  </a:lnTo>
                  <a:lnTo>
                    <a:pt x="119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Freeform 1022"/>
            <p:cNvSpPr/>
            <p:nvPr/>
          </p:nvSpPr>
          <p:spPr bwMode="auto">
            <a:xfrm>
              <a:off x="6303791" y="-589755"/>
              <a:ext cx="557212" cy="1054100"/>
            </a:xfrm>
            <a:custGeom>
              <a:avLst/>
              <a:gdLst>
                <a:gd name="T0" fmla="*/ 0 w 351"/>
                <a:gd name="T1" fmla="*/ 50 h 664"/>
                <a:gd name="T2" fmla="*/ 187 w 351"/>
                <a:gd name="T3" fmla="*/ 664 h 664"/>
                <a:gd name="T4" fmla="*/ 351 w 351"/>
                <a:gd name="T5" fmla="*/ 614 h 664"/>
                <a:gd name="T6" fmla="*/ 164 w 351"/>
                <a:gd name="T7" fmla="*/ 0 h 664"/>
                <a:gd name="T8" fmla="*/ 0 w 351"/>
                <a:gd name="T9" fmla="*/ 5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" h="664">
                  <a:moveTo>
                    <a:pt x="0" y="50"/>
                  </a:moveTo>
                  <a:lnTo>
                    <a:pt x="187" y="664"/>
                  </a:lnTo>
                  <a:lnTo>
                    <a:pt x="351" y="614"/>
                  </a:lnTo>
                  <a:lnTo>
                    <a:pt x="164" y="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Freeform 1023"/>
            <p:cNvSpPr/>
            <p:nvPr/>
          </p:nvSpPr>
          <p:spPr bwMode="auto">
            <a:xfrm>
              <a:off x="6065666" y="-1586705"/>
              <a:ext cx="989012" cy="736600"/>
            </a:xfrm>
            <a:custGeom>
              <a:avLst/>
              <a:gdLst>
                <a:gd name="T0" fmla="*/ 16 w 137"/>
                <a:gd name="T1" fmla="*/ 95 h 102"/>
                <a:gd name="T2" fmla="*/ 1 w 137"/>
                <a:gd name="T3" fmla="*/ 43 h 102"/>
                <a:gd name="T4" fmla="*/ 7 w 137"/>
                <a:gd name="T5" fmla="*/ 32 h 102"/>
                <a:gd name="T6" fmla="*/ 109 w 137"/>
                <a:gd name="T7" fmla="*/ 1 h 102"/>
                <a:gd name="T8" fmla="*/ 120 w 137"/>
                <a:gd name="T9" fmla="*/ 7 h 102"/>
                <a:gd name="T10" fmla="*/ 136 w 137"/>
                <a:gd name="T11" fmla="*/ 59 h 102"/>
                <a:gd name="T12" fmla="*/ 130 w 137"/>
                <a:gd name="T13" fmla="*/ 70 h 102"/>
                <a:gd name="T14" fmla="*/ 28 w 137"/>
                <a:gd name="T15" fmla="*/ 101 h 102"/>
                <a:gd name="T16" fmla="*/ 16 w 137"/>
                <a:gd name="T17" fmla="*/ 9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" h="102">
                  <a:moveTo>
                    <a:pt x="16" y="95"/>
                  </a:moveTo>
                  <a:cubicBezTo>
                    <a:pt x="1" y="43"/>
                    <a:pt x="1" y="43"/>
                    <a:pt x="1" y="43"/>
                  </a:cubicBezTo>
                  <a:cubicBezTo>
                    <a:pt x="0" y="38"/>
                    <a:pt x="2" y="33"/>
                    <a:pt x="7" y="3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14" y="0"/>
                    <a:pt x="119" y="2"/>
                    <a:pt x="120" y="7"/>
                  </a:cubicBezTo>
                  <a:cubicBezTo>
                    <a:pt x="136" y="59"/>
                    <a:pt x="136" y="59"/>
                    <a:pt x="136" y="59"/>
                  </a:cubicBezTo>
                  <a:cubicBezTo>
                    <a:pt x="137" y="64"/>
                    <a:pt x="135" y="69"/>
                    <a:pt x="130" y="70"/>
                  </a:cubicBezTo>
                  <a:cubicBezTo>
                    <a:pt x="28" y="101"/>
                    <a:pt x="28" y="101"/>
                    <a:pt x="28" y="101"/>
                  </a:cubicBezTo>
                  <a:cubicBezTo>
                    <a:pt x="23" y="102"/>
                    <a:pt x="18" y="100"/>
                    <a:pt x="16" y="95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" name="Freeform 1024"/>
            <p:cNvSpPr/>
            <p:nvPr/>
          </p:nvSpPr>
          <p:spPr bwMode="auto">
            <a:xfrm>
              <a:off x="6167266" y="-1212055"/>
              <a:ext cx="1003300" cy="730250"/>
            </a:xfrm>
            <a:custGeom>
              <a:avLst/>
              <a:gdLst>
                <a:gd name="T0" fmla="*/ 0 w 632"/>
                <a:gd name="T1" fmla="*/ 160 h 460"/>
                <a:gd name="T2" fmla="*/ 91 w 632"/>
                <a:gd name="T3" fmla="*/ 460 h 460"/>
                <a:gd name="T4" fmla="*/ 632 w 632"/>
                <a:gd name="T5" fmla="*/ 301 h 460"/>
                <a:gd name="T6" fmla="*/ 546 w 632"/>
                <a:gd name="T7" fmla="*/ 0 h 460"/>
                <a:gd name="T8" fmla="*/ 0 w 632"/>
                <a:gd name="T9" fmla="*/ 16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2" h="460">
                  <a:moveTo>
                    <a:pt x="0" y="160"/>
                  </a:moveTo>
                  <a:lnTo>
                    <a:pt x="91" y="460"/>
                  </a:lnTo>
                  <a:lnTo>
                    <a:pt x="632" y="301"/>
                  </a:lnTo>
                  <a:lnTo>
                    <a:pt x="546" y="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Freeform 1025"/>
            <p:cNvSpPr/>
            <p:nvPr/>
          </p:nvSpPr>
          <p:spPr bwMode="auto">
            <a:xfrm>
              <a:off x="6167266" y="-1037430"/>
              <a:ext cx="419100" cy="555625"/>
            </a:xfrm>
            <a:custGeom>
              <a:avLst/>
              <a:gdLst>
                <a:gd name="T0" fmla="*/ 0 w 264"/>
                <a:gd name="T1" fmla="*/ 50 h 350"/>
                <a:gd name="T2" fmla="*/ 91 w 264"/>
                <a:gd name="T3" fmla="*/ 350 h 350"/>
                <a:gd name="T4" fmla="*/ 264 w 264"/>
                <a:gd name="T5" fmla="*/ 300 h 350"/>
                <a:gd name="T6" fmla="*/ 173 w 264"/>
                <a:gd name="T7" fmla="*/ 0 h 350"/>
                <a:gd name="T8" fmla="*/ 0 w 264"/>
                <a:gd name="T9" fmla="*/ 50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4" h="350">
                  <a:moveTo>
                    <a:pt x="0" y="50"/>
                  </a:moveTo>
                  <a:lnTo>
                    <a:pt x="91" y="350"/>
                  </a:lnTo>
                  <a:lnTo>
                    <a:pt x="264" y="300"/>
                  </a:lnTo>
                  <a:lnTo>
                    <a:pt x="173" y="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6" name="Freeform 1088"/>
          <p:cNvSpPr/>
          <p:nvPr/>
        </p:nvSpPr>
        <p:spPr bwMode="auto">
          <a:xfrm>
            <a:off x="9673711" y="4539458"/>
            <a:ext cx="209550" cy="209550"/>
          </a:xfrm>
          <a:custGeom>
            <a:avLst/>
            <a:gdLst>
              <a:gd name="T0" fmla="*/ 18 w 29"/>
              <a:gd name="T1" fmla="*/ 2 h 29"/>
              <a:gd name="T2" fmla="*/ 20 w 29"/>
              <a:gd name="T3" fmla="*/ 8 h 29"/>
              <a:gd name="T4" fmla="*/ 21 w 29"/>
              <a:gd name="T5" fmla="*/ 9 h 29"/>
              <a:gd name="T6" fmla="*/ 27 w 29"/>
              <a:gd name="T7" fmla="*/ 11 h 29"/>
              <a:gd name="T8" fmla="*/ 28 w 29"/>
              <a:gd name="T9" fmla="*/ 15 h 29"/>
              <a:gd name="T10" fmla="*/ 22 w 29"/>
              <a:gd name="T11" fmla="*/ 19 h 29"/>
              <a:gd name="T12" fmla="*/ 22 w 29"/>
              <a:gd name="T13" fmla="*/ 20 h 29"/>
              <a:gd name="T14" fmla="*/ 22 w 29"/>
              <a:gd name="T15" fmla="*/ 27 h 29"/>
              <a:gd name="T16" fmla="*/ 19 w 29"/>
              <a:gd name="T17" fmla="*/ 28 h 29"/>
              <a:gd name="T18" fmla="*/ 13 w 29"/>
              <a:gd name="T19" fmla="*/ 24 h 29"/>
              <a:gd name="T20" fmla="*/ 12 w 29"/>
              <a:gd name="T21" fmla="*/ 24 h 29"/>
              <a:gd name="T22" fmla="*/ 5 w 29"/>
              <a:gd name="T23" fmla="*/ 26 h 29"/>
              <a:gd name="T24" fmla="*/ 3 w 29"/>
              <a:gd name="T25" fmla="*/ 24 h 29"/>
              <a:gd name="T26" fmla="*/ 5 w 29"/>
              <a:gd name="T27" fmla="*/ 17 h 29"/>
              <a:gd name="T28" fmla="*/ 5 w 29"/>
              <a:gd name="T29" fmla="*/ 16 h 29"/>
              <a:gd name="T30" fmla="*/ 1 w 29"/>
              <a:gd name="T31" fmla="*/ 10 h 29"/>
              <a:gd name="T32" fmla="*/ 2 w 29"/>
              <a:gd name="T33" fmla="*/ 7 h 29"/>
              <a:gd name="T34" fmla="*/ 9 w 29"/>
              <a:gd name="T35" fmla="*/ 7 h 29"/>
              <a:gd name="T36" fmla="*/ 11 w 29"/>
              <a:gd name="T37" fmla="*/ 7 h 29"/>
              <a:gd name="T38" fmla="*/ 14 w 29"/>
              <a:gd name="T39" fmla="*/ 1 h 29"/>
              <a:gd name="T40" fmla="*/ 18 w 29"/>
              <a:gd name="T41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29">
                <a:moveTo>
                  <a:pt x="18" y="2"/>
                </a:moveTo>
                <a:cubicBezTo>
                  <a:pt x="20" y="8"/>
                  <a:pt x="20" y="8"/>
                  <a:pt x="20" y="8"/>
                </a:cubicBezTo>
                <a:cubicBezTo>
                  <a:pt x="20" y="9"/>
                  <a:pt x="20" y="9"/>
                  <a:pt x="21" y="9"/>
                </a:cubicBezTo>
                <a:cubicBezTo>
                  <a:pt x="27" y="11"/>
                  <a:pt x="27" y="11"/>
                  <a:pt x="27" y="11"/>
                </a:cubicBezTo>
                <a:cubicBezTo>
                  <a:pt x="29" y="12"/>
                  <a:pt x="29" y="14"/>
                  <a:pt x="28" y="15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2" y="19"/>
                  <a:pt x="22" y="20"/>
                </a:cubicBezTo>
                <a:cubicBezTo>
                  <a:pt x="22" y="27"/>
                  <a:pt x="22" y="27"/>
                  <a:pt x="22" y="27"/>
                </a:cubicBezTo>
                <a:cubicBezTo>
                  <a:pt x="22" y="28"/>
                  <a:pt x="20" y="29"/>
                  <a:pt x="19" y="28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2" y="24"/>
                  <a:pt x="12" y="24"/>
                </a:cubicBezTo>
                <a:cubicBezTo>
                  <a:pt x="5" y="26"/>
                  <a:pt x="5" y="26"/>
                  <a:pt x="5" y="26"/>
                </a:cubicBezTo>
                <a:cubicBezTo>
                  <a:pt x="4" y="26"/>
                  <a:pt x="2" y="25"/>
                  <a:pt x="3" y="24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6"/>
                  <a:pt x="5" y="16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9"/>
                  <a:pt x="1" y="7"/>
                  <a:pt x="2" y="7"/>
                </a:cubicBezTo>
                <a:cubicBezTo>
                  <a:pt x="9" y="7"/>
                  <a:pt x="9" y="7"/>
                  <a:pt x="9" y="7"/>
                </a:cubicBezTo>
                <a:cubicBezTo>
                  <a:pt x="10" y="7"/>
                  <a:pt x="10" y="7"/>
                  <a:pt x="11" y="7"/>
                </a:cubicBezTo>
                <a:cubicBezTo>
                  <a:pt x="14" y="1"/>
                  <a:pt x="14" y="1"/>
                  <a:pt x="14" y="1"/>
                </a:cubicBezTo>
                <a:cubicBezTo>
                  <a:pt x="15" y="0"/>
                  <a:pt x="17" y="0"/>
                  <a:pt x="18" y="2"/>
                </a:cubicBezTo>
                <a:close/>
              </a:path>
            </a:pathLst>
          </a:custGeom>
          <a:solidFill>
            <a:srgbClr val="F494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1089"/>
          <p:cNvSpPr/>
          <p:nvPr/>
        </p:nvSpPr>
        <p:spPr bwMode="auto">
          <a:xfrm>
            <a:off x="9727858" y="2341563"/>
            <a:ext cx="258762" cy="274638"/>
          </a:xfrm>
          <a:custGeom>
            <a:avLst/>
            <a:gdLst>
              <a:gd name="T0" fmla="*/ 25 w 36"/>
              <a:gd name="T1" fmla="*/ 3 h 38"/>
              <a:gd name="T2" fmla="*/ 26 w 36"/>
              <a:gd name="T3" fmla="*/ 11 h 38"/>
              <a:gd name="T4" fmla="*/ 27 w 36"/>
              <a:gd name="T5" fmla="*/ 13 h 38"/>
              <a:gd name="T6" fmla="*/ 35 w 36"/>
              <a:gd name="T7" fmla="*/ 18 h 38"/>
              <a:gd name="T8" fmla="*/ 34 w 36"/>
              <a:gd name="T9" fmla="*/ 22 h 38"/>
              <a:gd name="T10" fmla="*/ 27 w 36"/>
              <a:gd name="T11" fmla="*/ 25 h 38"/>
              <a:gd name="T12" fmla="*/ 25 w 36"/>
              <a:gd name="T13" fmla="*/ 27 h 38"/>
              <a:gd name="T14" fmla="*/ 23 w 36"/>
              <a:gd name="T15" fmla="*/ 35 h 38"/>
              <a:gd name="T16" fmla="*/ 19 w 36"/>
              <a:gd name="T17" fmla="*/ 36 h 38"/>
              <a:gd name="T18" fmla="*/ 14 w 36"/>
              <a:gd name="T19" fmla="*/ 30 h 38"/>
              <a:gd name="T20" fmla="*/ 11 w 36"/>
              <a:gd name="T21" fmla="*/ 29 h 38"/>
              <a:gd name="T22" fmla="*/ 3 w 36"/>
              <a:gd name="T23" fmla="*/ 30 h 38"/>
              <a:gd name="T24" fmla="*/ 1 w 36"/>
              <a:gd name="T25" fmla="*/ 26 h 38"/>
              <a:gd name="T26" fmla="*/ 5 w 36"/>
              <a:gd name="T27" fmla="*/ 19 h 38"/>
              <a:gd name="T28" fmla="*/ 5 w 36"/>
              <a:gd name="T29" fmla="*/ 17 h 38"/>
              <a:gd name="T30" fmla="*/ 2 w 36"/>
              <a:gd name="T31" fmla="*/ 9 h 38"/>
              <a:gd name="T32" fmla="*/ 5 w 36"/>
              <a:gd name="T33" fmla="*/ 6 h 38"/>
              <a:gd name="T34" fmla="*/ 13 w 36"/>
              <a:gd name="T35" fmla="*/ 8 h 38"/>
              <a:gd name="T36" fmla="*/ 15 w 36"/>
              <a:gd name="T37" fmla="*/ 7 h 38"/>
              <a:gd name="T38" fmla="*/ 21 w 36"/>
              <a:gd name="T39" fmla="*/ 1 h 38"/>
              <a:gd name="T40" fmla="*/ 25 w 36"/>
              <a:gd name="T41" fmla="*/ 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6" h="38">
                <a:moveTo>
                  <a:pt x="25" y="3"/>
                </a:moveTo>
                <a:cubicBezTo>
                  <a:pt x="26" y="11"/>
                  <a:pt x="26" y="11"/>
                  <a:pt x="26" y="11"/>
                </a:cubicBezTo>
                <a:cubicBezTo>
                  <a:pt x="26" y="12"/>
                  <a:pt x="27" y="13"/>
                  <a:pt x="27" y="13"/>
                </a:cubicBezTo>
                <a:cubicBezTo>
                  <a:pt x="35" y="18"/>
                  <a:pt x="35" y="18"/>
                  <a:pt x="35" y="18"/>
                </a:cubicBezTo>
                <a:cubicBezTo>
                  <a:pt x="36" y="19"/>
                  <a:pt x="36" y="21"/>
                  <a:pt x="34" y="22"/>
                </a:cubicBezTo>
                <a:cubicBezTo>
                  <a:pt x="27" y="25"/>
                  <a:pt x="27" y="25"/>
                  <a:pt x="27" y="25"/>
                </a:cubicBezTo>
                <a:cubicBezTo>
                  <a:pt x="26" y="26"/>
                  <a:pt x="25" y="26"/>
                  <a:pt x="25" y="27"/>
                </a:cubicBezTo>
                <a:cubicBezTo>
                  <a:pt x="23" y="35"/>
                  <a:pt x="23" y="35"/>
                  <a:pt x="23" y="35"/>
                </a:cubicBezTo>
                <a:cubicBezTo>
                  <a:pt x="23" y="37"/>
                  <a:pt x="20" y="38"/>
                  <a:pt x="19" y="36"/>
                </a:cubicBezTo>
                <a:cubicBezTo>
                  <a:pt x="14" y="30"/>
                  <a:pt x="14" y="30"/>
                  <a:pt x="14" y="30"/>
                </a:cubicBezTo>
                <a:cubicBezTo>
                  <a:pt x="13" y="29"/>
                  <a:pt x="12" y="29"/>
                  <a:pt x="11" y="29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1" y="26"/>
                </a:cubicBezTo>
                <a:cubicBezTo>
                  <a:pt x="5" y="19"/>
                  <a:pt x="5" y="19"/>
                  <a:pt x="5" y="19"/>
                </a:cubicBezTo>
                <a:cubicBezTo>
                  <a:pt x="6" y="18"/>
                  <a:pt x="6" y="17"/>
                  <a:pt x="5" y="17"/>
                </a:cubicBezTo>
                <a:cubicBezTo>
                  <a:pt x="2" y="9"/>
                  <a:pt x="2" y="9"/>
                  <a:pt x="2" y="9"/>
                </a:cubicBezTo>
                <a:cubicBezTo>
                  <a:pt x="1" y="7"/>
                  <a:pt x="3" y="5"/>
                  <a:pt x="5" y="6"/>
                </a:cubicBezTo>
                <a:cubicBezTo>
                  <a:pt x="13" y="8"/>
                  <a:pt x="13" y="8"/>
                  <a:pt x="13" y="8"/>
                </a:cubicBezTo>
                <a:cubicBezTo>
                  <a:pt x="14" y="8"/>
                  <a:pt x="14" y="8"/>
                  <a:pt x="15" y="7"/>
                </a:cubicBezTo>
                <a:cubicBezTo>
                  <a:pt x="21" y="1"/>
                  <a:pt x="21" y="1"/>
                  <a:pt x="21" y="1"/>
                </a:cubicBezTo>
                <a:cubicBezTo>
                  <a:pt x="23" y="0"/>
                  <a:pt x="25" y="1"/>
                  <a:pt x="25" y="3"/>
                </a:cubicBezTo>
                <a:close/>
              </a:path>
            </a:pathLst>
          </a:custGeom>
          <a:solidFill>
            <a:srgbClr val="00C5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130848" y="4839199"/>
            <a:ext cx="1466071" cy="1997998"/>
            <a:chOff x="420688" y="2182813"/>
            <a:chExt cx="1955800" cy="2665413"/>
          </a:xfrm>
        </p:grpSpPr>
        <p:sp>
          <p:nvSpPr>
            <p:cNvPr id="69" name="Freeform 1026"/>
            <p:cNvSpPr/>
            <p:nvPr/>
          </p:nvSpPr>
          <p:spPr bwMode="auto">
            <a:xfrm>
              <a:off x="1033463" y="3395663"/>
              <a:ext cx="382587" cy="469900"/>
            </a:xfrm>
            <a:custGeom>
              <a:avLst/>
              <a:gdLst>
                <a:gd name="T0" fmla="*/ 118 w 241"/>
                <a:gd name="T1" fmla="*/ 296 h 296"/>
                <a:gd name="T2" fmla="*/ 0 w 241"/>
                <a:gd name="T3" fmla="*/ 233 h 296"/>
                <a:gd name="T4" fmla="*/ 127 w 241"/>
                <a:gd name="T5" fmla="*/ 0 h 296"/>
                <a:gd name="T6" fmla="*/ 241 w 241"/>
                <a:gd name="T7" fmla="*/ 69 h 296"/>
                <a:gd name="T8" fmla="*/ 118 w 241"/>
                <a:gd name="T9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296">
                  <a:moveTo>
                    <a:pt x="118" y="296"/>
                  </a:moveTo>
                  <a:lnTo>
                    <a:pt x="0" y="233"/>
                  </a:lnTo>
                  <a:lnTo>
                    <a:pt x="127" y="0"/>
                  </a:lnTo>
                  <a:lnTo>
                    <a:pt x="241" y="69"/>
                  </a:lnTo>
                  <a:lnTo>
                    <a:pt x="118" y="296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" name="Freeform 1027"/>
            <p:cNvSpPr/>
            <p:nvPr/>
          </p:nvSpPr>
          <p:spPr bwMode="auto">
            <a:xfrm>
              <a:off x="1033463" y="3395663"/>
              <a:ext cx="296862" cy="419100"/>
            </a:xfrm>
            <a:custGeom>
              <a:avLst/>
              <a:gdLst>
                <a:gd name="T0" fmla="*/ 59 w 187"/>
                <a:gd name="T1" fmla="*/ 264 h 264"/>
                <a:gd name="T2" fmla="*/ 0 w 187"/>
                <a:gd name="T3" fmla="*/ 233 h 264"/>
                <a:gd name="T4" fmla="*/ 127 w 187"/>
                <a:gd name="T5" fmla="*/ 0 h 264"/>
                <a:gd name="T6" fmla="*/ 187 w 187"/>
                <a:gd name="T7" fmla="*/ 37 h 264"/>
                <a:gd name="T8" fmla="*/ 59 w 187"/>
                <a:gd name="T9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264">
                  <a:moveTo>
                    <a:pt x="59" y="264"/>
                  </a:moveTo>
                  <a:lnTo>
                    <a:pt x="0" y="233"/>
                  </a:lnTo>
                  <a:lnTo>
                    <a:pt x="127" y="0"/>
                  </a:lnTo>
                  <a:lnTo>
                    <a:pt x="187" y="37"/>
                  </a:lnTo>
                  <a:lnTo>
                    <a:pt x="59" y="264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" name="Freeform 1028"/>
            <p:cNvSpPr/>
            <p:nvPr/>
          </p:nvSpPr>
          <p:spPr bwMode="auto">
            <a:xfrm>
              <a:off x="831851" y="2182813"/>
              <a:ext cx="1544637" cy="1546225"/>
            </a:xfrm>
            <a:custGeom>
              <a:avLst/>
              <a:gdLst>
                <a:gd name="T0" fmla="*/ 189 w 214"/>
                <a:gd name="T1" fmla="*/ 152 h 214"/>
                <a:gd name="T2" fmla="*/ 61 w 214"/>
                <a:gd name="T3" fmla="*/ 189 h 214"/>
                <a:gd name="T4" fmla="*/ 25 w 214"/>
                <a:gd name="T5" fmla="*/ 61 h 214"/>
                <a:gd name="T6" fmla="*/ 152 w 214"/>
                <a:gd name="T7" fmla="*/ 25 h 214"/>
                <a:gd name="T8" fmla="*/ 189 w 214"/>
                <a:gd name="T9" fmla="*/ 152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214">
                  <a:moveTo>
                    <a:pt x="189" y="152"/>
                  </a:moveTo>
                  <a:cubicBezTo>
                    <a:pt x="164" y="197"/>
                    <a:pt x="107" y="214"/>
                    <a:pt x="61" y="189"/>
                  </a:cubicBezTo>
                  <a:cubicBezTo>
                    <a:pt x="16" y="164"/>
                    <a:pt x="0" y="107"/>
                    <a:pt x="25" y="61"/>
                  </a:cubicBezTo>
                  <a:cubicBezTo>
                    <a:pt x="49" y="16"/>
                    <a:pt x="106" y="0"/>
                    <a:pt x="152" y="25"/>
                  </a:cubicBezTo>
                  <a:cubicBezTo>
                    <a:pt x="197" y="50"/>
                    <a:pt x="214" y="106"/>
                    <a:pt x="189" y="152"/>
                  </a:cubicBezTo>
                  <a:close/>
                </a:path>
              </a:pathLst>
            </a:custGeom>
            <a:solidFill>
              <a:srgbClr val="4B7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Freeform 1029"/>
            <p:cNvSpPr/>
            <p:nvPr/>
          </p:nvSpPr>
          <p:spPr bwMode="auto">
            <a:xfrm>
              <a:off x="982663" y="2333625"/>
              <a:ext cx="1235075" cy="1236663"/>
            </a:xfrm>
            <a:custGeom>
              <a:avLst/>
              <a:gdLst>
                <a:gd name="T0" fmla="*/ 151 w 171"/>
                <a:gd name="T1" fmla="*/ 122 h 171"/>
                <a:gd name="T2" fmla="*/ 49 w 171"/>
                <a:gd name="T3" fmla="*/ 151 h 171"/>
                <a:gd name="T4" fmla="*/ 20 w 171"/>
                <a:gd name="T5" fmla="*/ 49 h 171"/>
                <a:gd name="T6" fmla="*/ 122 w 171"/>
                <a:gd name="T7" fmla="*/ 20 h 171"/>
                <a:gd name="T8" fmla="*/ 151 w 171"/>
                <a:gd name="T9" fmla="*/ 12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171">
                  <a:moveTo>
                    <a:pt x="151" y="122"/>
                  </a:moveTo>
                  <a:cubicBezTo>
                    <a:pt x="131" y="158"/>
                    <a:pt x="86" y="171"/>
                    <a:pt x="49" y="151"/>
                  </a:cubicBezTo>
                  <a:cubicBezTo>
                    <a:pt x="13" y="131"/>
                    <a:pt x="0" y="86"/>
                    <a:pt x="20" y="49"/>
                  </a:cubicBezTo>
                  <a:cubicBezTo>
                    <a:pt x="40" y="13"/>
                    <a:pt x="85" y="0"/>
                    <a:pt x="122" y="20"/>
                  </a:cubicBezTo>
                  <a:cubicBezTo>
                    <a:pt x="158" y="40"/>
                    <a:pt x="171" y="86"/>
                    <a:pt x="151" y="122"/>
                  </a:cubicBezTo>
                  <a:close/>
                </a:path>
              </a:pathLst>
            </a:custGeom>
            <a:solidFill>
              <a:srgbClr val="4C4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" name="Freeform 1030"/>
            <p:cNvSpPr/>
            <p:nvPr/>
          </p:nvSpPr>
          <p:spPr bwMode="auto">
            <a:xfrm>
              <a:off x="1033463" y="2384425"/>
              <a:ext cx="1139825" cy="1141413"/>
            </a:xfrm>
            <a:custGeom>
              <a:avLst/>
              <a:gdLst>
                <a:gd name="T0" fmla="*/ 139 w 158"/>
                <a:gd name="T1" fmla="*/ 112 h 158"/>
                <a:gd name="T2" fmla="*/ 45 w 158"/>
                <a:gd name="T3" fmla="*/ 139 h 158"/>
                <a:gd name="T4" fmla="*/ 18 w 158"/>
                <a:gd name="T5" fmla="*/ 45 h 158"/>
                <a:gd name="T6" fmla="*/ 112 w 158"/>
                <a:gd name="T7" fmla="*/ 18 h 158"/>
                <a:gd name="T8" fmla="*/ 139 w 158"/>
                <a:gd name="T9" fmla="*/ 11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158">
                  <a:moveTo>
                    <a:pt x="139" y="112"/>
                  </a:moveTo>
                  <a:cubicBezTo>
                    <a:pt x="121" y="145"/>
                    <a:pt x="79" y="158"/>
                    <a:pt x="45" y="139"/>
                  </a:cubicBezTo>
                  <a:cubicBezTo>
                    <a:pt x="12" y="121"/>
                    <a:pt x="0" y="79"/>
                    <a:pt x="18" y="45"/>
                  </a:cubicBezTo>
                  <a:cubicBezTo>
                    <a:pt x="36" y="12"/>
                    <a:pt x="78" y="0"/>
                    <a:pt x="112" y="18"/>
                  </a:cubicBezTo>
                  <a:cubicBezTo>
                    <a:pt x="145" y="36"/>
                    <a:pt x="158" y="79"/>
                    <a:pt x="139" y="112"/>
                  </a:cubicBezTo>
                  <a:close/>
                </a:path>
              </a:pathLst>
            </a:cu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Freeform 1031"/>
            <p:cNvSpPr/>
            <p:nvPr/>
          </p:nvSpPr>
          <p:spPr bwMode="auto">
            <a:xfrm>
              <a:off x="1106488" y="2457450"/>
              <a:ext cx="987425" cy="989013"/>
            </a:xfrm>
            <a:custGeom>
              <a:avLst/>
              <a:gdLst>
                <a:gd name="T0" fmla="*/ 121 w 137"/>
                <a:gd name="T1" fmla="*/ 98 h 137"/>
                <a:gd name="T2" fmla="*/ 40 w 137"/>
                <a:gd name="T3" fmla="*/ 121 h 137"/>
                <a:gd name="T4" fmla="*/ 16 w 137"/>
                <a:gd name="T5" fmla="*/ 40 h 137"/>
                <a:gd name="T6" fmla="*/ 97 w 137"/>
                <a:gd name="T7" fmla="*/ 16 h 137"/>
                <a:gd name="T8" fmla="*/ 121 w 137"/>
                <a:gd name="T9" fmla="*/ 9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" h="137">
                  <a:moveTo>
                    <a:pt x="121" y="98"/>
                  </a:moveTo>
                  <a:cubicBezTo>
                    <a:pt x="105" y="127"/>
                    <a:pt x="69" y="137"/>
                    <a:pt x="40" y="121"/>
                  </a:cubicBezTo>
                  <a:cubicBezTo>
                    <a:pt x="11" y="105"/>
                    <a:pt x="0" y="69"/>
                    <a:pt x="16" y="40"/>
                  </a:cubicBezTo>
                  <a:cubicBezTo>
                    <a:pt x="32" y="11"/>
                    <a:pt x="68" y="0"/>
                    <a:pt x="97" y="16"/>
                  </a:cubicBezTo>
                  <a:cubicBezTo>
                    <a:pt x="126" y="32"/>
                    <a:pt x="137" y="69"/>
                    <a:pt x="121" y="98"/>
                  </a:cubicBez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Freeform 1032"/>
            <p:cNvSpPr/>
            <p:nvPr/>
          </p:nvSpPr>
          <p:spPr bwMode="auto">
            <a:xfrm>
              <a:off x="1697038" y="2644775"/>
              <a:ext cx="317500" cy="506413"/>
            </a:xfrm>
            <a:custGeom>
              <a:avLst/>
              <a:gdLst>
                <a:gd name="T0" fmla="*/ 20 w 44"/>
                <a:gd name="T1" fmla="*/ 67 h 70"/>
                <a:gd name="T2" fmla="*/ 16 w 44"/>
                <a:gd name="T3" fmla="*/ 55 h 70"/>
                <a:gd name="T4" fmla="*/ 6 w 44"/>
                <a:gd name="T5" fmla="*/ 18 h 70"/>
                <a:gd name="T6" fmla="*/ 2 w 44"/>
                <a:gd name="T7" fmla="*/ 5 h 70"/>
                <a:gd name="T8" fmla="*/ 14 w 44"/>
                <a:gd name="T9" fmla="*/ 2 h 70"/>
                <a:gd name="T10" fmla="*/ 32 w 44"/>
                <a:gd name="T11" fmla="*/ 64 h 70"/>
                <a:gd name="T12" fmla="*/ 20 w 44"/>
                <a:gd name="T13" fmla="*/ 6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70">
                  <a:moveTo>
                    <a:pt x="20" y="67"/>
                  </a:moveTo>
                  <a:cubicBezTo>
                    <a:pt x="16" y="65"/>
                    <a:pt x="14" y="59"/>
                    <a:pt x="16" y="55"/>
                  </a:cubicBezTo>
                  <a:cubicBezTo>
                    <a:pt x="24" y="42"/>
                    <a:pt x="19" y="25"/>
                    <a:pt x="6" y="18"/>
                  </a:cubicBezTo>
                  <a:cubicBezTo>
                    <a:pt x="1" y="15"/>
                    <a:pt x="0" y="10"/>
                    <a:pt x="2" y="5"/>
                  </a:cubicBezTo>
                  <a:cubicBezTo>
                    <a:pt x="4" y="1"/>
                    <a:pt x="10" y="0"/>
                    <a:pt x="14" y="2"/>
                  </a:cubicBezTo>
                  <a:cubicBezTo>
                    <a:pt x="36" y="14"/>
                    <a:pt x="44" y="42"/>
                    <a:pt x="32" y="64"/>
                  </a:cubicBezTo>
                  <a:cubicBezTo>
                    <a:pt x="30" y="68"/>
                    <a:pt x="24" y="70"/>
                    <a:pt x="20" y="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" name="Freeform 1033"/>
            <p:cNvSpPr/>
            <p:nvPr/>
          </p:nvSpPr>
          <p:spPr bwMode="auto">
            <a:xfrm>
              <a:off x="1712913" y="3143250"/>
              <a:ext cx="142875" cy="144463"/>
            </a:xfrm>
            <a:custGeom>
              <a:avLst/>
              <a:gdLst>
                <a:gd name="T0" fmla="*/ 17 w 20"/>
                <a:gd name="T1" fmla="*/ 14 h 20"/>
                <a:gd name="T2" fmla="*/ 6 w 20"/>
                <a:gd name="T3" fmla="*/ 17 h 20"/>
                <a:gd name="T4" fmla="*/ 2 w 20"/>
                <a:gd name="T5" fmla="*/ 6 h 20"/>
                <a:gd name="T6" fmla="*/ 14 w 20"/>
                <a:gd name="T7" fmla="*/ 2 h 20"/>
                <a:gd name="T8" fmla="*/ 17 w 20"/>
                <a:gd name="T9" fmla="*/ 1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0">
                  <a:moveTo>
                    <a:pt x="17" y="14"/>
                  </a:moveTo>
                  <a:cubicBezTo>
                    <a:pt x="15" y="18"/>
                    <a:pt x="10" y="20"/>
                    <a:pt x="6" y="17"/>
                  </a:cubicBezTo>
                  <a:cubicBezTo>
                    <a:pt x="2" y="15"/>
                    <a:pt x="0" y="10"/>
                    <a:pt x="2" y="6"/>
                  </a:cubicBezTo>
                  <a:cubicBezTo>
                    <a:pt x="5" y="1"/>
                    <a:pt x="10" y="0"/>
                    <a:pt x="14" y="2"/>
                  </a:cubicBezTo>
                  <a:cubicBezTo>
                    <a:pt x="18" y="5"/>
                    <a:pt x="20" y="10"/>
                    <a:pt x="17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Freeform 1034"/>
            <p:cNvSpPr/>
            <p:nvPr/>
          </p:nvSpPr>
          <p:spPr bwMode="auto">
            <a:xfrm>
              <a:off x="449263" y="3641725"/>
              <a:ext cx="909637" cy="1149350"/>
            </a:xfrm>
            <a:custGeom>
              <a:avLst/>
              <a:gdLst>
                <a:gd name="T0" fmla="*/ 250 w 573"/>
                <a:gd name="T1" fmla="*/ 724 h 724"/>
                <a:gd name="T2" fmla="*/ 0 w 573"/>
                <a:gd name="T3" fmla="*/ 587 h 724"/>
                <a:gd name="T4" fmla="*/ 323 w 573"/>
                <a:gd name="T5" fmla="*/ 0 h 724"/>
                <a:gd name="T6" fmla="*/ 573 w 573"/>
                <a:gd name="T7" fmla="*/ 137 h 724"/>
                <a:gd name="T8" fmla="*/ 250 w 573"/>
                <a:gd name="T9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3" h="724">
                  <a:moveTo>
                    <a:pt x="250" y="724"/>
                  </a:moveTo>
                  <a:lnTo>
                    <a:pt x="0" y="587"/>
                  </a:lnTo>
                  <a:lnTo>
                    <a:pt x="323" y="0"/>
                  </a:lnTo>
                  <a:lnTo>
                    <a:pt x="573" y="137"/>
                  </a:lnTo>
                  <a:lnTo>
                    <a:pt x="250" y="724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Freeform 1035"/>
            <p:cNvSpPr/>
            <p:nvPr/>
          </p:nvSpPr>
          <p:spPr bwMode="auto">
            <a:xfrm>
              <a:off x="449263" y="3641725"/>
              <a:ext cx="722312" cy="1047750"/>
            </a:xfrm>
            <a:custGeom>
              <a:avLst/>
              <a:gdLst>
                <a:gd name="T0" fmla="*/ 132 w 455"/>
                <a:gd name="T1" fmla="*/ 660 h 660"/>
                <a:gd name="T2" fmla="*/ 0 w 455"/>
                <a:gd name="T3" fmla="*/ 587 h 660"/>
                <a:gd name="T4" fmla="*/ 323 w 455"/>
                <a:gd name="T5" fmla="*/ 0 h 660"/>
                <a:gd name="T6" fmla="*/ 455 w 455"/>
                <a:gd name="T7" fmla="*/ 73 h 660"/>
                <a:gd name="T8" fmla="*/ 132 w 455"/>
                <a:gd name="T9" fmla="*/ 66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5" h="660">
                  <a:moveTo>
                    <a:pt x="132" y="660"/>
                  </a:moveTo>
                  <a:lnTo>
                    <a:pt x="0" y="587"/>
                  </a:lnTo>
                  <a:lnTo>
                    <a:pt x="323" y="0"/>
                  </a:lnTo>
                  <a:lnTo>
                    <a:pt x="455" y="73"/>
                  </a:lnTo>
                  <a:lnTo>
                    <a:pt x="132" y="660"/>
                  </a:lnTo>
                  <a:close/>
                </a:path>
              </a:pathLst>
            </a:custGeom>
            <a:solidFill>
              <a:srgbClr val="E17A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" name="Freeform 1036"/>
            <p:cNvSpPr/>
            <p:nvPr/>
          </p:nvSpPr>
          <p:spPr bwMode="auto">
            <a:xfrm>
              <a:off x="874713" y="3641725"/>
              <a:ext cx="484187" cy="376238"/>
            </a:xfrm>
            <a:custGeom>
              <a:avLst/>
              <a:gdLst>
                <a:gd name="T0" fmla="*/ 250 w 305"/>
                <a:gd name="T1" fmla="*/ 237 h 237"/>
                <a:gd name="T2" fmla="*/ 0 w 305"/>
                <a:gd name="T3" fmla="*/ 100 h 237"/>
                <a:gd name="T4" fmla="*/ 55 w 305"/>
                <a:gd name="T5" fmla="*/ 0 h 237"/>
                <a:gd name="T6" fmla="*/ 305 w 305"/>
                <a:gd name="T7" fmla="*/ 137 h 237"/>
                <a:gd name="T8" fmla="*/ 250 w 305"/>
                <a:gd name="T9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5" h="237">
                  <a:moveTo>
                    <a:pt x="250" y="237"/>
                  </a:moveTo>
                  <a:lnTo>
                    <a:pt x="0" y="100"/>
                  </a:lnTo>
                  <a:lnTo>
                    <a:pt x="55" y="0"/>
                  </a:lnTo>
                  <a:lnTo>
                    <a:pt x="305" y="137"/>
                  </a:lnTo>
                  <a:lnTo>
                    <a:pt x="250" y="237"/>
                  </a:ln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" name="Freeform 1037"/>
            <p:cNvSpPr/>
            <p:nvPr/>
          </p:nvSpPr>
          <p:spPr bwMode="auto">
            <a:xfrm>
              <a:off x="874713" y="3641725"/>
              <a:ext cx="296862" cy="274638"/>
            </a:xfrm>
            <a:custGeom>
              <a:avLst/>
              <a:gdLst>
                <a:gd name="T0" fmla="*/ 132 w 187"/>
                <a:gd name="T1" fmla="*/ 173 h 173"/>
                <a:gd name="T2" fmla="*/ 0 w 187"/>
                <a:gd name="T3" fmla="*/ 100 h 173"/>
                <a:gd name="T4" fmla="*/ 55 w 187"/>
                <a:gd name="T5" fmla="*/ 0 h 173"/>
                <a:gd name="T6" fmla="*/ 187 w 187"/>
                <a:gd name="T7" fmla="*/ 73 h 173"/>
                <a:gd name="T8" fmla="*/ 132 w 187"/>
                <a:gd name="T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173">
                  <a:moveTo>
                    <a:pt x="132" y="173"/>
                  </a:moveTo>
                  <a:lnTo>
                    <a:pt x="0" y="100"/>
                  </a:lnTo>
                  <a:lnTo>
                    <a:pt x="55" y="0"/>
                  </a:lnTo>
                  <a:lnTo>
                    <a:pt x="187" y="73"/>
                  </a:lnTo>
                  <a:lnTo>
                    <a:pt x="132" y="173"/>
                  </a:lnTo>
                  <a:close/>
                </a:path>
              </a:pathLst>
            </a:cu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" name="Freeform 1038"/>
            <p:cNvSpPr/>
            <p:nvPr/>
          </p:nvSpPr>
          <p:spPr bwMode="auto">
            <a:xfrm>
              <a:off x="420688" y="4522788"/>
              <a:ext cx="454025" cy="325438"/>
            </a:xfrm>
            <a:custGeom>
              <a:avLst/>
              <a:gdLst>
                <a:gd name="T0" fmla="*/ 245 w 286"/>
                <a:gd name="T1" fmla="*/ 205 h 205"/>
                <a:gd name="T2" fmla="*/ 0 w 286"/>
                <a:gd name="T3" fmla="*/ 69 h 205"/>
                <a:gd name="T4" fmla="*/ 36 w 286"/>
                <a:gd name="T5" fmla="*/ 0 h 205"/>
                <a:gd name="T6" fmla="*/ 286 w 286"/>
                <a:gd name="T7" fmla="*/ 137 h 205"/>
                <a:gd name="T8" fmla="*/ 245 w 286"/>
                <a:gd name="T9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6" h="205">
                  <a:moveTo>
                    <a:pt x="245" y="205"/>
                  </a:moveTo>
                  <a:lnTo>
                    <a:pt x="0" y="69"/>
                  </a:lnTo>
                  <a:lnTo>
                    <a:pt x="36" y="0"/>
                  </a:lnTo>
                  <a:lnTo>
                    <a:pt x="286" y="137"/>
                  </a:lnTo>
                  <a:lnTo>
                    <a:pt x="245" y="205"/>
                  </a:ln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Freeform 1039"/>
            <p:cNvSpPr/>
            <p:nvPr/>
          </p:nvSpPr>
          <p:spPr bwMode="auto">
            <a:xfrm>
              <a:off x="420688" y="4522788"/>
              <a:ext cx="258762" cy="225425"/>
            </a:xfrm>
            <a:custGeom>
              <a:avLst/>
              <a:gdLst>
                <a:gd name="T0" fmla="*/ 127 w 163"/>
                <a:gd name="T1" fmla="*/ 142 h 142"/>
                <a:gd name="T2" fmla="*/ 0 w 163"/>
                <a:gd name="T3" fmla="*/ 69 h 142"/>
                <a:gd name="T4" fmla="*/ 36 w 163"/>
                <a:gd name="T5" fmla="*/ 0 h 142"/>
                <a:gd name="T6" fmla="*/ 163 w 163"/>
                <a:gd name="T7" fmla="*/ 73 h 142"/>
                <a:gd name="T8" fmla="*/ 127 w 163"/>
                <a:gd name="T9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42">
                  <a:moveTo>
                    <a:pt x="127" y="142"/>
                  </a:moveTo>
                  <a:lnTo>
                    <a:pt x="0" y="69"/>
                  </a:lnTo>
                  <a:lnTo>
                    <a:pt x="36" y="0"/>
                  </a:lnTo>
                  <a:lnTo>
                    <a:pt x="163" y="73"/>
                  </a:lnTo>
                  <a:lnTo>
                    <a:pt x="127" y="142"/>
                  </a:lnTo>
                  <a:close/>
                </a:path>
              </a:pathLst>
            </a:cu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" name="Freeform 1090"/>
            <p:cNvSpPr/>
            <p:nvPr/>
          </p:nvSpPr>
          <p:spPr bwMode="auto">
            <a:xfrm>
              <a:off x="1928813" y="3071813"/>
              <a:ext cx="195262" cy="187325"/>
            </a:xfrm>
            <a:custGeom>
              <a:avLst/>
              <a:gdLst>
                <a:gd name="T0" fmla="*/ 14 w 27"/>
                <a:gd name="T1" fmla="*/ 1 h 26"/>
                <a:gd name="T2" fmla="*/ 18 w 27"/>
                <a:gd name="T3" fmla="*/ 6 h 26"/>
                <a:gd name="T4" fmla="*/ 19 w 27"/>
                <a:gd name="T5" fmla="*/ 7 h 26"/>
                <a:gd name="T6" fmla="*/ 25 w 27"/>
                <a:gd name="T7" fmla="*/ 7 h 26"/>
                <a:gd name="T8" fmla="*/ 26 w 27"/>
                <a:gd name="T9" fmla="*/ 10 h 26"/>
                <a:gd name="T10" fmla="*/ 22 w 27"/>
                <a:gd name="T11" fmla="*/ 15 h 26"/>
                <a:gd name="T12" fmla="*/ 22 w 27"/>
                <a:gd name="T13" fmla="*/ 16 h 26"/>
                <a:gd name="T14" fmla="*/ 24 w 27"/>
                <a:gd name="T15" fmla="*/ 22 h 26"/>
                <a:gd name="T16" fmla="*/ 21 w 27"/>
                <a:gd name="T17" fmla="*/ 24 h 26"/>
                <a:gd name="T18" fmla="*/ 16 w 27"/>
                <a:gd name="T19" fmla="*/ 22 h 26"/>
                <a:gd name="T20" fmla="*/ 14 w 27"/>
                <a:gd name="T21" fmla="*/ 22 h 26"/>
                <a:gd name="T22" fmla="*/ 9 w 27"/>
                <a:gd name="T23" fmla="*/ 25 h 26"/>
                <a:gd name="T24" fmla="*/ 6 w 27"/>
                <a:gd name="T25" fmla="*/ 24 h 26"/>
                <a:gd name="T26" fmla="*/ 7 w 27"/>
                <a:gd name="T27" fmla="*/ 18 h 26"/>
                <a:gd name="T28" fmla="*/ 6 w 27"/>
                <a:gd name="T29" fmla="*/ 16 h 26"/>
                <a:gd name="T30" fmla="*/ 1 w 27"/>
                <a:gd name="T31" fmla="*/ 12 h 26"/>
                <a:gd name="T32" fmla="*/ 2 w 27"/>
                <a:gd name="T33" fmla="*/ 9 h 26"/>
                <a:gd name="T34" fmla="*/ 8 w 27"/>
                <a:gd name="T35" fmla="*/ 8 h 26"/>
                <a:gd name="T36" fmla="*/ 9 w 27"/>
                <a:gd name="T37" fmla="*/ 7 h 26"/>
                <a:gd name="T38" fmla="*/ 11 w 27"/>
                <a:gd name="T39" fmla="*/ 1 h 26"/>
                <a:gd name="T40" fmla="*/ 14 w 27"/>
                <a:gd name="T41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7" h="26">
                  <a:moveTo>
                    <a:pt x="14" y="1"/>
                  </a:move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7"/>
                    <a:pt x="19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7" y="7"/>
                    <a:pt x="27" y="9"/>
                    <a:pt x="26" y="1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6"/>
                    <a:pt x="22" y="16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4"/>
                    <a:pt x="23" y="25"/>
                    <a:pt x="21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6"/>
                    <a:pt x="6" y="25"/>
                    <a:pt x="6" y="24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7"/>
                    <a:pt x="6" y="17"/>
                    <a:pt x="6" y="16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0"/>
                    <a:pt x="2" y="9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9" y="7"/>
                    <a:pt x="9" y="7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0"/>
                    <a:pt x="14" y="0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5" name="Freeform 914"/>
          <p:cNvSpPr/>
          <p:nvPr/>
        </p:nvSpPr>
        <p:spPr bwMode="auto">
          <a:xfrm>
            <a:off x="3803637" y="5760156"/>
            <a:ext cx="223837" cy="223838"/>
          </a:xfrm>
          <a:custGeom>
            <a:avLst/>
            <a:gdLst>
              <a:gd name="T0" fmla="*/ 11 w 31"/>
              <a:gd name="T1" fmla="*/ 9 h 31"/>
              <a:gd name="T2" fmla="*/ 13 w 31"/>
              <a:gd name="T3" fmla="*/ 2 h 31"/>
              <a:gd name="T4" fmla="*/ 17 w 31"/>
              <a:gd name="T5" fmla="*/ 2 h 31"/>
              <a:gd name="T6" fmla="*/ 19 w 31"/>
              <a:gd name="T7" fmla="*/ 9 h 31"/>
              <a:gd name="T8" fmla="*/ 21 w 31"/>
              <a:gd name="T9" fmla="*/ 11 h 31"/>
              <a:gd name="T10" fmla="*/ 29 w 31"/>
              <a:gd name="T11" fmla="*/ 13 h 31"/>
              <a:gd name="T12" fmla="*/ 29 w 31"/>
              <a:gd name="T13" fmla="*/ 17 h 31"/>
              <a:gd name="T14" fmla="*/ 21 w 31"/>
              <a:gd name="T15" fmla="*/ 19 h 31"/>
              <a:gd name="T16" fmla="*/ 19 w 31"/>
              <a:gd name="T17" fmla="*/ 21 h 31"/>
              <a:gd name="T18" fmla="*/ 17 w 31"/>
              <a:gd name="T19" fmla="*/ 29 h 31"/>
              <a:gd name="T20" fmla="*/ 13 w 31"/>
              <a:gd name="T21" fmla="*/ 29 h 31"/>
              <a:gd name="T22" fmla="*/ 11 w 31"/>
              <a:gd name="T23" fmla="*/ 21 h 31"/>
              <a:gd name="T24" fmla="*/ 9 w 31"/>
              <a:gd name="T25" fmla="*/ 19 h 31"/>
              <a:gd name="T26" fmla="*/ 2 w 31"/>
              <a:gd name="T27" fmla="*/ 17 h 31"/>
              <a:gd name="T28" fmla="*/ 2 w 31"/>
              <a:gd name="T29" fmla="*/ 13 h 31"/>
              <a:gd name="T30" fmla="*/ 9 w 31"/>
              <a:gd name="T31" fmla="*/ 11 h 31"/>
              <a:gd name="T32" fmla="*/ 11 w 31"/>
              <a:gd name="T33" fmla="*/ 9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1" h="31">
                <a:moveTo>
                  <a:pt x="11" y="9"/>
                </a:moveTo>
                <a:cubicBezTo>
                  <a:pt x="13" y="2"/>
                  <a:pt x="13" y="2"/>
                  <a:pt x="13" y="2"/>
                </a:cubicBezTo>
                <a:cubicBezTo>
                  <a:pt x="14" y="0"/>
                  <a:pt x="17" y="0"/>
                  <a:pt x="17" y="2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10"/>
                  <a:pt x="20" y="11"/>
                  <a:pt x="21" y="11"/>
                </a:cubicBezTo>
                <a:cubicBezTo>
                  <a:pt x="29" y="13"/>
                  <a:pt x="29" y="13"/>
                  <a:pt x="29" y="13"/>
                </a:cubicBezTo>
                <a:cubicBezTo>
                  <a:pt x="31" y="14"/>
                  <a:pt x="31" y="17"/>
                  <a:pt x="29" y="17"/>
                </a:cubicBezTo>
                <a:cubicBezTo>
                  <a:pt x="21" y="19"/>
                  <a:pt x="21" y="19"/>
                  <a:pt x="21" y="19"/>
                </a:cubicBezTo>
                <a:cubicBezTo>
                  <a:pt x="20" y="20"/>
                  <a:pt x="20" y="20"/>
                  <a:pt x="19" y="21"/>
                </a:cubicBezTo>
                <a:cubicBezTo>
                  <a:pt x="17" y="29"/>
                  <a:pt x="17" y="29"/>
                  <a:pt x="17" y="29"/>
                </a:cubicBezTo>
                <a:cubicBezTo>
                  <a:pt x="17" y="31"/>
                  <a:pt x="14" y="31"/>
                  <a:pt x="13" y="29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0"/>
                  <a:pt x="10" y="20"/>
                  <a:pt x="9" y="19"/>
                </a:cubicBezTo>
                <a:cubicBezTo>
                  <a:pt x="2" y="17"/>
                  <a:pt x="2" y="17"/>
                  <a:pt x="2" y="17"/>
                </a:cubicBezTo>
                <a:cubicBezTo>
                  <a:pt x="0" y="17"/>
                  <a:pt x="0" y="14"/>
                  <a:pt x="2" y="13"/>
                </a:cubicBezTo>
                <a:cubicBezTo>
                  <a:pt x="9" y="11"/>
                  <a:pt x="9" y="11"/>
                  <a:pt x="9" y="11"/>
                </a:cubicBezTo>
                <a:cubicBezTo>
                  <a:pt x="10" y="11"/>
                  <a:pt x="11" y="10"/>
                  <a:pt x="11" y="9"/>
                </a:cubicBezTo>
                <a:close/>
              </a:path>
            </a:pathLst>
          </a:custGeom>
          <a:solidFill>
            <a:srgbClr val="F488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Freeform 1081"/>
          <p:cNvSpPr/>
          <p:nvPr/>
        </p:nvSpPr>
        <p:spPr bwMode="auto">
          <a:xfrm>
            <a:off x="1174597" y="3224778"/>
            <a:ext cx="433387" cy="447675"/>
          </a:xfrm>
          <a:custGeom>
            <a:avLst/>
            <a:gdLst>
              <a:gd name="T0" fmla="*/ 42 w 60"/>
              <a:gd name="T1" fmla="*/ 5 h 62"/>
              <a:gd name="T2" fmla="*/ 43 w 60"/>
              <a:gd name="T3" fmla="*/ 19 h 62"/>
              <a:gd name="T4" fmla="*/ 45 w 60"/>
              <a:gd name="T5" fmla="*/ 22 h 62"/>
              <a:gd name="T6" fmla="*/ 57 w 60"/>
              <a:gd name="T7" fmla="*/ 29 h 62"/>
              <a:gd name="T8" fmla="*/ 56 w 60"/>
              <a:gd name="T9" fmla="*/ 36 h 62"/>
              <a:gd name="T10" fmla="*/ 44 w 60"/>
              <a:gd name="T11" fmla="*/ 41 h 62"/>
              <a:gd name="T12" fmla="*/ 41 w 60"/>
              <a:gd name="T13" fmla="*/ 44 h 62"/>
              <a:gd name="T14" fmla="*/ 38 w 60"/>
              <a:gd name="T15" fmla="*/ 57 h 62"/>
              <a:gd name="T16" fmla="*/ 32 w 60"/>
              <a:gd name="T17" fmla="*/ 59 h 62"/>
              <a:gd name="T18" fmla="*/ 23 w 60"/>
              <a:gd name="T19" fmla="*/ 49 h 62"/>
              <a:gd name="T20" fmla="*/ 19 w 60"/>
              <a:gd name="T21" fmla="*/ 47 h 62"/>
              <a:gd name="T22" fmla="*/ 5 w 60"/>
              <a:gd name="T23" fmla="*/ 49 h 62"/>
              <a:gd name="T24" fmla="*/ 2 w 60"/>
              <a:gd name="T25" fmla="*/ 43 h 62"/>
              <a:gd name="T26" fmla="*/ 9 w 60"/>
              <a:gd name="T27" fmla="*/ 31 h 62"/>
              <a:gd name="T28" fmla="*/ 9 w 60"/>
              <a:gd name="T29" fmla="*/ 27 h 62"/>
              <a:gd name="T30" fmla="*/ 3 w 60"/>
              <a:gd name="T31" fmla="*/ 14 h 62"/>
              <a:gd name="T32" fmla="*/ 8 w 60"/>
              <a:gd name="T33" fmla="*/ 9 h 62"/>
              <a:gd name="T34" fmla="*/ 21 w 60"/>
              <a:gd name="T35" fmla="*/ 12 h 62"/>
              <a:gd name="T36" fmla="*/ 25 w 60"/>
              <a:gd name="T37" fmla="*/ 11 h 62"/>
              <a:gd name="T38" fmla="*/ 35 w 60"/>
              <a:gd name="T39" fmla="*/ 2 h 62"/>
              <a:gd name="T40" fmla="*/ 42 w 60"/>
              <a:gd name="T41" fmla="*/ 5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0" h="62">
                <a:moveTo>
                  <a:pt x="42" y="5"/>
                </a:moveTo>
                <a:cubicBezTo>
                  <a:pt x="43" y="19"/>
                  <a:pt x="43" y="19"/>
                  <a:pt x="43" y="19"/>
                </a:cubicBezTo>
                <a:cubicBezTo>
                  <a:pt x="43" y="20"/>
                  <a:pt x="44" y="21"/>
                  <a:pt x="45" y="22"/>
                </a:cubicBezTo>
                <a:cubicBezTo>
                  <a:pt x="57" y="29"/>
                  <a:pt x="57" y="29"/>
                  <a:pt x="57" y="29"/>
                </a:cubicBezTo>
                <a:cubicBezTo>
                  <a:pt x="60" y="30"/>
                  <a:pt x="59" y="34"/>
                  <a:pt x="56" y="36"/>
                </a:cubicBezTo>
                <a:cubicBezTo>
                  <a:pt x="44" y="41"/>
                  <a:pt x="44" y="41"/>
                  <a:pt x="44" y="41"/>
                </a:cubicBezTo>
                <a:cubicBezTo>
                  <a:pt x="42" y="42"/>
                  <a:pt x="42" y="43"/>
                  <a:pt x="41" y="44"/>
                </a:cubicBezTo>
                <a:cubicBezTo>
                  <a:pt x="38" y="57"/>
                  <a:pt x="38" y="57"/>
                  <a:pt x="38" y="57"/>
                </a:cubicBezTo>
                <a:cubicBezTo>
                  <a:pt x="38" y="61"/>
                  <a:pt x="34" y="62"/>
                  <a:pt x="32" y="59"/>
                </a:cubicBezTo>
                <a:cubicBezTo>
                  <a:pt x="23" y="49"/>
                  <a:pt x="23" y="49"/>
                  <a:pt x="23" y="49"/>
                </a:cubicBezTo>
                <a:cubicBezTo>
                  <a:pt x="22" y="48"/>
                  <a:pt x="20" y="47"/>
                  <a:pt x="19" y="47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6"/>
                  <a:pt x="2" y="43"/>
                </a:cubicBezTo>
                <a:cubicBezTo>
                  <a:pt x="9" y="31"/>
                  <a:pt x="9" y="31"/>
                  <a:pt x="9" y="31"/>
                </a:cubicBezTo>
                <a:cubicBezTo>
                  <a:pt x="9" y="30"/>
                  <a:pt x="10" y="28"/>
                  <a:pt x="9" y="27"/>
                </a:cubicBezTo>
                <a:cubicBezTo>
                  <a:pt x="3" y="14"/>
                  <a:pt x="3" y="14"/>
                  <a:pt x="3" y="14"/>
                </a:cubicBezTo>
                <a:cubicBezTo>
                  <a:pt x="2" y="12"/>
                  <a:pt x="5" y="8"/>
                  <a:pt x="8" y="9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3"/>
                  <a:pt x="24" y="12"/>
                  <a:pt x="25" y="11"/>
                </a:cubicBezTo>
                <a:cubicBezTo>
                  <a:pt x="35" y="2"/>
                  <a:pt x="35" y="2"/>
                  <a:pt x="35" y="2"/>
                </a:cubicBezTo>
                <a:cubicBezTo>
                  <a:pt x="38" y="0"/>
                  <a:pt x="42" y="2"/>
                  <a:pt x="42" y="5"/>
                </a:cubicBezTo>
                <a:close/>
              </a:path>
            </a:pathLst>
          </a:custGeom>
          <a:solidFill>
            <a:srgbClr val="F2C8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Freeform 1082"/>
          <p:cNvSpPr/>
          <p:nvPr/>
        </p:nvSpPr>
        <p:spPr bwMode="auto">
          <a:xfrm>
            <a:off x="1609712" y="5564893"/>
            <a:ext cx="209550" cy="215900"/>
          </a:xfrm>
          <a:custGeom>
            <a:avLst/>
            <a:gdLst>
              <a:gd name="T0" fmla="*/ 20 w 29"/>
              <a:gd name="T1" fmla="*/ 2 h 30"/>
              <a:gd name="T2" fmla="*/ 21 w 29"/>
              <a:gd name="T3" fmla="*/ 9 h 30"/>
              <a:gd name="T4" fmla="*/ 22 w 29"/>
              <a:gd name="T5" fmla="*/ 11 h 30"/>
              <a:gd name="T6" fmla="*/ 28 w 29"/>
              <a:gd name="T7" fmla="*/ 14 h 30"/>
              <a:gd name="T8" fmla="*/ 27 w 29"/>
              <a:gd name="T9" fmla="*/ 17 h 30"/>
              <a:gd name="T10" fmla="*/ 21 w 29"/>
              <a:gd name="T11" fmla="*/ 20 h 30"/>
              <a:gd name="T12" fmla="*/ 20 w 29"/>
              <a:gd name="T13" fmla="*/ 21 h 30"/>
              <a:gd name="T14" fmla="*/ 19 w 29"/>
              <a:gd name="T15" fmla="*/ 28 h 30"/>
              <a:gd name="T16" fmla="*/ 16 w 29"/>
              <a:gd name="T17" fmla="*/ 28 h 30"/>
              <a:gd name="T18" fmla="*/ 11 w 29"/>
              <a:gd name="T19" fmla="*/ 23 h 30"/>
              <a:gd name="T20" fmla="*/ 10 w 29"/>
              <a:gd name="T21" fmla="*/ 23 h 30"/>
              <a:gd name="T22" fmla="*/ 3 w 29"/>
              <a:gd name="T23" fmla="*/ 23 h 30"/>
              <a:gd name="T24" fmla="*/ 1 w 29"/>
              <a:gd name="T25" fmla="*/ 21 h 30"/>
              <a:gd name="T26" fmla="*/ 5 w 29"/>
              <a:gd name="T27" fmla="*/ 15 h 30"/>
              <a:gd name="T28" fmla="*/ 5 w 29"/>
              <a:gd name="T29" fmla="*/ 13 h 30"/>
              <a:gd name="T30" fmla="*/ 2 w 29"/>
              <a:gd name="T31" fmla="*/ 7 h 30"/>
              <a:gd name="T32" fmla="*/ 4 w 29"/>
              <a:gd name="T33" fmla="*/ 5 h 30"/>
              <a:gd name="T34" fmla="*/ 11 w 29"/>
              <a:gd name="T35" fmla="*/ 6 h 30"/>
              <a:gd name="T36" fmla="*/ 12 w 29"/>
              <a:gd name="T37" fmla="*/ 6 h 30"/>
              <a:gd name="T38" fmla="*/ 17 w 29"/>
              <a:gd name="T39" fmla="*/ 1 h 30"/>
              <a:gd name="T40" fmla="*/ 20 w 29"/>
              <a:gd name="T41" fmla="*/ 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30">
                <a:moveTo>
                  <a:pt x="20" y="2"/>
                </a:moveTo>
                <a:cubicBezTo>
                  <a:pt x="21" y="9"/>
                  <a:pt x="21" y="9"/>
                  <a:pt x="21" y="9"/>
                </a:cubicBezTo>
                <a:cubicBezTo>
                  <a:pt x="21" y="10"/>
                  <a:pt x="21" y="10"/>
                  <a:pt x="22" y="11"/>
                </a:cubicBezTo>
                <a:cubicBezTo>
                  <a:pt x="28" y="14"/>
                  <a:pt x="28" y="14"/>
                  <a:pt x="28" y="14"/>
                </a:cubicBezTo>
                <a:cubicBezTo>
                  <a:pt x="29" y="15"/>
                  <a:pt x="29" y="17"/>
                  <a:pt x="27" y="17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0" y="20"/>
                  <a:pt x="20" y="21"/>
                </a:cubicBezTo>
                <a:cubicBezTo>
                  <a:pt x="19" y="28"/>
                  <a:pt x="19" y="28"/>
                  <a:pt x="19" y="28"/>
                </a:cubicBezTo>
                <a:cubicBezTo>
                  <a:pt x="18" y="29"/>
                  <a:pt x="17" y="30"/>
                  <a:pt x="16" y="28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0" y="23"/>
                  <a:pt x="10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1" y="24"/>
                  <a:pt x="0" y="22"/>
                  <a:pt x="1" y="21"/>
                </a:cubicBezTo>
                <a:cubicBezTo>
                  <a:pt x="5" y="15"/>
                  <a:pt x="5" y="15"/>
                  <a:pt x="5" y="15"/>
                </a:cubicBezTo>
                <a:cubicBezTo>
                  <a:pt x="5" y="14"/>
                  <a:pt x="5" y="14"/>
                  <a:pt x="5" y="13"/>
                </a:cubicBezTo>
                <a:cubicBezTo>
                  <a:pt x="2" y="7"/>
                  <a:pt x="2" y="7"/>
                  <a:pt x="2" y="7"/>
                </a:cubicBezTo>
                <a:cubicBezTo>
                  <a:pt x="1" y="6"/>
                  <a:pt x="3" y="4"/>
                  <a:pt x="4" y="5"/>
                </a:cubicBezTo>
                <a:cubicBezTo>
                  <a:pt x="11" y="6"/>
                  <a:pt x="11" y="6"/>
                  <a:pt x="11" y="6"/>
                </a:cubicBezTo>
                <a:cubicBezTo>
                  <a:pt x="11" y="6"/>
                  <a:pt x="12" y="6"/>
                  <a:pt x="12" y="6"/>
                </a:cubicBezTo>
                <a:cubicBezTo>
                  <a:pt x="17" y="1"/>
                  <a:pt x="17" y="1"/>
                  <a:pt x="17" y="1"/>
                </a:cubicBezTo>
                <a:cubicBezTo>
                  <a:pt x="18" y="0"/>
                  <a:pt x="20" y="1"/>
                  <a:pt x="20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Freeform 1083"/>
          <p:cNvSpPr/>
          <p:nvPr/>
        </p:nvSpPr>
        <p:spPr bwMode="auto">
          <a:xfrm>
            <a:off x="2252649" y="4277431"/>
            <a:ext cx="207962" cy="209550"/>
          </a:xfrm>
          <a:custGeom>
            <a:avLst/>
            <a:gdLst>
              <a:gd name="T0" fmla="*/ 18 w 29"/>
              <a:gd name="T1" fmla="*/ 2 h 29"/>
              <a:gd name="T2" fmla="*/ 20 w 29"/>
              <a:gd name="T3" fmla="*/ 8 h 29"/>
              <a:gd name="T4" fmla="*/ 21 w 29"/>
              <a:gd name="T5" fmla="*/ 9 h 29"/>
              <a:gd name="T6" fmla="*/ 27 w 29"/>
              <a:gd name="T7" fmla="*/ 11 h 29"/>
              <a:gd name="T8" fmla="*/ 28 w 29"/>
              <a:gd name="T9" fmla="*/ 15 h 29"/>
              <a:gd name="T10" fmla="*/ 22 w 29"/>
              <a:gd name="T11" fmla="*/ 19 h 29"/>
              <a:gd name="T12" fmla="*/ 21 w 29"/>
              <a:gd name="T13" fmla="*/ 20 h 29"/>
              <a:gd name="T14" fmla="*/ 21 w 29"/>
              <a:gd name="T15" fmla="*/ 27 h 29"/>
              <a:gd name="T16" fmla="*/ 18 w 29"/>
              <a:gd name="T17" fmla="*/ 28 h 29"/>
              <a:gd name="T18" fmla="*/ 13 w 29"/>
              <a:gd name="T19" fmla="*/ 24 h 29"/>
              <a:gd name="T20" fmla="*/ 11 w 29"/>
              <a:gd name="T21" fmla="*/ 24 h 29"/>
              <a:gd name="T22" fmla="*/ 5 w 29"/>
              <a:gd name="T23" fmla="*/ 26 h 29"/>
              <a:gd name="T24" fmla="*/ 3 w 29"/>
              <a:gd name="T25" fmla="*/ 24 h 29"/>
              <a:gd name="T26" fmla="*/ 5 w 29"/>
              <a:gd name="T27" fmla="*/ 17 h 29"/>
              <a:gd name="T28" fmla="*/ 5 w 29"/>
              <a:gd name="T29" fmla="*/ 16 h 29"/>
              <a:gd name="T30" fmla="*/ 1 w 29"/>
              <a:gd name="T31" fmla="*/ 10 h 29"/>
              <a:gd name="T32" fmla="*/ 2 w 29"/>
              <a:gd name="T33" fmla="*/ 7 h 29"/>
              <a:gd name="T34" fmla="*/ 9 w 29"/>
              <a:gd name="T35" fmla="*/ 7 h 29"/>
              <a:gd name="T36" fmla="*/ 10 w 29"/>
              <a:gd name="T37" fmla="*/ 7 h 29"/>
              <a:gd name="T38" fmla="*/ 14 w 29"/>
              <a:gd name="T39" fmla="*/ 1 h 29"/>
              <a:gd name="T40" fmla="*/ 18 w 29"/>
              <a:gd name="T41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29">
                <a:moveTo>
                  <a:pt x="18" y="2"/>
                </a:moveTo>
                <a:cubicBezTo>
                  <a:pt x="20" y="8"/>
                  <a:pt x="20" y="8"/>
                  <a:pt x="20" y="8"/>
                </a:cubicBezTo>
                <a:cubicBezTo>
                  <a:pt x="20" y="9"/>
                  <a:pt x="20" y="9"/>
                  <a:pt x="21" y="9"/>
                </a:cubicBezTo>
                <a:cubicBezTo>
                  <a:pt x="27" y="11"/>
                  <a:pt x="27" y="11"/>
                  <a:pt x="27" y="11"/>
                </a:cubicBezTo>
                <a:cubicBezTo>
                  <a:pt x="29" y="12"/>
                  <a:pt x="29" y="14"/>
                  <a:pt x="28" y="15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1" y="19"/>
                  <a:pt x="21" y="20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8"/>
                  <a:pt x="20" y="29"/>
                  <a:pt x="18" y="28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2" y="24"/>
                  <a:pt x="11" y="24"/>
                </a:cubicBezTo>
                <a:cubicBezTo>
                  <a:pt x="5" y="26"/>
                  <a:pt x="5" y="26"/>
                  <a:pt x="5" y="26"/>
                </a:cubicBezTo>
                <a:cubicBezTo>
                  <a:pt x="4" y="26"/>
                  <a:pt x="2" y="25"/>
                  <a:pt x="3" y="24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6"/>
                  <a:pt x="5" y="16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9"/>
                  <a:pt x="1" y="7"/>
                  <a:pt x="2" y="7"/>
                </a:cubicBezTo>
                <a:cubicBezTo>
                  <a:pt x="9" y="7"/>
                  <a:pt x="9" y="7"/>
                  <a:pt x="9" y="7"/>
                </a:cubicBezTo>
                <a:cubicBezTo>
                  <a:pt x="10" y="7"/>
                  <a:pt x="10" y="7"/>
                  <a:pt x="10" y="7"/>
                </a:cubicBezTo>
                <a:cubicBezTo>
                  <a:pt x="14" y="1"/>
                  <a:pt x="14" y="1"/>
                  <a:pt x="14" y="1"/>
                </a:cubicBezTo>
                <a:cubicBezTo>
                  <a:pt x="15" y="0"/>
                  <a:pt x="17" y="0"/>
                  <a:pt x="18" y="2"/>
                </a:cubicBezTo>
                <a:close/>
              </a:path>
            </a:pathLst>
          </a:custGeom>
          <a:solidFill>
            <a:srgbClr val="F494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Freeform 1084"/>
          <p:cNvSpPr/>
          <p:nvPr/>
        </p:nvSpPr>
        <p:spPr bwMode="auto">
          <a:xfrm>
            <a:off x="3327387" y="4372681"/>
            <a:ext cx="266700" cy="274638"/>
          </a:xfrm>
          <a:custGeom>
            <a:avLst/>
            <a:gdLst>
              <a:gd name="T0" fmla="*/ 26 w 37"/>
              <a:gd name="T1" fmla="*/ 3 h 38"/>
              <a:gd name="T2" fmla="*/ 27 w 37"/>
              <a:gd name="T3" fmla="*/ 11 h 38"/>
              <a:gd name="T4" fmla="*/ 28 w 37"/>
              <a:gd name="T5" fmla="*/ 13 h 38"/>
              <a:gd name="T6" fmla="*/ 36 w 37"/>
              <a:gd name="T7" fmla="*/ 18 h 38"/>
              <a:gd name="T8" fmla="*/ 35 w 37"/>
              <a:gd name="T9" fmla="*/ 22 h 38"/>
              <a:gd name="T10" fmla="*/ 27 w 37"/>
              <a:gd name="T11" fmla="*/ 25 h 38"/>
              <a:gd name="T12" fmla="*/ 26 w 37"/>
              <a:gd name="T13" fmla="*/ 27 h 38"/>
              <a:gd name="T14" fmla="*/ 24 w 37"/>
              <a:gd name="T15" fmla="*/ 35 h 38"/>
              <a:gd name="T16" fmla="*/ 20 w 37"/>
              <a:gd name="T17" fmla="*/ 36 h 38"/>
              <a:gd name="T18" fmla="*/ 14 w 37"/>
              <a:gd name="T19" fmla="*/ 30 h 38"/>
              <a:gd name="T20" fmla="*/ 12 w 37"/>
              <a:gd name="T21" fmla="*/ 29 h 38"/>
              <a:gd name="T22" fmla="*/ 4 w 37"/>
              <a:gd name="T23" fmla="*/ 30 h 38"/>
              <a:gd name="T24" fmla="*/ 1 w 37"/>
              <a:gd name="T25" fmla="*/ 26 h 38"/>
              <a:gd name="T26" fmla="*/ 6 w 37"/>
              <a:gd name="T27" fmla="*/ 19 h 38"/>
              <a:gd name="T28" fmla="*/ 6 w 37"/>
              <a:gd name="T29" fmla="*/ 17 h 38"/>
              <a:gd name="T30" fmla="*/ 3 w 37"/>
              <a:gd name="T31" fmla="*/ 9 h 38"/>
              <a:gd name="T32" fmla="*/ 5 w 37"/>
              <a:gd name="T33" fmla="*/ 6 h 38"/>
              <a:gd name="T34" fmla="*/ 14 w 37"/>
              <a:gd name="T35" fmla="*/ 8 h 38"/>
              <a:gd name="T36" fmla="*/ 16 w 37"/>
              <a:gd name="T37" fmla="*/ 7 h 38"/>
              <a:gd name="T38" fmla="*/ 22 w 37"/>
              <a:gd name="T39" fmla="*/ 1 h 38"/>
              <a:gd name="T40" fmla="*/ 26 w 37"/>
              <a:gd name="T41" fmla="*/ 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7" h="38">
                <a:moveTo>
                  <a:pt x="26" y="3"/>
                </a:moveTo>
                <a:cubicBezTo>
                  <a:pt x="27" y="11"/>
                  <a:pt x="27" y="11"/>
                  <a:pt x="27" y="11"/>
                </a:cubicBezTo>
                <a:cubicBezTo>
                  <a:pt x="27" y="12"/>
                  <a:pt x="27" y="13"/>
                  <a:pt x="28" y="13"/>
                </a:cubicBezTo>
                <a:cubicBezTo>
                  <a:pt x="36" y="18"/>
                  <a:pt x="36" y="18"/>
                  <a:pt x="36" y="18"/>
                </a:cubicBezTo>
                <a:cubicBezTo>
                  <a:pt x="37" y="19"/>
                  <a:pt x="37" y="21"/>
                  <a:pt x="35" y="22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6"/>
                  <a:pt x="26" y="26"/>
                  <a:pt x="26" y="27"/>
                </a:cubicBezTo>
                <a:cubicBezTo>
                  <a:pt x="24" y="35"/>
                  <a:pt x="24" y="35"/>
                  <a:pt x="24" y="35"/>
                </a:cubicBezTo>
                <a:cubicBezTo>
                  <a:pt x="24" y="37"/>
                  <a:pt x="21" y="38"/>
                  <a:pt x="20" y="36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29"/>
                  <a:pt x="13" y="29"/>
                  <a:pt x="12" y="29"/>
                </a:cubicBezTo>
                <a:cubicBezTo>
                  <a:pt x="4" y="30"/>
                  <a:pt x="4" y="30"/>
                  <a:pt x="4" y="30"/>
                </a:cubicBezTo>
                <a:cubicBezTo>
                  <a:pt x="2" y="30"/>
                  <a:pt x="0" y="28"/>
                  <a:pt x="1" y="26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18"/>
                  <a:pt x="6" y="17"/>
                  <a:pt x="6" y="17"/>
                </a:cubicBezTo>
                <a:cubicBezTo>
                  <a:pt x="3" y="9"/>
                  <a:pt x="3" y="9"/>
                  <a:pt x="3" y="9"/>
                </a:cubicBezTo>
                <a:cubicBezTo>
                  <a:pt x="2" y="7"/>
                  <a:pt x="3" y="5"/>
                  <a:pt x="5" y="6"/>
                </a:cubicBez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5" y="8"/>
                  <a:pt x="16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4" y="0"/>
                  <a:pt x="26" y="1"/>
                  <a:pt x="26" y="3"/>
                </a:cubicBezTo>
                <a:close/>
              </a:path>
            </a:pathLst>
          </a:custGeom>
          <a:solidFill>
            <a:srgbClr val="00C5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490" y="80010"/>
            <a:ext cx="3319780" cy="498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Giải Ph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p và Kết Luận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618490" y="1856740"/>
            <a:ext cx="10433050" cy="2800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NGUY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TẮC KHI PHÂN QUYỀN: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Từ chối theo mặc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ịnh: Mọi quyền truy cập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ều bị từ chối trừ khi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ợc cấp quyền r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õ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ràng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ặc quyền tối thiểu: Mỗi ng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ời chỉ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ợc cấp quyền vừa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ủ thực thi công việc của m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ì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490" y="80010"/>
            <a:ext cx="3319780" cy="498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Giải Ph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p và Kết Luận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618490" y="1143000"/>
            <a:ext cx="10433050" cy="52711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 lnSpcReduction="20000"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BIỆN PH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PH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Ò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CHỐNG: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Thực thi kiểm so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ở Backend/Server:Thực thi kiểm so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truy cập ở mọi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iểm cuối (endpoint): Mọi request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ến m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chủ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ều phải kiểm tra 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ộc lập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Tập trung logic kiểm so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truy cập: Tr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 viết code kiểm tra quyền rải r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ở nhiều n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ơ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lang="en-US" altLang="en-GB" sz="240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Không tin t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ởng dữ liệu 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ến từ ng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ời d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ù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ng: Mọi dữ liệu cần 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ợc kiểm tra tr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ớc khi xử l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endParaRPr lang="en-US" altLang="en-GB" sz="240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Giới hạn tốc 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ộ API (Rate limit API): Ng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chặn c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cuộc tấn công brute force</a:t>
            </a:r>
            <a:endParaRPr lang="en-US" altLang="en-GB" sz="240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Gi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 s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và ghi nhật k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ý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Theo d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õ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c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lần thử truy cập không thành công c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thể gi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ú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ph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hiện c</a:t>
            </a:r>
            <a:r>
              <a:rPr lang="en-US" altLang="en-US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n-US" altLang="en-GB" sz="240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cuộc tấn công</a:t>
            </a:r>
            <a:endParaRPr lang="en-US" altLang="en-GB" sz="240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i="1" spc="2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L</a:t>
            </a:r>
            <a:r>
              <a:rPr lang="en-US" altLang="en-US" sz="2400" i="1" spc="2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ư</a:t>
            </a:r>
            <a:r>
              <a:rPr lang="en-US" altLang="en-GB" sz="2400" i="1" spc="2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u </a:t>
            </a:r>
            <a:r>
              <a:rPr lang="en-US" altLang="en-US" sz="2400" i="1" spc="2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ý</a:t>
            </a:r>
            <a:r>
              <a:rPr lang="en-US" altLang="en-GB" sz="2400" i="1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: Việc ẩn một n</a:t>
            </a:r>
            <a:r>
              <a:rPr lang="en-US" altLang="en-US" sz="2400" i="1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ú</a:t>
            </a:r>
            <a:r>
              <a:rPr lang="en-US" altLang="en-GB" sz="2400" i="1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t bấm tr</a:t>
            </a:r>
            <a:r>
              <a:rPr lang="en-US" altLang="en-US" sz="2400" i="1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ê</a:t>
            </a:r>
            <a:r>
              <a:rPr lang="en-US" altLang="en-GB" sz="2400" i="1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n giao diện ng</a:t>
            </a:r>
            <a:r>
              <a:rPr lang="en-US" altLang="en-US" sz="2400" i="1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ư</a:t>
            </a:r>
            <a:r>
              <a:rPr lang="en-US" altLang="en-GB" sz="2400" i="1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ời d</a:t>
            </a:r>
            <a:r>
              <a:rPr lang="en-US" altLang="en-US" sz="2400" i="1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ù</a:t>
            </a:r>
            <a:r>
              <a:rPr lang="en-US" altLang="en-GB" sz="2400" i="1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ng </a:t>
            </a:r>
            <a:r>
              <a:rPr lang="en-US" altLang="en-GB" sz="2400" b="1" i="1" spc="2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không phải là bảo mật</a:t>
            </a:r>
            <a:endParaRPr lang="en-US" altLang="en-GB" sz="2400" b="1" spc="200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endParaRPr lang="en-US" altLang="en-GB" sz="240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endParaRPr lang="en-US" altLang="en-GB" sz="240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490" y="80010"/>
            <a:ext cx="3319780" cy="498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Giải Ph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p và Kết Luận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351790" y="1063625"/>
            <a:ext cx="9049385" cy="6927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20000"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Ví dụ về đoạn code bị lỗi 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905" y="2446655"/>
            <a:ext cx="6607175" cy="2489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63982" y="54430"/>
            <a:ext cx="12084474" cy="6727371"/>
          </a:xfrm>
          <a:prstGeom prst="frame">
            <a:avLst>
              <a:gd name="adj1" fmla="val 198"/>
            </a:avLst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412" y="103524"/>
            <a:ext cx="572921" cy="5729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altLang="zh-CN" sz="3200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>
            <a:off x="618490" y="80010"/>
            <a:ext cx="3319780" cy="498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Giải Ph</a:t>
            </a:r>
            <a:r>
              <a:rPr lang="en-US" altLang="en-US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á</a:t>
            </a: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p và Kết Luận</a:t>
            </a:r>
            <a:endParaRPr lang="zh-CN" altLang="en-US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8739" y="666920"/>
            <a:ext cx="38584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3379" y="630921"/>
            <a:ext cx="252000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5848350" y="5627067"/>
            <a:ext cx="550862" cy="2093913"/>
          </a:xfrm>
          <a:custGeom>
            <a:avLst/>
            <a:gdLst>
              <a:gd name="T0" fmla="*/ 128 w 130"/>
              <a:gd name="T1" fmla="*/ 0 h 494"/>
              <a:gd name="T2" fmla="*/ 129 w 130"/>
              <a:gd name="T3" fmla="*/ 4 h 494"/>
              <a:gd name="T4" fmla="*/ 129 w 130"/>
              <a:gd name="T5" fmla="*/ 429 h 494"/>
              <a:gd name="T6" fmla="*/ 65 w 130"/>
              <a:gd name="T7" fmla="*/ 494 h 494"/>
              <a:gd name="T8" fmla="*/ 1 w 130"/>
              <a:gd name="T9" fmla="*/ 430 h 494"/>
              <a:gd name="T10" fmla="*/ 0 w 130"/>
              <a:gd name="T11" fmla="*/ 5 h 494"/>
              <a:gd name="T12" fmla="*/ 0 w 130"/>
              <a:gd name="T13" fmla="*/ 0 h 494"/>
              <a:gd name="T14" fmla="*/ 64 w 130"/>
              <a:gd name="T15" fmla="*/ 6 h 494"/>
              <a:gd name="T16" fmla="*/ 128 w 130"/>
              <a:gd name="T17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494">
                <a:moveTo>
                  <a:pt x="128" y="0"/>
                </a:moveTo>
                <a:cubicBezTo>
                  <a:pt x="128" y="1"/>
                  <a:pt x="129" y="3"/>
                  <a:pt x="129" y="4"/>
                </a:cubicBezTo>
                <a:cubicBezTo>
                  <a:pt x="129" y="429"/>
                  <a:pt x="129" y="429"/>
                  <a:pt x="129" y="429"/>
                </a:cubicBezTo>
                <a:cubicBezTo>
                  <a:pt x="130" y="465"/>
                  <a:pt x="101" y="494"/>
                  <a:pt x="65" y="494"/>
                </a:cubicBezTo>
                <a:cubicBezTo>
                  <a:pt x="30" y="494"/>
                  <a:pt x="1" y="465"/>
                  <a:pt x="1" y="430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0" y="2"/>
                  <a:pt x="0" y="0"/>
                </a:cubicBezTo>
                <a:cubicBezTo>
                  <a:pt x="21" y="4"/>
                  <a:pt x="42" y="6"/>
                  <a:pt x="64" y="6"/>
                </a:cubicBezTo>
                <a:cubicBezTo>
                  <a:pt x="86" y="6"/>
                  <a:pt x="107" y="4"/>
                  <a:pt x="128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Freeform 8"/>
          <p:cNvSpPr/>
          <p:nvPr/>
        </p:nvSpPr>
        <p:spPr bwMode="auto">
          <a:xfrm>
            <a:off x="5673725" y="5838205"/>
            <a:ext cx="895350" cy="1390650"/>
          </a:xfrm>
          <a:custGeom>
            <a:avLst/>
            <a:gdLst>
              <a:gd name="T0" fmla="*/ 211 w 211"/>
              <a:gd name="T1" fmla="*/ 260 h 328"/>
              <a:gd name="T2" fmla="*/ 144 w 211"/>
              <a:gd name="T3" fmla="*/ 327 h 328"/>
              <a:gd name="T4" fmla="*/ 68 w 211"/>
              <a:gd name="T5" fmla="*/ 328 h 328"/>
              <a:gd name="T6" fmla="*/ 0 w 211"/>
              <a:gd name="T7" fmla="*/ 261 h 328"/>
              <a:gd name="T8" fmla="*/ 0 w 211"/>
              <a:gd name="T9" fmla="*/ 67 h 328"/>
              <a:gd name="T10" fmla="*/ 67 w 211"/>
              <a:gd name="T11" fmla="*/ 0 h 328"/>
              <a:gd name="T12" fmla="*/ 144 w 211"/>
              <a:gd name="T13" fmla="*/ 0 h 328"/>
              <a:gd name="T14" fmla="*/ 211 w 211"/>
              <a:gd name="T15" fmla="*/ 67 h 328"/>
              <a:gd name="T16" fmla="*/ 211 w 211"/>
              <a:gd name="T17" fmla="*/ 26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328">
                <a:moveTo>
                  <a:pt x="211" y="260"/>
                </a:moveTo>
                <a:cubicBezTo>
                  <a:pt x="211" y="297"/>
                  <a:pt x="181" y="327"/>
                  <a:pt x="144" y="327"/>
                </a:cubicBezTo>
                <a:cubicBezTo>
                  <a:pt x="68" y="328"/>
                  <a:pt x="68" y="328"/>
                  <a:pt x="68" y="328"/>
                </a:cubicBezTo>
                <a:cubicBezTo>
                  <a:pt x="31" y="328"/>
                  <a:pt x="1" y="298"/>
                  <a:pt x="0" y="261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31"/>
                  <a:pt x="30" y="0"/>
                  <a:pt x="67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81" y="0"/>
                  <a:pt x="211" y="30"/>
                  <a:pt x="211" y="67"/>
                </a:cubicBezTo>
                <a:lnTo>
                  <a:pt x="211" y="26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2"/>
            </p:custDataLst>
          </p:nvPr>
        </p:nvSpPr>
        <p:spPr>
          <a:xfrm>
            <a:off x="351790" y="1063625"/>
            <a:ext cx="9049385" cy="6927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20000"/>
          </a:bodyPr>
          <a:lstStyle/>
          <a:p>
            <a:pPr indent="457200" algn="l">
              <a:lnSpc>
                <a:spcPct val="110000"/>
              </a:lnSpc>
            </a:pPr>
            <a:r>
              <a:rPr lang="en-US" altLang="en-GB" sz="24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Ví dụ về đoạn code đã được sửa lỗi </a:t>
            </a:r>
            <a:endParaRPr lang="en-US" altLang="en-GB" sz="240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155" y="1756410"/>
            <a:ext cx="9391650" cy="464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4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  <p:bldP spid="13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矩形: 圆角 1110"/>
          <p:cNvSpPr/>
          <p:nvPr/>
        </p:nvSpPr>
        <p:spPr>
          <a:xfrm>
            <a:off x="3459504" y="1854846"/>
            <a:ext cx="5343183" cy="3028361"/>
          </a:xfrm>
          <a:prstGeom prst="roundRect">
            <a:avLst/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2" name="Oval 893"/>
          <p:cNvSpPr>
            <a:spLocks noChangeArrowheads="1"/>
          </p:cNvSpPr>
          <p:nvPr/>
        </p:nvSpPr>
        <p:spPr bwMode="auto">
          <a:xfrm>
            <a:off x="4055162" y="1867703"/>
            <a:ext cx="382587" cy="384175"/>
          </a:xfrm>
          <a:prstGeom prst="ellipse">
            <a:avLst/>
          </a:prstGeom>
          <a:solidFill>
            <a:srgbClr val="F3F3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" name="Oval 894"/>
          <p:cNvSpPr>
            <a:spLocks noChangeArrowheads="1"/>
          </p:cNvSpPr>
          <p:nvPr/>
        </p:nvSpPr>
        <p:spPr bwMode="auto">
          <a:xfrm>
            <a:off x="7720722" y="4521314"/>
            <a:ext cx="468312" cy="469900"/>
          </a:xfrm>
          <a:prstGeom prst="ellipse">
            <a:avLst/>
          </a:prstGeom>
          <a:solidFill>
            <a:srgbClr val="F3F3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" name="Oval 895"/>
          <p:cNvSpPr>
            <a:spLocks noChangeArrowheads="1"/>
          </p:cNvSpPr>
          <p:nvPr/>
        </p:nvSpPr>
        <p:spPr bwMode="auto">
          <a:xfrm>
            <a:off x="8427160" y="4226039"/>
            <a:ext cx="557212" cy="555625"/>
          </a:xfrm>
          <a:prstGeom prst="ellipse">
            <a:avLst/>
          </a:prstGeom>
          <a:solidFill>
            <a:srgbClr val="F3F3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" name="Oval 896"/>
          <p:cNvSpPr>
            <a:spLocks noChangeArrowheads="1"/>
          </p:cNvSpPr>
          <p:nvPr/>
        </p:nvSpPr>
        <p:spPr bwMode="auto">
          <a:xfrm>
            <a:off x="8074735" y="4399077"/>
            <a:ext cx="555625" cy="555625"/>
          </a:xfrm>
          <a:prstGeom prst="ellipse">
            <a:avLst/>
          </a:prstGeom>
          <a:solidFill>
            <a:srgbClr val="F3F3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" name="Oval 897"/>
          <p:cNvSpPr>
            <a:spLocks noChangeArrowheads="1"/>
          </p:cNvSpPr>
          <p:nvPr/>
        </p:nvSpPr>
        <p:spPr bwMode="auto">
          <a:xfrm>
            <a:off x="3678055" y="1597387"/>
            <a:ext cx="785812" cy="787400"/>
          </a:xfrm>
          <a:prstGeom prst="ellipse">
            <a:avLst/>
          </a:prstGeom>
          <a:solidFill>
            <a:srgbClr val="F3F3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7" name="Oval 898"/>
          <p:cNvSpPr>
            <a:spLocks noChangeArrowheads="1"/>
          </p:cNvSpPr>
          <p:nvPr/>
        </p:nvSpPr>
        <p:spPr bwMode="auto">
          <a:xfrm>
            <a:off x="8117597" y="5019789"/>
            <a:ext cx="150812" cy="152400"/>
          </a:xfrm>
          <a:prstGeom prst="ellipse">
            <a:avLst/>
          </a:prstGeom>
          <a:solidFill>
            <a:srgbClr val="F3F3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8" name="Oval 899"/>
          <p:cNvSpPr>
            <a:spLocks noChangeArrowheads="1"/>
          </p:cNvSpPr>
          <p:nvPr/>
        </p:nvSpPr>
        <p:spPr bwMode="auto">
          <a:xfrm>
            <a:off x="3572562" y="1218416"/>
            <a:ext cx="187325" cy="195263"/>
          </a:xfrm>
          <a:prstGeom prst="ellipse">
            <a:avLst/>
          </a:prstGeom>
          <a:solidFill>
            <a:srgbClr val="F3F3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9" name="Oval 900"/>
          <p:cNvSpPr>
            <a:spLocks noChangeArrowheads="1"/>
          </p:cNvSpPr>
          <p:nvPr/>
        </p:nvSpPr>
        <p:spPr bwMode="auto">
          <a:xfrm>
            <a:off x="7474660" y="5019789"/>
            <a:ext cx="231775" cy="231775"/>
          </a:xfrm>
          <a:prstGeom prst="ellipse">
            <a:avLst/>
          </a:prstGeom>
          <a:solidFill>
            <a:srgbClr val="F3F3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0" name="Oval 901"/>
          <p:cNvSpPr>
            <a:spLocks noChangeArrowheads="1"/>
          </p:cNvSpPr>
          <p:nvPr/>
        </p:nvSpPr>
        <p:spPr bwMode="auto">
          <a:xfrm>
            <a:off x="4242487" y="1493053"/>
            <a:ext cx="115887" cy="107950"/>
          </a:xfrm>
          <a:prstGeom prst="ellipse">
            <a:avLst/>
          </a:prstGeom>
          <a:solidFill>
            <a:srgbClr val="F3F3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1" name="Oval 902"/>
          <p:cNvSpPr>
            <a:spLocks noChangeArrowheads="1"/>
          </p:cNvSpPr>
          <p:nvPr/>
        </p:nvSpPr>
        <p:spPr bwMode="auto">
          <a:xfrm>
            <a:off x="8673222" y="4903902"/>
            <a:ext cx="57150" cy="58738"/>
          </a:xfrm>
          <a:prstGeom prst="ellipse">
            <a:avLst/>
          </a:prstGeom>
          <a:solidFill>
            <a:srgbClr val="F3F3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2" name="Oval 903"/>
          <p:cNvSpPr>
            <a:spLocks noChangeArrowheads="1"/>
          </p:cNvSpPr>
          <p:nvPr/>
        </p:nvSpPr>
        <p:spPr bwMode="auto">
          <a:xfrm>
            <a:off x="3108076" y="1674209"/>
            <a:ext cx="85725" cy="93663"/>
          </a:xfrm>
          <a:prstGeom prst="ellipse">
            <a:avLst/>
          </a:prstGeom>
          <a:solidFill>
            <a:srgbClr val="F3F3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2" name="Freeform 913"/>
          <p:cNvSpPr/>
          <p:nvPr/>
        </p:nvSpPr>
        <p:spPr bwMode="auto">
          <a:xfrm>
            <a:off x="10472738" y="2093862"/>
            <a:ext cx="223837" cy="231775"/>
          </a:xfrm>
          <a:custGeom>
            <a:avLst/>
            <a:gdLst>
              <a:gd name="T0" fmla="*/ 12 w 31"/>
              <a:gd name="T1" fmla="*/ 10 h 32"/>
              <a:gd name="T2" fmla="*/ 14 w 31"/>
              <a:gd name="T3" fmla="*/ 3 h 32"/>
              <a:gd name="T4" fmla="*/ 18 w 31"/>
              <a:gd name="T5" fmla="*/ 3 h 32"/>
              <a:gd name="T6" fmla="*/ 20 w 31"/>
              <a:gd name="T7" fmla="*/ 10 h 32"/>
              <a:gd name="T8" fmla="*/ 22 w 31"/>
              <a:gd name="T9" fmla="*/ 12 h 32"/>
              <a:gd name="T10" fmla="*/ 29 w 31"/>
              <a:gd name="T11" fmla="*/ 14 h 32"/>
              <a:gd name="T12" fmla="*/ 29 w 31"/>
              <a:gd name="T13" fmla="*/ 18 h 32"/>
              <a:gd name="T14" fmla="*/ 22 w 31"/>
              <a:gd name="T15" fmla="*/ 20 h 32"/>
              <a:gd name="T16" fmla="*/ 20 w 31"/>
              <a:gd name="T17" fmla="*/ 22 h 32"/>
              <a:gd name="T18" fmla="*/ 18 w 31"/>
              <a:gd name="T19" fmla="*/ 29 h 32"/>
              <a:gd name="T20" fmla="*/ 14 w 31"/>
              <a:gd name="T21" fmla="*/ 29 h 32"/>
              <a:gd name="T22" fmla="*/ 12 w 31"/>
              <a:gd name="T23" fmla="*/ 22 h 32"/>
              <a:gd name="T24" fmla="*/ 10 w 31"/>
              <a:gd name="T25" fmla="*/ 20 h 32"/>
              <a:gd name="T26" fmla="*/ 2 w 31"/>
              <a:gd name="T27" fmla="*/ 18 h 32"/>
              <a:gd name="T28" fmla="*/ 2 w 31"/>
              <a:gd name="T29" fmla="*/ 14 h 32"/>
              <a:gd name="T30" fmla="*/ 10 w 31"/>
              <a:gd name="T31" fmla="*/ 12 h 32"/>
              <a:gd name="T32" fmla="*/ 12 w 31"/>
              <a:gd name="T33" fmla="*/ 1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1" h="32">
                <a:moveTo>
                  <a:pt x="12" y="10"/>
                </a:moveTo>
                <a:cubicBezTo>
                  <a:pt x="14" y="3"/>
                  <a:pt x="14" y="3"/>
                  <a:pt x="14" y="3"/>
                </a:cubicBezTo>
                <a:cubicBezTo>
                  <a:pt x="14" y="0"/>
                  <a:pt x="17" y="0"/>
                  <a:pt x="18" y="3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1"/>
                  <a:pt x="21" y="12"/>
                  <a:pt x="22" y="12"/>
                </a:cubicBezTo>
                <a:cubicBezTo>
                  <a:pt x="29" y="14"/>
                  <a:pt x="29" y="14"/>
                  <a:pt x="29" y="14"/>
                </a:cubicBezTo>
                <a:cubicBezTo>
                  <a:pt x="31" y="14"/>
                  <a:pt x="31" y="18"/>
                  <a:pt x="29" y="18"/>
                </a:cubicBezTo>
                <a:cubicBezTo>
                  <a:pt x="22" y="20"/>
                  <a:pt x="22" y="20"/>
                  <a:pt x="22" y="20"/>
                </a:cubicBezTo>
                <a:cubicBezTo>
                  <a:pt x="21" y="20"/>
                  <a:pt x="20" y="21"/>
                  <a:pt x="20" y="22"/>
                </a:cubicBezTo>
                <a:cubicBezTo>
                  <a:pt x="18" y="29"/>
                  <a:pt x="18" y="29"/>
                  <a:pt x="18" y="29"/>
                </a:cubicBezTo>
                <a:cubicBezTo>
                  <a:pt x="17" y="32"/>
                  <a:pt x="14" y="32"/>
                  <a:pt x="14" y="29"/>
                </a:cubicBezTo>
                <a:cubicBezTo>
                  <a:pt x="12" y="22"/>
                  <a:pt x="12" y="22"/>
                  <a:pt x="12" y="22"/>
                </a:cubicBezTo>
                <a:cubicBezTo>
                  <a:pt x="11" y="21"/>
                  <a:pt x="11" y="20"/>
                  <a:pt x="10" y="20"/>
                </a:cubicBezTo>
                <a:cubicBezTo>
                  <a:pt x="2" y="18"/>
                  <a:pt x="2" y="18"/>
                  <a:pt x="2" y="18"/>
                </a:cubicBezTo>
                <a:cubicBezTo>
                  <a:pt x="0" y="18"/>
                  <a:pt x="0" y="14"/>
                  <a:pt x="2" y="14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2" y="1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3" name="Freeform 914"/>
          <p:cNvSpPr/>
          <p:nvPr/>
        </p:nvSpPr>
        <p:spPr bwMode="auto">
          <a:xfrm>
            <a:off x="1835051" y="3131858"/>
            <a:ext cx="223837" cy="223838"/>
          </a:xfrm>
          <a:custGeom>
            <a:avLst/>
            <a:gdLst>
              <a:gd name="T0" fmla="*/ 11 w 31"/>
              <a:gd name="T1" fmla="*/ 9 h 31"/>
              <a:gd name="T2" fmla="*/ 13 w 31"/>
              <a:gd name="T3" fmla="*/ 2 h 31"/>
              <a:gd name="T4" fmla="*/ 17 w 31"/>
              <a:gd name="T5" fmla="*/ 2 h 31"/>
              <a:gd name="T6" fmla="*/ 19 w 31"/>
              <a:gd name="T7" fmla="*/ 9 h 31"/>
              <a:gd name="T8" fmla="*/ 21 w 31"/>
              <a:gd name="T9" fmla="*/ 11 h 31"/>
              <a:gd name="T10" fmla="*/ 29 w 31"/>
              <a:gd name="T11" fmla="*/ 13 h 31"/>
              <a:gd name="T12" fmla="*/ 29 w 31"/>
              <a:gd name="T13" fmla="*/ 17 h 31"/>
              <a:gd name="T14" fmla="*/ 21 w 31"/>
              <a:gd name="T15" fmla="*/ 19 h 31"/>
              <a:gd name="T16" fmla="*/ 19 w 31"/>
              <a:gd name="T17" fmla="*/ 21 h 31"/>
              <a:gd name="T18" fmla="*/ 17 w 31"/>
              <a:gd name="T19" fmla="*/ 29 h 31"/>
              <a:gd name="T20" fmla="*/ 13 w 31"/>
              <a:gd name="T21" fmla="*/ 29 h 31"/>
              <a:gd name="T22" fmla="*/ 11 w 31"/>
              <a:gd name="T23" fmla="*/ 21 h 31"/>
              <a:gd name="T24" fmla="*/ 9 w 31"/>
              <a:gd name="T25" fmla="*/ 19 h 31"/>
              <a:gd name="T26" fmla="*/ 2 w 31"/>
              <a:gd name="T27" fmla="*/ 17 h 31"/>
              <a:gd name="T28" fmla="*/ 2 w 31"/>
              <a:gd name="T29" fmla="*/ 13 h 31"/>
              <a:gd name="T30" fmla="*/ 9 w 31"/>
              <a:gd name="T31" fmla="*/ 11 h 31"/>
              <a:gd name="T32" fmla="*/ 11 w 31"/>
              <a:gd name="T33" fmla="*/ 9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1" h="31">
                <a:moveTo>
                  <a:pt x="11" y="9"/>
                </a:moveTo>
                <a:cubicBezTo>
                  <a:pt x="13" y="2"/>
                  <a:pt x="13" y="2"/>
                  <a:pt x="13" y="2"/>
                </a:cubicBezTo>
                <a:cubicBezTo>
                  <a:pt x="14" y="0"/>
                  <a:pt x="17" y="0"/>
                  <a:pt x="17" y="2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10"/>
                  <a:pt x="20" y="11"/>
                  <a:pt x="21" y="11"/>
                </a:cubicBezTo>
                <a:cubicBezTo>
                  <a:pt x="29" y="13"/>
                  <a:pt x="29" y="13"/>
                  <a:pt x="29" y="13"/>
                </a:cubicBezTo>
                <a:cubicBezTo>
                  <a:pt x="31" y="14"/>
                  <a:pt x="31" y="17"/>
                  <a:pt x="29" y="17"/>
                </a:cubicBezTo>
                <a:cubicBezTo>
                  <a:pt x="21" y="19"/>
                  <a:pt x="21" y="19"/>
                  <a:pt x="21" y="19"/>
                </a:cubicBezTo>
                <a:cubicBezTo>
                  <a:pt x="20" y="20"/>
                  <a:pt x="20" y="20"/>
                  <a:pt x="19" y="21"/>
                </a:cubicBezTo>
                <a:cubicBezTo>
                  <a:pt x="17" y="29"/>
                  <a:pt x="17" y="29"/>
                  <a:pt x="17" y="29"/>
                </a:cubicBezTo>
                <a:cubicBezTo>
                  <a:pt x="17" y="31"/>
                  <a:pt x="14" y="31"/>
                  <a:pt x="13" y="29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0"/>
                  <a:pt x="10" y="20"/>
                  <a:pt x="9" y="19"/>
                </a:cubicBezTo>
                <a:cubicBezTo>
                  <a:pt x="2" y="17"/>
                  <a:pt x="2" y="17"/>
                  <a:pt x="2" y="17"/>
                </a:cubicBezTo>
                <a:cubicBezTo>
                  <a:pt x="0" y="17"/>
                  <a:pt x="0" y="14"/>
                  <a:pt x="2" y="13"/>
                </a:cubicBezTo>
                <a:cubicBezTo>
                  <a:pt x="9" y="11"/>
                  <a:pt x="9" y="11"/>
                  <a:pt x="9" y="11"/>
                </a:cubicBezTo>
                <a:cubicBezTo>
                  <a:pt x="10" y="11"/>
                  <a:pt x="11" y="10"/>
                  <a:pt x="11" y="9"/>
                </a:cubicBezTo>
                <a:close/>
              </a:path>
            </a:pathLst>
          </a:custGeom>
          <a:solidFill>
            <a:srgbClr val="F488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4" name="Freeform 915"/>
          <p:cNvSpPr/>
          <p:nvPr/>
        </p:nvSpPr>
        <p:spPr bwMode="auto">
          <a:xfrm>
            <a:off x="10588625" y="4168246"/>
            <a:ext cx="107950" cy="115888"/>
          </a:xfrm>
          <a:custGeom>
            <a:avLst/>
            <a:gdLst>
              <a:gd name="T0" fmla="*/ 5 w 15"/>
              <a:gd name="T1" fmla="*/ 5 h 16"/>
              <a:gd name="T2" fmla="*/ 6 w 15"/>
              <a:gd name="T3" fmla="*/ 1 h 16"/>
              <a:gd name="T4" fmla="*/ 8 w 15"/>
              <a:gd name="T5" fmla="*/ 1 h 16"/>
              <a:gd name="T6" fmla="*/ 9 w 15"/>
              <a:gd name="T7" fmla="*/ 5 h 16"/>
              <a:gd name="T8" fmla="*/ 10 w 15"/>
              <a:gd name="T9" fmla="*/ 6 h 16"/>
              <a:gd name="T10" fmla="*/ 14 w 15"/>
              <a:gd name="T11" fmla="*/ 7 h 16"/>
              <a:gd name="T12" fmla="*/ 14 w 15"/>
              <a:gd name="T13" fmla="*/ 9 h 16"/>
              <a:gd name="T14" fmla="*/ 10 w 15"/>
              <a:gd name="T15" fmla="*/ 10 h 16"/>
              <a:gd name="T16" fmla="*/ 9 w 15"/>
              <a:gd name="T17" fmla="*/ 11 h 16"/>
              <a:gd name="T18" fmla="*/ 8 w 15"/>
              <a:gd name="T19" fmla="*/ 15 h 16"/>
              <a:gd name="T20" fmla="*/ 6 w 15"/>
              <a:gd name="T21" fmla="*/ 15 h 16"/>
              <a:gd name="T22" fmla="*/ 5 w 15"/>
              <a:gd name="T23" fmla="*/ 11 h 16"/>
              <a:gd name="T24" fmla="*/ 5 w 15"/>
              <a:gd name="T25" fmla="*/ 10 h 16"/>
              <a:gd name="T26" fmla="*/ 1 w 15"/>
              <a:gd name="T27" fmla="*/ 9 h 16"/>
              <a:gd name="T28" fmla="*/ 1 w 15"/>
              <a:gd name="T29" fmla="*/ 7 h 16"/>
              <a:gd name="T30" fmla="*/ 5 w 15"/>
              <a:gd name="T31" fmla="*/ 6 h 16"/>
              <a:gd name="T32" fmla="*/ 5 w 15"/>
              <a:gd name="T33" fmla="*/ 5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" h="16">
                <a:moveTo>
                  <a:pt x="5" y="5"/>
                </a:moveTo>
                <a:cubicBezTo>
                  <a:pt x="6" y="1"/>
                  <a:pt x="6" y="1"/>
                  <a:pt x="6" y="1"/>
                </a:cubicBezTo>
                <a:cubicBezTo>
                  <a:pt x="7" y="0"/>
                  <a:pt x="8" y="0"/>
                  <a:pt x="8" y="1"/>
                </a:cubicBezTo>
                <a:cubicBezTo>
                  <a:pt x="9" y="5"/>
                  <a:pt x="9" y="5"/>
                  <a:pt x="9" y="5"/>
                </a:cubicBezTo>
                <a:cubicBezTo>
                  <a:pt x="10" y="6"/>
                  <a:pt x="10" y="6"/>
                  <a:pt x="10" y="6"/>
                </a:cubicBezTo>
                <a:cubicBezTo>
                  <a:pt x="14" y="7"/>
                  <a:pt x="14" y="7"/>
                  <a:pt x="14" y="7"/>
                </a:cubicBezTo>
                <a:cubicBezTo>
                  <a:pt x="15" y="7"/>
                  <a:pt x="15" y="9"/>
                  <a:pt x="14" y="9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1"/>
                  <a:pt x="9" y="11"/>
                </a:cubicBezTo>
                <a:cubicBezTo>
                  <a:pt x="8" y="15"/>
                  <a:pt x="8" y="15"/>
                  <a:pt x="8" y="15"/>
                </a:cubicBezTo>
                <a:cubicBezTo>
                  <a:pt x="8" y="16"/>
                  <a:pt x="7" y="16"/>
                  <a:pt x="6" y="15"/>
                </a:cubicBezTo>
                <a:cubicBezTo>
                  <a:pt x="5" y="11"/>
                  <a:pt x="5" y="11"/>
                  <a:pt x="5" y="11"/>
                </a:cubicBezTo>
                <a:cubicBezTo>
                  <a:pt x="5" y="11"/>
                  <a:pt x="5" y="10"/>
                  <a:pt x="5" y="10"/>
                </a:cubicBezTo>
                <a:cubicBezTo>
                  <a:pt x="1" y="9"/>
                  <a:pt x="1" y="9"/>
                  <a:pt x="1" y="9"/>
                </a:cubicBezTo>
                <a:cubicBezTo>
                  <a:pt x="0" y="9"/>
                  <a:pt x="0" y="7"/>
                  <a:pt x="1" y="7"/>
                </a:cubicBezTo>
                <a:cubicBezTo>
                  <a:pt x="5" y="6"/>
                  <a:pt x="5" y="6"/>
                  <a:pt x="5" y="6"/>
                </a:cubicBezTo>
                <a:cubicBezTo>
                  <a:pt x="5" y="6"/>
                  <a:pt x="5" y="6"/>
                  <a:pt x="5" y="5"/>
                </a:cubicBezTo>
                <a:close/>
              </a:path>
            </a:pathLst>
          </a:custGeom>
          <a:solidFill>
            <a:srgbClr val="E1616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5" name="Freeform 916"/>
          <p:cNvSpPr/>
          <p:nvPr/>
        </p:nvSpPr>
        <p:spPr bwMode="auto">
          <a:xfrm>
            <a:off x="10494169" y="875488"/>
            <a:ext cx="188912" cy="195263"/>
          </a:xfrm>
          <a:custGeom>
            <a:avLst/>
            <a:gdLst>
              <a:gd name="T0" fmla="*/ 9 w 26"/>
              <a:gd name="T1" fmla="*/ 9 h 27"/>
              <a:gd name="T2" fmla="*/ 11 w 26"/>
              <a:gd name="T3" fmla="*/ 2 h 27"/>
              <a:gd name="T4" fmla="*/ 15 w 26"/>
              <a:gd name="T5" fmla="*/ 2 h 27"/>
              <a:gd name="T6" fmla="*/ 17 w 26"/>
              <a:gd name="T7" fmla="*/ 9 h 27"/>
              <a:gd name="T8" fmla="*/ 18 w 26"/>
              <a:gd name="T9" fmla="*/ 10 h 27"/>
              <a:gd name="T10" fmla="*/ 24 w 26"/>
              <a:gd name="T11" fmla="*/ 12 h 27"/>
              <a:gd name="T12" fmla="*/ 24 w 26"/>
              <a:gd name="T13" fmla="*/ 15 h 27"/>
              <a:gd name="T14" fmla="*/ 18 w 26"/>
              <a:gd name="T15" fmla="*/ 17 h 27"/>
              <a:gd name="T16" fmla="*/ 17 w 26"/>
              <a:gd name="T17" fmla="*/ 18 h 27"/>
              <a:gd name="T18" fmla="*/ 15 w 26"/>
              <a:gd name="T19" fmla="*/ 25 h 27"/>
              <a:gd name="T20" fmla="*/ 11 w 26"/>
              <a:gd name="T21" fmla="*/ 25 h 27"/>
              <a:gd name="T22" fmla="*/ 9 w 26"/>
              <a:gd name="T23" fmla="*/ 18 h 27"/>
              <a:gd name="T24" fmla="*/ 8 w 26"/>
              <a:gd name="T25" fmla="*/ 17 h 27"/>
              <a:gd name="T26" fmla="*/ 2 w 26"/>
              <a:gd name="T27" fmla="*/ 15 h 27"/>
              <a:gd name="T28" fmla="*/ 2 w 26"/>
              <a:gd name="T29" fmla="*/ 12 h 27"/>
              <a:gd name="T30" fmla="*/ 8 w 26"/>
              <a:gd name="T31" fmla="*/ 10 h 27"/>
              <a:gd name="T32" fmla="*/ 9 w 26"/>
              <a:gd name="T33" fmla="*/ 9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6" h="27">
                <a:moveTo>
                  <a:pt x="9" y="9"/>
                </a:moveTo>
                <a:cubicBezTo>
                  <a:pt x="11" y="2"/>
                  <a:pt x="11" y="2"/>
                  <a:pt x="11" y="2"/>
                </a:cubicBezTo>
                <a:cubicBezTo>
                  <a:pt x="12" y="0"/>
                  <a:pt x="14" y="0"/>
                  <a:pt x="15" y="2"/>
                </a:cubicBezTo>
                <a:cubicBezTo>
                  <a:pt x="17" y="9"/>
                  <a:pt x="17" y="9"/>
                  <a:pt x="17" y="9"/>
                </a:cubicBezTo>
                <a:cubicBezTo>
                  <a:pt x="17" y="9"/>
                  <a:pt x="17" y="10"/>
                  <a:pt x="18" y="10"/>
                </a:cubicBezTo>
                <a:cubicBezTo>
                  <a:pt x="24" y="12"/>
                  <a:pt x="24" y="12"/>
                  <a:pt x="24" y="12"/>
                </a:cubicBezTo>
                <a:cubicBezTo>
                  <a:pt x="26" y="12"/>
                  <a:pt x="26" y="15"/>
                  <a:pt x="24" y="15"/>
                </a:cubicBezTo>
                <a:cubicBezTo>
                  <a:pt x="18" y="17"/>
                  <a:pt x="18" y="17"/>
                  <a:pt x="18" y="17"/>
                </a:cubicBezTo>
                <a:cubicBezTo>
                  <a:pt x="17" y="17"/>
                  <a:pt x="17" y="18"/>
                  <a:pt x="17" y="18"/>
                </a:cubicBezTo>
                <a:cubicBezTo>
                  <a:pt x="15" y="25"/>
                  <a:pt x="15" y="25"/>
                  <a:pt x="15" y="25"/>
                </a:cubicBezTo>
                <a:cubicBezTo>
                  <a:pt x="14" y="27"/>
                  <a:pt x="12" y="27"/>
                  <a:pt x="11" y="25"/>
                </a:cubicBez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7"/>
                  <a:pt x="8" y="17"/>
                </a:cubicBezTo>
                <a:cubicBezTo>
                  <a:pt x="2" y="15"/>
                  <a:pt x="2" y="15"/>
                  <a:pt x="2" y="15"/>
                </a:cubicBezTo>
                <a:cubicBezTo>
                  <a:pt x="0" y="15"/>
                  <a:pt x="0" y="12"/>
                  <a:pt x="2" y="12"/>
                </a:cubicBezTo>
                <a:cubicBezTo>
                  <a:pt x="8" y="10"/>
                  <a:pt x="8" y="10"/>
                  <a:pt x="8" y="10"/>
                </a:cubicBezTo>
                <a:cubicBezTo>
                  <a:pt x="9" y="10"/>
                  <a:pt x="9" y="9"/>
                  <a:pt x="9" y="9"/>
                </a:cubicBezTo>
                <a:close/>
              </a:path>
            </a:pathLst>
          </a:custGeom>
          <a:solidFill>
            <a:srgbClr val="4B72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6" name="Freeform 917"/>
          <p:cNvSpPr/>
          <p:nvPr/>
        </p:nvSpPr>
        <p:spPr bwMode="auto">
          <a:xfrm>
            <a:off x="10971213" y="5825188"/>
            <a:ext cx="144462" cy="144463"/>
          </a:xfrm>
          <a:custGeom>
            <a:avLst/>
            <a:gdLst>
              <a:gd name="T0" fmla="*/ 7 w 20"/>
              <a:gd name="T1" fmla="*/ 6 h 20"/>
              <a:gd name="T2" fmla="*/ 9 w 20"/>
              <a:gd name="T3" fmla="*/ 1 h 20"/>
              <a:gd name="T4" fmla="*/ 11 w 20"/>
              <a:gd name="T5" fmla="*/ 1 h 20"/>
              <a:gd name="T6" fmla="*/ 13 w 20"/>
              <a:gd name="T7" fmla="*/ 6 h 20"/>
              <a:gd name="T8" fmla="*/ 14 w 20"/>
              <a:gd name="T9" fmla="*/ 7 h 20"/>
              <a:gd name="T10" fmla="*/ 19 w 20"/>
              <a:gd name="T11" fmla="*/ 9 h 20"/>
              <a:gd name="T12" fmla="*/ 19 w 20"/>
              <a:gd name="T13" fmla="*/ 11 h 20"/>
              <a:gd name="T14" fmla="*/ 14 w 20"/>
              <a:gd name="T15" fmla="*/ 13 h 20"/>
              <a:gd name="T16" fmla="*/ 13 w 20"/>
              <a:gd name="T17" fmla="*/ 14 h 20"/>
              <a:gd name="T18" fmla="*/ 11 w 20"/>
              <a:gd name="T19" fmla="*/ 18 h 20"/>
              <a:gd name="T20" fmla="*/ 9 w 20"/>
              <a:gd name="T21" fmla="*/ 18 h 20"/>
              <a:gd name="T22" fmla="*/ 7 w 20"/>
              <a:gd name="T23" fmla="*/ 14 h 20"/>
              <a:gd name="T24" fmla="*/ 6 w 20"/>
              <a:gd name="T25" fmla="*/ 13 h 20"/>
              <a:gd name="T26" fmla="*/ 2 w 20"/>
              <a:gd name="T27" fmla="*/ 11 h 20"/>
              <a:gd name="T28" fmla="*/ 2 w 20"/>
              <a:gd name="T29" fmla="*/ 9 h 20"/>
              <a:gd name="T30" fmla="*/ 6 w 20"/>
              <a:gd name="T31" fmla="*/ 7 h 20"/>
              <a:gd name="T32" fmla="*/ 7 w 20"/>
              <a:gd name="T33" fmla="*/ 6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0" h="20">
                <a:moveTo>
                  <a:pt x="7" y="6"/>
                </a:moveTo>
                <a:cubicBezTo>
                  <a:pt x="9" y="1"/>
                  <a:pt x="9" y="1"/>
                  <a:pt x="9" y="1"/>
                </a:cubicBezTo>
                <a:cubicBezTo>
                  <a:pt x="9" y="0"/>
                  <a:pt x="11" y="0"/>
                  <a:pt x="11" y="1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7"/>
                  <a:pt x="13" y="7"/>
                  <a:pt x="14" y="7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9"/>
                  <a:pt x="20" y="11"/>
                  <a:pt x="19" y="11"/>
                </a:cubicBezTo>
                <a:cubicBezTo>
                  <a:pt x="14" y="13"/>
                  <a:pt x="14" y="13"/>
                  <a:pt x="14" y="13"/>
                </a:cubicBezTo>
                <a:cubicBezTo>
                  <a:pt x="13" y="13"/>
                  <a:pt x="13" y="13"/>
                  <a:pt x="13" y="14"/>
                </a:cubicBezTo>
                <a:cubicBezTo>
                  <a:pt x="11" y="18"/>
                  <a:pt x="11" y="18"/>
                  <a:pt x="11" y="18"/>
                </a:cubicBezTo>
                <a:cubicBezTo>
                  <a:pt x="11" y="20"/>
                  <a:pt x="9" y="20"/>
                  <a:pt x="9" y="18"/>
                </a:cubicBezTo>
                <a:cubicBezTo>
                  <a:pt x="7" y="14"/>
                  <a:pt x="7" y="14"/>
                  <a:pt x="7" y="14"/>
                </a:cubicBezTo>
                <a:cubicBezTo>
                  <a:pt x="7" y="13"/>
                  <a:pt x="7" y="13"/>
                  <a:pt x="6" y="13"/>
                </a:cubicBezTo>
                <a:cubicBezTo>
                  <a:pt x="2" y="11"/>
                  <a:pt x="2" y="11"/>
                  <a:pt x="2" y="11"/>
                </a:cubicBezTo>
                <a:cubicBezTo>
                  <a:pt x="0" y="11"/>
                  <a:pt x="0" y="9"/>
                  <a:pt x="2" y="9"/>
                </a:cubicBezTo>
                <a:cubicBezTo>
                  <a:pt x="6" y="7"/>
                  <a:pt x="6" y="7"/>
                  <a:pt x="6" y="7"/>
                </a:cubicBezTo>
                <a:cubicBezTo>
                  <a:pt x="7" y="7"/>
                  <a:pt x="7" y="7"/>
                  <a:pt x="7" y="6"/>
                </a:cubicBezTo>
                <a:close/>
              </a:path>
            </a:pathLst>
          </a:custGeom>
          <a:solidFill>
            <a:srgbClr val="4BAB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7" name="Freeform 918"/>
          <p:cNvSpPr/>
          <p:nvPr/>
        </p:nvSpPr>
        <p:spPr bwMode="auto">
          <a:xfrm>
            <a:off x="7158038" y="347056"/>
            <a:ext cx="215900" cy="209550"/>
          </a:xfrm>
          <a:custGeom>
            <a:avLst/>
            <a:gdLst>
              <a:gd name="T0" fmla="*/ 11 w 30"/>
              <a:gd name="T1" fmla="*/ 9 h 29"/>
              <a:gd name="T2" fmla="*/ 13 w 30"/>
              <a:gd name="T3" fmla="*/ 2 h 29"/>
              <a:gd name="T4" fmla="*/ 17 w 30"/>
              <a:gd name="T5" fmla="*/ 2 h 29"/>
              <a:gd name="T6" fmla="*/ 19 w 30"/>
              <a:gd name="T7" fmla="*/ 9 h 29"/>
              <a:gd name="T8" fmla="*/ 21 w 30"/>
              <a:gd name="T9" fmla="*/ 10 h 29"/>
              <a:gd name="T10" fmla="*/ 28 w 30"/>
              <a:gd name="T11" fmla="*/ 12 h 29"/>
              <a:gd name="T12" fmla="*/ 28 w 30"/>
              <a:gd name="T13" fmla="*/ 16 h 29"/>
              <a:gd name="T14" fmla="*/ 21 w 30"/>
              <a:gd name="T15" fmla="*/ 18 h 29"/>
              <a:gd name="T16" fmla="*/ 19 w 30"/>
              <a:gd name="T17" fmla="*/ 20 h 29"/>
              <a:gd name="T18" fmla="*/ 17 w 30"/>
              <a:gd name="T19" fmla="*/ 27 h 29"/>
              <a:gd name="T20" fmla="*/ 13 w 30"/>
              <a:gd name="T21" fmla="*/ 27 h 29"/>
              <a:gd name="T22" fmla="*/ 11 w 30"/>
              <a:gd name="T23" fmla="*/ 20 h 29"/>
              <a:gd name="T24" fmla="*/ 10 w 30"/>
              <a:gd name="T25" fmla="*/ 18 h 29"/>
              <a:gd name="T26" fmla="*/ 3 w 30"/>
              <a:gd name="T27" fmla="*/ 16 h 29"/>
              <a:gd name="T28" fmla="*/ 3 w 30"/>
              <a:gd name="T29" fmla="*/ 12 h 29"/>
              <a:gd name="T30" fmla="*/ 10 w 30"/>
              <a:gd name="T31" fmla="*/ 10 h 29"/>
              <a:gd name="T32" fmla="*/ 11 w 30"/>
              <a:gd name="T33" fmla="*/ 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0" h="29">
                <a:moveTo>
                  <a:pt x="11" y="9"/>
                </a:moveTo>
                <a:cubicBezTo>
                  <a:pt x="13" y="2"/>
                  <a:pt x="13" y="2"/>
                  <a:pt x="13" y="2"/>
                </a:cubicBezTo>
                <a:cubicBezTo>
                  <a:pt x="14" y="0"/>
                  <a:pt x="17" y="0"/>
                  <a:pt x="17" y="2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10"/>
                  <a:pt x="20" y="10"/>
                  <a:pt x="21" y="10"/>
                </a:cubicBezTo>
                <a:cubicBezTo>
                  <a:pt x="28" y="12"/>
                  <a:pt x="28" y="12"/>
                  <a:pt x="28" y="12"/>
                </a:cubicBezTo>
                <a:cubicBezTo>
                  <a:pt x="30" y="13"/>
                  <a:pt x="30" y="16"/>
                  <a:pt x="28" y="16"/>
                </a:cubicBezTo>
                <a:cubicBezTo>
                  <a:pt x="21" y="18"/>
                  <a:pt x="21" y="18"/>
                  <a:pt x="21" y="18"/>
                </a:cubicBezTo>
                <a:cubicBezTo>
                  <a:pt x="20" y="19"/>
                  <a:pt x="19" y="19"/>
                  <a:pt x="19" y="20"/>
                </a:cubicBezTo>
                <a:cubicBezTo>
                  <a:pt x="17" y="27"/>
                  <a:pt x="17" y="27"/>
                  <a:pt x="17" y="27"/>
                </a:cubicBezTo>
                <a:cubicBezTo>
                  <a:pt x="17" y="29"/>
                  <a:pt x="14" y="29"/>
                  <a:pt x="13" y="27"/>
                </a:cubicBezTo>
                <a:cubicBezTo>
                  <a:pt x="11" y="20"/>
                  <a:pt x="11" y="20"/>
                  <a:pt x="11" y="20"/>
                </a:cubicBezTo>
                <a:cubicBezTo>
                  <a:pt x="11" y="19"/>
                  <a:pt x="11" y="19"/>
                  <a:pt x="10" y="18"/>
                </a:cubicBezTo>
                <a:cubicBezTo>
                  <a:pt x="3" y="16"/>
                  <a:pt x="3" y="16"/>
                  <a:pt x="3" y="16"/>
                </a:cubicBezTo>
                <a:cubicBezTo>
                  <a:pt x="0" y="16"/>
                  <a:pt x="0" y="13"/>
                  <a:pt x="3" y="12"/>
                </a:cubicBezTo>
                <a:cubicBezTo>
                  <a:pt x="10" y="10"/>
                  <a:pt x="10" y="10"/>
                  <a:pt x="10" y="10"/>
                </a:cubicBezTo>
                <a:cubicBezTo>
                  <a:pt x="11" y="10"/>
                  <a:pt x="11" y="10"/>
                  <a:pt x="11" y="9"/>
                </a:cubicBezTo>
                <a:close/>
              </a:path>
            </a:pathLst>
          </a:custGeom>
          <a:solidFill>
            <a:srgbClr val="4BAB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8" name="Freeform 919"/>
          <p:cNvSpPr/>
          <p:nvPr/>
        </p:nvSpPr>
        <p:spPr bwMode="auto">
          <a:xfrm>
            <a:off x="6105135" y="1179326"/>
            <a:ext cx="1077737" cy="1063510"/>
          </a:xfrm>
          <a:custGeom>
            <a:avLst/>
            <a:gdLst>
              <a:gd name="T0" fmla="*/ 126 w 200"/>
              <a:gd name="T1" fmla="*/ 191 h 197"/>
              <a:gd name="T2" fmla="*/ 125 w 200"/>
              <a:gd name="T3" fmla="*/ 191 h 197"/>
              <a:gd name="T4" fmla="*/ 125 w 200"/>
              <a:gd name="T5" fmla="*/ 182 h 197"/>
              <a:gd name="T6" fmla="*/ 133 w 200"/>
              <a:gd name="T7" fmla="*/ 182 h 197"/>
              <a:gd name="T8" fmla="*/ 134 w 200"/>
              <a:gd name="T9" fmla="*/ 182 h 197"/>
              <a:gd name="T10" fmla="*/ 137 w 200"/>
              <a:gd name="T11" fmla="*/ 178 h 197"/>
              <a:gd name="T12" fmla="*/ 137 w 200"/>
              <a:gd name="T13" fmla="*/ 178 h 197"/>
              <a:gd name="T14" fmla="*/ 136 w 200"/>
              <a:gd name="T15" fmla="*/ 169 h 197"/>
              <a:gd name="T16" fmla="*/ 145 w 200"/>
              <a:gd name="T17" fmla="*/ 169 h 197"/>
              <a:gd name="T18" fmla="*/ 146 w 200"/>
              <a:gd name="T19" fmla="*/ 169 h 197"/>
              <a:gd name="T20" fmla="*/ 150 w 200"/>
              <a:gd name="T21" fmla="*/ 165 h 197"/>
              <a:gd name="T22" fmla="*/ 149 w 200"/>
              <a:gd name="T23" fmla="*/ 164 h 197"/>
              <a:gd name="T24" fmla="*/ 149 w 200"/>
              <a:gd name="T25" fmla="*/ 155 h 197"/>
              <a:gd name="T26" fmla="*/ 158 w 200"/>
              <a:gd name="T27" fmla="*/ 155 h 197"/>
              <a:gd name="T28" fmla="*/ 158 w 200"/>
              <a:gd name="T29" fmla="*/ 156 h 197"/>
              <a:gd name="T30" fmla="*/ 162 w 200"/>
              <a:gd name="T31" fmla="*/ 151 h 197"/>
              <a:gd name="T32" fmla="*/ 162 w 200"/>
              <a:gd name="T33" fmla="*/ 150 h 197"/>
              <a:gd name="T34" fmla="*/ 161 w 200"/>
              <a:gd name="T35" fmla="*/ 142 h 197"/>
              <a:gd name="T36" fmla="*/ 170 w 200"/>
              <a:gd name="T37" fmla="*/ 141 h 197"/>
              <a:gd name="T38" fmla="*/ 171 w 200"/>
              <a:gd name="T39" fmla="*/ 142 h 197"/>
              <a:gd name="T40" fmla="*/ 175 w 200"/>
              <a:gd name="T41" fmla="*/ 137 h 197"/>
              <a:gd name="T42" fmla="*/ 174 w 200"/>
              <a:gd name="T43" fmla="*/ 136 h 197"/>
              <a:gd name="T44" fmla="*/ 174 w 200"/>
              <a:gd name="T45" fmla="*/ 128 h 197"/>
              <a:gd name="T46" fmla="*/ 183 w 200"/>
              <a:gd name="T47" fmla="*/ 127 h 197"/>
              <a:gd name="T48" fmla="*/ 183 w 200"/>
              <a:gd name="T49" fmla="*/ 128 h 197"/>
              <a:gd name="T50" fmla="*/ 187 w 200"/>
              <a:gd name="T51" fmla="*/ 123 h 197"/>
              <a:gd name="T52" fmla="*/ 187 w 200"/>
              <a:gd name="T53" fmla="*/ 122 h 197"/>
              <a:gd name="T54" fmla="*/ 186 w 200"/>
              <a:gd name="T55" fmla="*/ 114 h 197"/>
              <a:gd name="T56" fmla="*/ 195 w 200"/>
              <a:gd name="T57" fmla="*/ 113 h 197"/>
              <a:gd name="T58" fmla="*/ 196 w 200"/>
              <a:gd name="T59" fmla="*/ 114 h 197"/>
              <a:gd name="T60" fmla="*/ 200 w 200"/>
              <a:gd name="T61" fmla="*/ 109 h 197"/>
              <a:gd name="T62" fmla="*/ 79 w 200"/>
              <a:gd name="T63" fmla="*/ 0 h 197"/>
              <a:gd name="T64" fmla="*/ 0 w 200"/>
              <a:gd name="T65" fmla="*/ 88 h 197"/>
              <a:gd name="T66" fmla="*/ 121 w 200"/>
              <a:gd name="T67" fmla="*/ 197 h 197"/>
              <a:gd name="T68" fmla="*/ 126 w 200"/>
              <a:gd name="T69" fmla="*/ 191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00" h="197">
                <a:moveTo>
                  <a:pt x="126" y="191"/>
                </a:moveTo>
                <a:cubicBezTo>
                  <a:pt x="125" y="191"/>
                  <a:pt x="125" y="191"/>
                  <a:pt x="125" y="191"/>
                </a:cubicBezTo>
                <a:cubicBezTo>
                  <a:pt x="123" y="189"/>
                  <a:pt x="122" y="185"/>
                  <a:pt x="125" y="182"/>
                </a:cubicBezTo>
                <a:cubicBezTo>
                  <a:pt x="127" y="180"/>
                  <a:pt x="131" y="180"/>
                  <a:pt x="133" y="182"/>
                </a:cubicBezTo>
                <a:cubicBezTo>
                  <a:pt x="133" y="182"/>
                  <a:pt x="134" y="182"/>
                  <a:pt x="134" y="182"/>
                </a:cubicBezTo>
                <a:cubicBezTo>
                  <a:pt x="137" y="178"/>
                  <a:pt x="137" y="178"/>
                  <a:pt x="137" y="178"/>
                </a:cubicBezTo>
                <a:cubicBezTo>
                  <a:pt x="137" y="178"/>
                  <a:pt x="137" y="178"/>
                  <a:pt x="137" y="178"/>
                </a:cubicBezTo>
                <a:cubicBezTo>
                  <a:pt x="134" y="176"/>
                  <a:pt x="134" y="172"/>
                  <a:pt x="136" y="169"/>
                </a:cubicBezTo>
                <a:cubicBezTo>
                  <a:pt x="139" y="167"/>
                  <a:pt x="143" y="167"/>
                  <a:pt x="145" y="169"/>
                </a:cubicBezTo>
                <a:cubicBezTo>
                  <a:pt x="145" y="169"/>
                  <a:pt x="145" y="169"/>
                  <a:pt x="146" y="169"/>
                </a:cubicBezTo>
                <a:cubicBezTo>
                  <a:pt x="150" y="165"/>
                  <a:pt x="150" y="165"/>
                  <a:pt x="150" y="165"/>
                </a:cubicBezTo>
                <a:cubicBezTo>
                  <a:pt x="150" y="164"/>
                  <a:pt x="149" y="164"/>
                  <a:pt x="149" y="164"/>
                </a:cubicBezTo>
                <a:cubicBezTo>
                  <a:pt x="147" y="162"/>
                  <a:pt x="147" y="158"/>
                  <a:pt x="149" y="155"/>
                </a:cubicBezTo>
                <a:cubicBezTo>
                  <a:pt x="151" y="153"/>
                  <a:pt x="155" y="153"/>
                  <a:pt x="158" y="155"/>
                </a:cubicBezTo>
                <a:cubicBezTo>
                  <a:pt x="158" y="155"/>
                  <a:pt x="158" y="155"/>
                  <a:pt x="158" y="156"/>
                </a:cubicBezTo>
                <a:cubicBezTo>
                  <a:pt x="162" y="151"/>
                  <a:pt x="162" y="151"/>
                  <a:pt x="162" y="151"/>
                </a:cubicBezTo>
                <a:cubicBezTo>
                  <a:pt x="162" y="151"/>
                  <a:pt x="162" y="150"/>
                  <a:pt x="162" y="150"/>
                </a:cubicBezTo>
                <a:cubicBezTo>
                  <a:pt x="159" y="148"/>
                  <a:pt x="159" y="144"/>
                  <a:pt x="161" y="142"/>
                </a:cubicBezTo>
                <a:cubicBezTo>
                  <a:pt x="164" y="139"/>
                  <a:pt x="168" y="139"/>
                  <a:pt x="170" y="141"/>
                </a:cubicBezTo>
                <a:cubicBezTo>
                  <a:pt x="170" y="141"/>
                  <a:pt x="170" y="141"/>
                  <a:pt x="171" y="142"/>
                </a:cubicBezTo>
                <a:cubicBezTo>
                  <a:pt x="175" y="137"/>
                  <a:pt x="175" y="137"/>
                  <a:pt x="175" y="137"/>
                </a:cubicBezTo>
                <a:cubicBezTo>
                  <a:pt x="175" y="137"/>
                  <a:pt x="174" y="137"/>
                  <a:pt x="174" y="136"/>
                </a:cubicBezTo>
                <a:cubicBezTo>
                  <a:pt x="172" y="134"/>
                  <a:pt x="172" y="130"/>
                  <a:pt x="174" y="128"/>
                </a:cubicBezTo>
                <a:cubicBezTo>
                  <a:pt x="176" y="125"/>
                  <a:pt x="180" y="125"/>
                  <a:pt x="183" y="127"/>
                </a:cubicBezTo>
                <a:cubicBezTo>
                  <a:pt x="183" y="127"/>
                  <a:pt x="183" y="128"/>
                  <a:pt x="183" y="128"/>
                </a:cubicBezTo>
                <a:cubicBezTo>
                  <a:pt x="187" y="123"/>
                  <a:pt x="187" y="123"/>
                  <a:pt x="187" y="123"/>
                </a:cubicBezTo>
                <a:cubicBezTo>
                  <a:pt x="187" y="123"/>
                  <a:pt x="187" y="123"/>
                  <a:pt x="187" y="122"/>
                </a:cubicBezTo>
                <a:cubicBezTo>
                  <a:pt x="184" y="120"/>
                  <a:pt x="184" y="116"/>
                  <a:pt x="186" y="114"/>
                </a:cubicBezTo>
                <a:cubicBezTo>
                  <a:pt x="189" y="111"/>
                  <a:pt x="192" y="111"/>
                  <a:pt x="195" y="113"/>
                </a:cubicBezTo>
                <a:cubicBezTo>
                  <a:pt x="195" y="113"/>
                  <a:pt x="195" y="114"/>
                  <a:pt x="196" y="114"/>
                </a:cubicBezTo>
                <a:cubicBezTo>
                  <a:pt x="200" y="109"/>
                  <a:pt x="200" y="109"/>
                  <a:pt x="200" y="109"/>
                </a:cubicBezTo>
                <a:cubicBezTo>
                  <a:pt x="79" y="0"/>
                  <a:pt x="79" y="0"/>
                  <a:pt x="79" y="0"/>
                </a:cubicBezTo>
                <a:cubicBezTo>
                  <a:pt x="0" y="88"/>
                  <a:pt x="0" y="88"/>
                  <a:pt x="0" y="88"/>
                </a:cubicBezTo>
                <a:cubicBezTo>
                  <a:pt x="121" y="197"/>
                  <a:pt x="121" y="197"/>
                  <a:pt x="121" y="197"/>
                </a:cubicBezTo>
                <a:lnTo>
                  <a:pt x="126" y="191"/>
                </a:lnTo>
                <a:close/>
              </a:path>
            </a:pathLst>
          </a:custGeom>
          <a:solidFill>
            <a:srgbClr val="D0D1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08" name="组合 1107"/>
          <p:cNvGrpSpPr/>
          <p:nvPr/>
        </p:nvGrpSpPr>
        <p:grpSpPr>
          <a:xfrm>
            <a:off x="4081533" y="4386334"/>
            <a:ext cx="1825413" cy="1976231"/>
            <a:chOff x="1265238" y="4329113"/>
            <a:chExt cx="2228850" cy="2413000"/>
          </a:xfrm>
        </p:grpSpPr>
        <p:sp>
          <p:nvSpPr>
            <p:cNvPr id="930" name="Freeform 921"/>
            <p:cNvSpPr/>
            <p:nvPr/>
          </p:nvSpPr>
          <p:spPr bwMode="auto">
            <a:xfrm>
              <a:off x="1373188" y="5903913"/>
              <a:ext cx="411162" cy="490538"/>
            </a:xfrm>
            <a:custGeom>
              <a:avLst/>
              <a:gdLst>
                <a:gd name="T0" fmla="*/ 123 w 259"/>
                <a:gd name="T1" fmla="*/ 309 h 309"/>
                <a:gd name="T2" fmla="*/ 82 w 259"/>
                <a:gd name="T3" fmla="*/ 232 h 309"/>
                <a:gd name="T4" fmla="*/ 0 w 259"/>
                <a:gd name="T5" fmla="*/ 236 h 309"/>
                <a:gd name="T6" fmla="*/ 136 w 259"/>
                <a:gd name="T7" fmla="*/ 0 h 309"/>
                <a:gd name="T8" fmla="*/ 259 w 259"/>
                <a:gd name="T9" fmla="*/ 73 h 309"/>
                <a:gd name="T10" fmla="*/ 123 w 259"/>
                <a:gd name="T11" fmla="*/ 30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9" h="309">
                  <a:moveTo>
                    <a:pt x="123" y="309"/>
                  </a:moveTo>
                  <a:lnTo>
                    <a:pt x="82" y="232"/>
                  </a:lnTo>
                  <a:lnTo>
                    <a:pt x="0" y="236"/>
                  </a:lnTo>
                  <a:lnTo>
                    <a:pt x="136" y="0"/>
                  </a:lnTo>
                  <a:lnTo>
                    <a:pt x="259" y="73"/>
                  </a:lnTo>
                  <a:lnTo>
                    <a:pt x="123" y="309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1" name="Freeform 922"/>
            <p:cNvSpPr/>
            <p:nvPr/>
          </p:nvSpPr>
          <p:spPr bwMode="auto">
            <a:xfrm>
              <a:off x="1265238" y="4329113"/>
              <a:ext cx="2228850" cy="2413000"/>
            </a:xfrm>
            <a:custGeom>
              <a:avLst/>
              <a:gdLst>
                <a:gd name="T0" fmla="*/ 786 w 1404"/>
                <a:gd name="T1" fmla="*/ 1520 h 1520"/>
                <a:gd name="T2" fmla="*/ 0 w 1404"/>
                <a:gd name="T3" fmla="*/ 1065 h 1520"/>
                <a:gd name="T4" fmla="*/ 613 w 1404"/>
                <a:gd name="T5" fmla="*/ 0 h 1520"/>
                <a:gd name="T6" fmla="*/ 1404 w 1404"/>
                <a:gd name="T7" fmla="*/ 459 h 1520"/>
                <a:gd name="T8" fmla="*/ 786 w 1404"/>
                <a:gd name="T9" fmla="*/ 1520 h 1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4" h="1520">
                  <a:moveTo>
                    <a:pt x="786" y="1520"/>
                  </a:moveTo>
                  <a:lnTo>
                    <a:pt x="0" y="1065"/>
                  </a:lnTo>
                  <a:lnTo>
                    <a:pt x="613" y="0"/>
                  </a:lnTo>
                  <a:lnTo>
                    <a:pt x="1404" y="459"/>
                  </a:lnTo>
                  <a:lnTo>
                    <a:pt x="786" y="1520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2" name="Freeform 923"/>
            <p:cNvSpPr/>
            <p:nvPr/>
          </p:nvSpPr>
          <p:spPr bwMode="auto">
            <a:xfrm>
              <a:off x="2124076" y="4986338"/>
              <a:ext cx="973137" cy="815975"/>
            </a:xfrm>
            <a:custGeom>
              <a:avLst/>
              <a:gdLst>
                <a:gd name="T0" fmla="*/ 472 w 613"/>
                <a:gd name="T1" fmla="*/ 514 h 514"/>
                <a:gd name="T2" fmla="*/ 0 w 613"/>
                <a:gd name="T3" fmla="*/ 236 h 514"/>
                <a:gd name="T4" fmla="*/ 136 w 613"/>
                <a:gd name="T5" fmla="*/ 0 h 514"/>
                <a:gd name="T6" fmla="*/ 613 w 613"/>
                <a:gd name="T7" fmla="*/ 273 h 514"/>
                <a:gd name="T8" fmla="*/ 472 w 613"/>
                <a:gd name="T9" fmla="*/ 514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3" h="514">
                  <a:moveTo>
                    <a:pt x="472" y="514"/>
                  </a:moveTo>
                  <a:lnTo>
                    <a:pt x="0" y="236"/>
                  </a:lnTo>
                  <a:lnTo>
                    <a:pt x="136" y="0"/>
                  </a:lnTo>
                  <a:lnTo>
                    <a:pt x="613" y="273"/>
                  </a:lnTo>
                  <a:lnTo>
                    <a:pt x="472" y="5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3" name="Freeform 924"/>
            <p:cNvSpPr/>
            <p:nvPr/>
          </p:nvSpPr>
          <p:spPr bwMode="auto">
            <a:xfrm>
              <a:off x="1265238" y="4329113"/>
              <a:ext cx="1176337" cy="1804988"/>
            </a:xfrm>
            <a:custGeom>
              <a:avLst/>
              <a:gdLst>
                <a:gd name="T0" fmla="*/ 122 w 741"/>
                <a:gd name="T1" fmla="*/ 1137 h 1137"/>
                <a:gd name="T2" fmla="*/ 0 w 741"/>
                <a:gd name="T3" fmla="*/ 1065 h 1137"/>
                <a:gd name="T4" fmla="*/ 613 w 741"/>
                <a:gd name="T5" fmla="*/ 0 h 1137"/>
                <a:gd name="T6" fmla="*/ 741 w 741"/>
                <a:gd name="T7" fmla="*/ 72 h 1137"/>
                <a:gd name="T8" fmla="*/ 122 w 741"/>
                <a:gd name="T9" fmla="*/ 1137 h 1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1" h="1137">
                  <a:moveTo>
                    <a:pt x="122" y="1137"/>
                  </a:moveTo>
                  <a:lnTo>
                    <a:pt x="0" y="1065"/>
                  </a:lnTo>
                  <a:lnTo>
                    <a:pt x="613" y="0"/>
                  </a:lnTo>
                  <a:lnTo>
                    <a:pt x="741" y="72"/>
                  </a:lnTo>
                  <a:lnTo>
                    <a:pt x="122" y="1137"/>
                  </a:lnTo>
                  <a:close/>
                </a:path>
              </a:pathLst>
            </a:custGeom>
            <a:solidFill>
              <a:srgbClr val="B83B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4" name="Freeform 925"/>
            <p:cNvSpPr/>
            <p:nvPr/>
          </p:nvSpPr>
          <p:spPr bwMode="auto">
            <a:xfrm>
              <a:off x="1985963" y="4632325"/>
              <a:ext cx="180975" cy="144463"/>
            </a:xfrm>
            <a:custGeom>
              <a:avLst/>
              <a:gdLst>
                <a:gd name="T0" fmla="*/ 15 w 25"/>
                <a:gd name="T1" fmla="*/ 19 h 20"/>
                <a:gd name="T2" fmla="*/ 3 w 25"/>
                <a:gd name="T3" fmla="*/ 12 h 20"/>
                <a:gd name="T4" fmla="*/ 1 w 25"/>
                <a:gd name="T5" fmla="*/ 4 h 20"/>
                <a:gd name="T6" fmla="*/ 1 w 25"/>
                <a:gd name="T7" fmla="*/ 4 h 20"/>
                <a:gd name="T8" fmla="*/ 9 w 25"/>
                <a:gd name="T9" fmla="*/ 2 h 20"/>
                <a:gd name="T10" fmla="*/ 21 w 25"/>
                <a:gd name="T11" fmla="*/ 9 h 20"/>
                <a:gd name="T12" fmla="*/ 23 w 25"/>
                <a:gd name="T13" fmla="*/ 17 h 20"/>
                <a:gd name="T14" fmla="*/ 23 w 25"/>
                <a:gd name="T15" fmla="*/ 17 h 20"/>
                <a:gd name="T16" fmla="*/ 15 w 25"/>
                <a:gd name="T17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0">
                  <a:moveTo>
                    <a:pt x="15" y="19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1" y="10"/>
                    <a:pt x="0" y="7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3" y="1"/>
                    <a:pt x="6" y="0"/>
                    <a:pt x="9" y="2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4" y="10"/>
                    <a:pt x="25" y="14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1" y="19"/>
                    <a:pt x="18" y="20"/>
                    <a:pt x="15" y="19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5" name="Freeform 926"/>
            <p:cNvSpPr/>
            <p:nvPr/>
          </p:nvSpPr>
          <p:spPr bwMode="auto">
            <a:xfrm>
              <a:off x="1792288" y="4972050"/>
              <a:ext cx="179387" cy="136525"/>
            </a:xfrm>
            <a:custGeom>
              <a:avLst/>
              <a:gdLst>
                <a:gd name="T0" fmla="*/ 15 w 25"/>
                <a:gd name="T1" fmla="*/ 18 h 19"/>
                <a:gd name="T2" fmla="*/ 4 w 25"/>
                <a:gd name="T3" fmla="*/ 11 h 19"/>
                <a:gd name="T4" fmla="*/ 2 w 25"/>
                <a:gd name="T5" fmla="*/ 3 h 19"/>
                <a:gd name="T6" fmla="*/ 2 w 25"/>
                <a:gd name="T7" fmla="*/ 3 h 19"/>
                <a:gd name="T8" fmla="*/ 9 w 25"/>
                <a:gd name="T9" fmla="*/ 1 h 19"/>
                <a:gd name="T10" fmla="*/ 21 w 25"/>
                <a:gd name="T11" fmla="*/ 8 h 19"/>
                <a:gd name="T12" fmla="*/ 23 w 25"/>
                <a:gd name="T13" fmla="*/ 16 h 19"/>
                <a:gd name="T14" fmla="*/ 23 w 25"/>
                <a:gd name="T15" fmla="*/ 16 h 19"/>
                <a:gd name="T16" fmla="*/ 15 w 25"/>
                <a:gd name="T17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9">
                  <a:moveTo>
                    <a:pt x="15" y="18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0"/>
                    <a:pt x="7" y="0"/>
                    <a:pt x="9" y="1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4" y="9"/>
                    <a:pt x="25" y="13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2" y="19"/>
                    <a:pt x="18" y="19"/>
                    <a:pt x="15" y="18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6" name="Freeform 927"/>
            <p:cNvSpPr/>
            <p:nvPr/>
          </p:nvSpPr>
          <p:spPr bwMode="auto">
            <a:xfrm>
              <a:off x="1597026" y="5303838"/>
              <a:ext cx="179387" cy="144463"/>
            </a:xfrm>
            <a:custGeom>
              <a:avLst/>
              <a:gdLst>
                <a:gd name="T0" fmla="*/ 16 w 25"/>
                <a:gd name="T1" fmla="*/ 18 h 20"/>
                <a:gd name="T2" fmla="*/ 4 w 25"/>
                <a:gd name="T3" fmla="*/ 11 h 20"/>
                <a:gd name="T4" fmla="*/ 2 w 25"/>
                <a:gd name="T5" fmla="*/ 3 h 20"/>
                <a:gd name="T6" fmla="*/ 2 w 25"/>
                <a:gd name="T7" fmla="*/ 3 h 20"/>
                <a:gd name="T8" fmla="*/ 10 w 25"/>
                <a:gd name="T9" fmla="*/ 1 h 20"/>
                <a:gd name="T10" fmla="*/ 21 w 25"/>
                <a:gd name="T11" fmla="*/ 8 h 20"/>
                <a:gd name="T12" fmla="*/ 23 w 25"/>
                <a:gd name="T13" fmla="*/ 16 h 20"/>
                <a:gd name="T14" fmla="*/ 23 w 25"/>
                <a:gd name="T15" fmla="*/ 16 h 20"/>
                <a:gd name="T16" fmla="*/ 16 w 25"/>
                <a:gd name="T17" fmla="*/ 1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0">
                  <a:moveTo>
                    <a:pt x="16" y="18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1" y="10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7" y="0"/>
                    <a:pt x="10" y="1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4" y="10"/>
                    <a:pt x="25" y="13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2" y="19"/>
                    <a:pt x="18" y="20"/>
                    <a:pt x="16" y="18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7" name="Freeform 928"/>
            <p:cNvSpPr/>
            <p:nvPr/>
          </p:nvSpPr>
          <p:spPr bwMode="auto">
            <a:xfrm>
              <a:off x="1401763" y="5635625"/>
              <a:ext cx="180975" cy="144463"/>
            </a:xfrm>
            <a:custGeom>
              <a:avLst/>
              <a:gdLst>
                <a:gd name="T0" fmla="*/ 16 w 25"/>
                <a:gd name="T1" fmla="*/ 18 h 20"/>
                <a:gd name="T2" fmla="*/ 4 w 25"/>
                <a:gd name="T3" fmla="*/ 11 h 20"/>
                <a:gd name="T4" fmla="*/ 2 w 25"/>
                <a:gd name="T5" fmla="*/ 3 h 20"/>
                <a:gd name="T6" fmla="*/ 2 w 25"/>
                <a:gd name="T7" fmla="*/ 3 h 20"/>
                <a:gd name="T8" fmla="*/ 10 w 25"/>
                <a:gd name="T9" fmla="*/ 1 h 20"/>
                <a:gd name="T10" fmla="*/ 22 w 25"/>
                <a:gd name="T11" fmla="*/ 8 h 20"/>
                <a:gd name="T12" fmla="*/ 24 w 25"/>
                <a:gd name="T13" fmla="*/ 16 h 20"/>
                <a:gd name="T14" fmla="*/ 24 w 25"/>
                <a:gd name="T15" fmla="*/ 16 h 20"/>
                <a:gd name="T16" fmla="*/ 16 w 25"/>
                <a:gd name="T17" fmla="*/ 1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0">
                  <a:moveTo>
                    <a:pt x="16" y="18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1" y="10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1"/>
                    <a:pt x="7" y="0"/>
                    <a:pt x="10" y="1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4" y="10"/>
                    <a:pt x="25" y="13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2" y="19"/>
                    <a:pt x="19" y="20"/>
                    <a:pt x="16" y="18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06" name="组合 1105"/>
          <p:cNvGrpSpPr/>
          <p:nvPr/>
        </p:nvGrpSpPr>
        <p:grpSpPr>
          <a:xfrm>
            <a:off x="7075333" y="4081007"/>
            <a:ext cx="1040121" cy="2309069"/>
            <a:chOff x="4051301" y="4313238"/>
            <a:chExt cx="1270000" cy="2819400"/>
          </a:xfrm>
        </p:grpSpPr>
        <p:sp>
          <p:nvSpPr>
            <p:cNvPr id="946" name="Freeform 937"/>
            <p:cNvSpPr/>
            <p:nvPr/>
          </p:nvSpPr>
          <p:spPr bwMode="auto">
            <a:xfrm>
              <a:off x="4432301" y="4632325"/>
              <a:ext cx="889000" cy="679450"/>
            </a:xfrm>
            <a:custGeom>
              <a:avLst/>
              <a:gdLst>
                <a:gd name="T0" fmla="*/ 5 w 560"/>
                <a:gd name="T1" fmla="*/ 282 h 428"/>
                <a:gd name="T2" fmla="*/ 0 w 560"/>
                <a:gd name="T3" fmla="*/ 309 h 428"/>
                <a:gd name="T4" fmla="*/ 555 w 560"/>
                <a:gd name="T5" fmla="*/ 428 h 428"/>
                <a:gd name="T6" fmla="*/ 560 w 560"/>
                <a:gd name="T7" fmla="*/ 405 h 428"/>
                <a:gd name="T8" fmla="*/ 478 w 560"/>
                <a:gd name="T9" fmla="*/ 54 h 428"/>
                <a:gd name="T10" fmla="*/ 228 w 560"/>
                <a:gd name="T11" fmla="*/ 0 h 428"/>
                <a:gd name="T12" fmla="*/ 5 w 560"/>
                <a:gd name="T13" fmla="*/ 282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0" h="428">
                  <a:moveTo>
                    <a:pt x="5" y="282"/>
                  </a:moveTo>
                  <a:lnTo>
                    <a:pt x="0" y="309"/>
                  </a:lnTo>
                  <a:lnTo>
                    <a:pt x="555" y="428"/>
                  </a:lnTo>
                  <a:lnTo>
                    <a:pt x="560" y="405"/>
                  </a:lnTo>
                  <a:lnTo>
                    <a:pt x="478" y="54"/>
                  </a:lnTo>
                  <a:lnTo>
                    <a:pt x="228" y="0"/>
                  </a:lnTo>
                  <a:lnTo>
                    <a:pt x="5" y="282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7" name="Freeform 938"/>
            <p:cNvSpPr/>
            <p:nvPr/>
          </p:nvSpPr>
          <p:spPr bwMode="auto">
            <a:xfrm>
              <a:off x="4794251" y="4313238"/>
              <a:ext cx="396875" cy="404813"/>
            </a:xfrm>
            <a:custGeom>
              <a:avLst/>
              <a:gdLst>
                <a:gd name="T0" fmla="*/ 31 w 55"/>
                <a:gd name="T1" fmla="*/ 5 h 56"/>
                <a:gd name="T2" fmla="*/ 0 w 55"/>
                <a:gd name="T3" fmla="*/ 44 h 56"/>
                <a:gd name="T4" fmla="*/ 55 w 55"/>
                <a:gd name="T5" fmla="*/ 56 h 56"/>
                <a:gd name="T6" fmla="*/ 43 w 55"/>
                <a:gd name="T7" fmla="*/ 7 h 56"/>
                <a:gd name="T8" fmla="*/ 31 w 55"/>
                <a:gd name="T9" fmla="*/ 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56">
                  <a:moveTo>
                    <a:pt x="31" y="5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2" y="2"/>
                    <a:pt x="35" y="0"/>
                    <a:pt x="31" y="5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8" name="Freeform 939"/>
            <p:cNvSpPr/>
            <p:nvPr/>
          </p:nvSpPr>
          <p:spPr bwMode="auto">
            <a:xfrm>
              <a:off x="5032376" y="4683125"/>
              <a:ext cx="288925" cy="628650"/>
            </a:xfrm>
            <a:custGeom>
              <a:avLst/>
              <a:gdLst>
                <a:gd name="T0" fmla="*/ 118 w 182"/>
                <a:gd name="T1" fmla="*/ 386 h 396"/>
                <a:gd name="T2" fmla="*/ 177 w 182"/>
                <a:gd name="T3" fmla="*/ 396 h 396"/>
                <a:gd name="T4" fmla="*/ 182 w 182"/>
                <a:gd name="T5" fmla="*/ 373 h 396"/>
                <a:gd name="T6" fmla="*/ 100 w 182"/>
                <a:gd name="T7" fmla="*/ 22 h 396"/>
                <a:gd name="T8" fmla="*/ 0 w 182"/>
                <a:gd name="T9" fmla="*/ 0 h 396"/>
                <a:gd name="T10" fmla="*/ 13 w 182"/>
                <a:gd name="T11" fmla="*/ 350 h 396"/>
                <a:gd name="T12" fmla="*/ 118 w 182"/>
                <a:gd name="T13" fmla="*/ 386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2" h="396">
                  <a:moveTo>
                    <a:pt x="118" y="386"/>
                  </a:moveTo>
                  <a:lnTo>
                    <a:pt x="177" y="396"/>
                  </a:lnTo>
                  <a:lnTo>
                    <a:pt x="182" y="373"/>
                  </a:lnTo>
                  <a:lnTo>
                    <a:pt x="100" y="22"/>
                  </a:lnTo>
                  <a:lnTo>
                    <a:pt x="0" y="0"/>
                  </a:lnTo>
                  <a:lnTo>
                    <a:pt x="13" y="350"/>
                  </a:lnTo>
                  <a:lnTo>
                    <a:pt x="118" y="386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9" name="Freeform 940"/>
            <p:cNvSpPr/>
            <p:nvPr/>
          </p:nvSpPr>
          <p:spPr bwMode="auto">
            <a:xfrm>
              <a:off x="4368801" y="5130800"/>
              <a:ext cx="952500" cy="1163638"/>
            </a:xfrm>
            <a:custGeom>
              <a:avLst/>
              <a:gdLst>
                <a:gd name="T0" fmla="*/ 463 w 600"/>
                <a:gd name="T1" fmla="*/ 733 h 733"/>
                <a:gd name="T2" fmla="*/ 600 w 600"/>
                <a:gd name="T3" fmla="*/ 104 h 733"/>
                <a:gd name="T4" fmla="*/ 131 w 600"/>
                <a:gd name="T5" fmla="*/ 0 h 733"/>
                <a:gd name="T6" fmla="*/ 0 w 600"/>
                <a:gd name="T7" fmla="*/ 628 h 733"/>
                <a:gd name="T8" fmla="*/ 463 w 600"/>
                <a:gd name="T9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0" h="733">
                  <a:moveTo>
                    <a:pt x="463" y="733"/>
                  </a:moveTo>
                  <a:lnTo>
                    <a:pt x="600" y="104"/>
                  </a:lnTo>
                  <a:lnTo>
                    <a:pt x="131" y="0"/>
                  </a:lnTo>
                  <a:lnTo>
                    <a:pt x="0" y="628"/>
                  </a:lnTo>
                  <a:lnTo>
                    <a:pt x="463" y="733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0" name="Freeform 941"/>
            <p:cNvSpPr/>
            <p:nvPr/>
          </p:nvSpPr>
          <p:spPr bwMode="auto">
            <a:xfrm>
              <a:off x="4230688" y="5102225"/>
              <a:ext cx="404812" cy="1039813"/>
            </a:xfrm>
            <a:custGeom>
              <a:avLst/>
              <a:gdLst>
                <a:gd name="T0" fmla="*/ 118 w 255"/>
                <a:gd name="T1" fmla="*/ 655 h 655"/>
                <a:gd name="T2" fmla="*/ 255 w 255"/>
                <a:gd name="T3" fmla="*/ 27 h 655"/>
                <a:gd name="T4" fmla="*/ 132 w 255"/>
                <a:gd name="T5" fmla="*/ 0 h 655"/>
                <a:gd name="T6" fmla="*/ 0 w 255"/>
                <a:gd name="T7" fmla="*/ 628 h 655"/>
                <a:gd name="T8" fmla="*/ 118 w 255"/>
                <a:gd name="T9" fmla="*/ 655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655">
                  <a:moveTo>
                    <a:pt x="118" y="655"/>
                  </a:moveTo>
                  <a:lnTo>
                    <a:pt x="255" y="27"/>
                  </a:lnTo>
                  <a:lnTo>
                    <a:pt x="132" y="0"/>
                  </a:lnTo>
                  <a:lnTo>
                    <a:pt x="0" y="628"/>
                  </a:lnTo>
                  <a:lnTo>
                    <a:pt x="118" y="655"/>
                  </a:lnTo>
                  <a:close/>
                </a:path>
              </a:pathLst>
            </a:custGeom>
            <a:solidFill>
              <a:srgbClr val="E17A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1" name="Freeform 942"/>
            <p:cNvSpPr/>
            <p:nvPr/>
          </p:nvSpPr>
          <p:spPr bwMode="auto">
            <a:xfrm>
              <a:off x="4845051" y="5238750"/>
              <a:ext cx="476250" cy="1055688"/>
            </a:xfrm>
            <a:custGeom>
              <a:avLst/>
              <a:gdLst>
                <a:gd name="T0" fmla="*/ 163 w 300"/>
                <a:gd name="T1" fmla="*/ 665 h 665"/>
                <a:gd name="T2" fmla="*/ 300 w 300"/>
                <a:gd name="T3" fmla="*/ 36 h 665"/>
                <a:gd name="T4" fmla="*/ 131 w 300"/>
                <a:gd name="T5" fmla="*/ 0 h 665"/>
                <a:gd name="T6" fmla="*/ 0 w 300"/>
                <a:gd name="T7" fmla="*/ 628 h 665"/>
                <a:gd name="T8" fmla="*/ 163 w 300"/>
                <a:gd name="T9" fmla="*/ 665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665">
                  <a:moveTo>
                    <a:pt x="163" y="665"/>
                  </a:moveTo>
                  <a:lnTo>
                    <a:pt x="300" y="36"/>
                  </a:lnTo>
                  <a:lnTo>
                    <a:pt x="131" y="0"/>
                  </a:lnTo>
                  <a:lnTo>
                    <a:pt x="0" y="628"/>
                  </a:lnTo>
                  <a:lnTo>
                    <a:pt x="163" y="665"/>
                  </a:lnTo>
                  <a:close/>
                </a:path>
              </a:pathLst>
            </a:custGeom>
            <a:solidFill>
              <a:srgbClr val="B83B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2" name="Freeform 943"/>
            <p:cNvSpPr/>
            <p:nvPr/>
          </p:nvSpPr>
          <p:spPr bwMode="auto">
            <a:xfrm>
              <a:off x="4051301" y="6438900"/>
              <a:ext cx="973137" cy="693738"/>
            </a:xfrm>
            <a:custGeom>
              <a:avLst/>
              <a:gdLst>
                <a:gd name="T0" fmla="*/ 134 w 135"/>
                <a:gd name="T1" fmla="*/ 35 h 96"/>
                <a:gd name="T2" fmla="*/ 122 w 135"/>
                <a:gd name="T3" fmla="*/ 88 h 96"/>
                <a:gd name="T4" fmla="*/ 112 w 135"/>
                <a:gd name="T5" fmla="*/ 95 h 96"/>
                <a:gd name="T6" fmla="*/ 8 w 135"/>
                <a:gd name="T7" fmla="*/ 72 h 96"/>
                <a:gd name="T8" fmla="*/ 1 w 135"/>
                <a:gd name="T9" fmla="*/ 61 h 96"/>
                <a:gd name="T10" fmla="*/ 13 w 135"/>
                <a:gd name="T11" fmla="*/ 8 h 96"/>
                <a:gd name="T12" fmla="*/ 23 w 135"/>
                <a:gd name="T13" fmla="*/ 1 h 96"/>
                <a:gd name="T14" fmla="*/ 128 w 135"/>
                <a:gd name="T15" fmla="*/ 24 h 96"/>
                <a:gd name="T16" fmla="*/ 134 w 135"/>
                <a:gd name="T17" fmla="*/ 3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96">
                  <a:moveTo>
                    <a:pt x="134" y="35"/>
                  </a:moveTo>
                  <a:cubicBezTo>
                    <a:pt x="122" y="88"/>
                    <a:pt x="122" y="88"/>
                    <a:pt x="122" y="88"/>
                  </a:cubicBezTo>
                  <a:cubicBezTo>
                    <a:pt x="121" y="93"/>
                    <a:pt x="117" y="96"/>
                    <a:pt x="112" y="95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3" y="71"/>
                    <a:pt x="0" y="66"/>
                    <a:pt x="1" y="61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3"/>
                    <a:pt x="19" y="0"/>
                    <a:pt x="23" y="1"/>
                  </a:cubicBezTo>
                  <a:cubicBezTo>
                    <a:pt x="128" y="24"/>
                    <a:pt x="128" y="24"/>
                    <a:pt x="128" y="24"/>
                  </a:cubicBezTo>
                  <a:cubicBezTo>
                    <a:pt x="132" y="25"/>
                    <a:pt x="135" y="30"/>
                    <a:pt x="134" y="35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3" name="Freeform 944"/>
            <p:cNvSpPr/>
            <p:nvPr/>
          </p:nvSpPr>
          <p:spPr bwMode="auto">
            <a:xfrm>
              <a:off x="4130676" y="6062663"/>
              <a:ext cx="981075" cy="679450"/>
            </a:xfrm>
            <a:custGeom>
              <a:avLst/>
              <a:gdLst>
                <a:gd name="T0" fmla="*/ 554 w 618"/>
                <a:gd name="T1" fmla="*/ 428 h 428"/>
                <a:gd name="T2" fmla="*/ 618 w 618"/>
                <a:gd name="T3" fmla="*/ 123 h 428"/>
                <a:gd name="T4" fmla="*/ 68 w 618"/>
                <a:gd name="T5" fmla="*/ 0 h 428"/>
                <a:gd name="T6" fmla="*/ 0 w 618"/>
                <a:gd name="T7" fmla="*/ 309 h 428"/>
                <a:gd name="T8" fmla="*/ 554 w 618"/>
                <a:gd name="T9" fmla="*/ 428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8" h="428">
                  <a:moveTo>
                    <a:pt x="554" y="428"/>
                  </a:moveTo>
                  <a:lnTo>
                    <a:pt x="618" y="123"/>
                  </a:lnTo>
                  <a:lnTo>
                    <a:pt x="68" y="0"/>
                  </a:lnTo>
                  <a:lnTo>
                    <a:pt x="0" y="309"/>
                  </a:lnTo>
                  <a:lnTo>
                    <a:pt x="554" y="428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4" name="Freeform 945"/>
            <p:cNvSpPr/>
            <p:nvPr/>
          </p:nvSpPr>
          <p:spPr bwMode="auto">
            <a:xfrm>
              <a:off x="4729163" y="6199188"/>
              <a:ext cx="382587" cy="542925"/>
            </a:xfrm>
            <a:custGeom>
              <a:avLst/>
              <a:gdLst>
                <a:gd name="T0" fmla="*/ 177 w 241"/>
                <a:gd name="T1" fmla="*/ 342 h 342"/>
                <a:gd name="T2" fmla="*/ 241 w 241"/>
                <a:gd name="T3" fmla="*/ 37 h 342"/>
                <a:gd name="T4" fmla="*/ 68 w 241"/>
                <a:gd name="T5" fmla="*/ 0 h 342"/>
                <a:gd name="T6" fmla="*/ 0 w 241"/>
                <a:gd name="T7" fmla="*/ 305 h 342"/>
                <a:gd name="T8" fmla="*/ 177 w 241"/>
                <a:gd name="T9" fmla="*/ 34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342">
                  <a:moveTo>
                    <a:pt x="177" y="342"/>
                  </a:moveTo>
                  <a:lnTo>
                    <a:pt x="241" y="37"/>
                  </a:lnTo>
                  <a:lnTo>
                    <a:pt x="68" y="0"/>
                  </a:lnTo>
                  <a:lnTo>
                    <a:pt x="0" y="305"/>
                  </a:lnTo>
                  <a:lnTo>
                    <a:pt x="177" y="342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05" name="组合 1104"/>
          <p:cNvGrpSpPr/>
          <p:nvPr/>
        </p:nvGrpSpPr>
        <p:grpSpPr>
          <a:xfrm>
            <a:off x="2716059" y="4455882"/>
            <a:ext cx="1856616" cy="2136150"/>
            <a:chOff x="-165099" y="3879850"/>
            <a:chExt cx="2266949" cy="2608263"/>
          </a:xfrm>
        </p:grpSpPr>
        <p:sp>
          <p:nvSpPr>
            <p:cNvPr id="955" name="Freeform 946"/>
            <p:cNvSpPr/>
            <p:nvPr/>
          </p:nvSpPr>
          <p:spPr bwMode="auto">
            <a:xfrm>
              <a:off x="-165099" y="3879850"/>
              <a:ext cx="1963737" cy="2355850"/>
            </a:xfrm>
            <a:custGeom>
              <a:avLst/>
              <a:gdLst>
                <a:gd name="T0" fmla="*/ 132 w 272"/>
                <a:gd name="T1" fmla="*/ 272 h 326"/>
                <a:gd name="T2" fmla="*/ 102 w 272"/>
                <a:gd name="T3" fmla="*/ 134 h 326"/>
                <a:gd name="T4" fmla="*/ 239 w 272"/>
                <a:gd name="T5" fmla="*/ 101 h 326"/>
                <a:gd name="T6" fmla="*/ 272 w 272"/>
                <a:gd name="T7" fmla="*/ 47 h 326"/>
                <a:gd name="T8" fmla="*/ 48 w 272"/>
                <a:gd name="T9" fmla="*/ 100 h 326"/>
                <a:gd name="T10" fmla="*/ 98 w 272"/>
                <a:gd name="T11" fmla="*/ 326 h 326"/>
                <a:gd name="T12" fmla="*/ 132 w 272"/>
                <a:gd name="T13" fmla="*/ 272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2" h="326">
                  <a:moveTo>
                    <a:pt x="132" y="272"/>
                  </a:moveTo>
                  <a:cubicBezTo>
                    <a:pt x="87" y="242"/>
                    <a:pt x="73" y="181"/>
                    <a:pt x="102" y="134"/>
                  </a:cubicBezTo>
                  <a:cubicBezTo>
                    <a:pt x="131" y="88"/>
                    <a:pt x="192" y="73"/>
                    <a:pt x="239" y="101"/>
                  </a:cubicBezTo>
                  <a:cubicBezTo>
                    <a:pt x="272" y="47"/>
                    <a:pt x="272" y="47"/>
                    <a:pt x="272" y="47"/>
                  </a:cubicBezTo>
                  <a:cubicBezTo>
                    <a:pt x="196" y="0"/>
                    <a:pt x="95" y="24"/>
                    <a:pt x="48" y="100"/>
                  </a:cubicBezTo>
                  <a:cubicBezTo>
                    <a:pt x="0" y="177"/>
                    <a:pt x="23" y="277"/>
                    <a:pt x="98" y="326"/>
                  </a:cubicBezTo>
                  <a:lnTo>
                    <a:pt x="132" y="272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6" name="Freeform 947"/>
            <p:cNvSpPr>
              <a:spLocks noEditPoints="1"/>
            </p:cNvSpPr>
            <p:nvPr/>
          </p:nvSpPr>
          <p:spPr bwMode="auto">
            <a:xfrm>
              <a:off x="341313" y="4017963"/>
              <a:ext cx="1760537" cy="2470150"/>
            </a:xfrm>
            <a:custGeom>
              <a:avLst/>
              <a:gdLst>
                <a:gd name="T0" fmla="*/ 50 w 244"/>
                <a:gd name="T1" fmla="*/ 342 h 342"/>
                <a:gd name="T2" fmla="*/ 244 w 244"/>
                <a:gd name="T3" fmla="*/ 31 h 342"/>
                <a:gd name="T4" fmla="*/ 194 w 244"/>
                <a:gd name="T5" fmla="*/ 0 h 342"/>
                <a:gd name="T6" fmla="*/ 0 w 244"/>
                <a:gd name="T7" fmla="*/ 311 h 342"/>
                <a:gd name="T8" fmla="*/ 50 w 244"/>
                <a:gd name="T9" fmla="*/ 342 h 342"/>
                <a:gd name="T10" fmla="*/ 215 w 244"/>
                <a:gd name="T11" fmla="*/ 24 h 342"/>
                <a:gd name="T12" fmla="*/ 217 w 244"/>
                <a:gd name="T13" fmla="*/ 31 h 342"/>
                <a:gd name="T14" fmla="*/ 210 w 244"/>
                <a:gd name="T15" fmla="*/ 32 h 342"/>
                <a:gd name="T16" fmla="*/ 209 w 244"/>
                <a:gd name="T17" fmla="*/ 26 h 342"/>
                <a:gd name="T18" fmla="*/ 215 w 244"/>
                <a:gd name="T19" fmla="*/ 24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4" h="342">
                  <a:moveTo>
                    <a:pt x="50" y="342"/>
                  </a:moveTo>
                  <a:cubicBezTo>
                    <a:pt x="244" y="31"/>
                    <a:pt x="244" y="31"/>
                    <a:pt x="244" y="31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0" y="311"/>
                    <a:pt x="0" y="311"/>
                    <a:pt x="0" y="311"/>
                  </a:cubicBezTo>
                  <a:lnTo>
                    <a:pt x="50" y="342"/>
                  </a:lnTo>
                  <a:close/>
                  <a:moveTo>
                    <a:pt x="215" y="24"/>
                  </a:moveTo>
                  <a:cubicBezTo>
                    <a:pt x="218" y="26"/>
                    <a:pt x="218" y="29"/>
                    <a:pt x="217" y="31"/>
                  </a:cubicBezTo>
                  <a:cubicBezTo>
                    <a:pt x="215" y="33"/>
                    <a:pt x="213" y="34"/>
                    <a:pt x="210" y="32"/>
                  </a:cubicBezTo>
                  <a:cubicBezTo>
                    <a:pt x="208" y="31"/>
                    <a:pt x="207" y="28"/>
                    <a:pt x="209" y="26"/>
                  </a:cubicBezTo>
                  <a:cubicBezTo>
                    <a:pt x="210" y="23"/>
                    <a:pt x="213" y="23"/>
                    <a:pt x="215" y="24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7" name="Freeform 948"/>
            <p:cNvSpPr/>
            <p:nvPr/>
          </p:nvSpPr>
          <p:spPr bwMode="auto">
            <a:xfrm>
              <a:off x="636588" y="6359525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7 h 36"/>
                <a:gd name="T4" fmla="*/ 41 w 46"/>
                <a:gd name="T5" fmla="*/ 36 h 36"/>
                <a:gd name="T6" fmla="*/ 0 w 46"/>
                <a:gd name="T7" fmla="*/ 13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7"/>
                  </a:lnTo>
                  <a:lnTo>
                    <a:pt x="41" y="36"/>
                  </a:lnTo>
                  <a:lnTo>
                    <a:pt x="0" y="1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8" name="Freeform 949"/>
            <p:cNvSpPr/>
            <p:nvPr/>
          </p:nvSpPr>
          <p:spPr bwMode="auto">
            <a:xfrm>
              <a:off x="673101" y="6300788"/>
              <a:ext cx="79375" cy="58738"/>
            </a:xfrm>
            <a:custGeom>
              <a:avLst/>
              <a:gdLst>
                <a:gd name="T0" fmla="*/ 9 w 50"/>
                <a:gd name="T1" fmla="*/ 0 h 37"/>
                <a:gd name="T2" fmla="*/ 50 w 50"/>
                <a:gd name="T3" fmla="*/ 27 h 37"/>
                <a:gd name="T4" fmla="*/ 41 w 50"/>
                <a:gd name="T5" fmla="*/ 37 h 37"/>
                <a:gd name="T6" fmla="*/ 0 w 50"/>
                <a:gd name="T7" fmla="*/ 14 h 37"/>
                <a:gd name="T8" fmla="*/ 9 w 50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7">
                  <a:moveTo>
                    <a:pt x="9" y="0"/>
                  </a:moveTo>
                  <a:lnTo>
                    <a:pt x="50" y="27"/>
                  </a:lnTo>
                  <a:lnTo>
                    <a:pt x="41" y="37"/>
                  </a:lnTo>
                  <a:lnTo>
                    <a:pt x="0" y="14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9" name="Freeform 950"/>
            <p:cNvSpPr/>
            <p:nvPr/>
          </p:nvSpPr>
          <p:spPr bwMode="auto">
            <a:xfrm>
              <a:off x="709613" y="6243638"/>
              <a:ext cx="79375" cy="57150"/>
            </a:xfrm>
            <a:custGeom>
              <a:avLst/>
              <a:gdLst>
                <a:gd name="T0" fmla="*/ 9 w 50"/>
                <a:gd name="T1" fmla="*/ 0 h 36"/>
                <a:gd name="T2" fmla="*/ 50 w 50"/>
                <a:gd name="T3" fmla="*/ 27 h 36"/>
                <a:gd name="T4" fmla="*/ 40 w 50"/>
                <a:gd name="T5" fmla="*/ 36 h 36"/>
                <a:gd name="T6" fmla="*/ 0 w 50"/>
                <a:gd name="T7" fmla="*/ 9 h 36"/>
                <a:gd name="T8" fmla="*/ 9 w 50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6">
                  <a:moveTo>
                    <a:pt x="9" y="0"/>
                  </a:moveTo>
                  <a:lnTo>
                    <a:pt x="50" y="27"/>
                  </a:lnTo>
                  <a:lnTo>
                    <a:pt x="40" y="36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0" name="Freeform 951"/>
            <p:cNvSpPr/>
            <p:nvPr/>
          </p:nvSpPr>
          <p:spPr bwMode="auto">
            <a:xfrm>
              <a:off x="744538" y="6184900"/>
              <a:ext cx="79375" cy="58738"/>
            </a:xfrm>
            <a:custGeom>
              <a:avLst/>
              <a:gdLst>
                <a:gd name="T0" fmla="*/ 9 w 50"/>
                <a:gd name="T1" fmla="*/ 0 h 37"/>
                <a:gd name="T2" fmla="*/ 50 w 50"/>
                <a:gd name="T3" fmla="*/ 28 h 37"/>
                <a:gd name="T4" fmla="*/ 41 w 50"/>
                <a:gd name="T5" fmla="*/ 37 h 37"/>
                <a:gd name="T6" fmla="*/ 0 w 50"/>
                <a:gd name="T7" fmla="*/ 9 h 37"/>
                <a:gd name="T8" fmla="*/ 9 w 50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7">
                  <a:moveTo>
                    <a:pt x="9" y="0"/>
                  </a:moveTo>
                  <a:lnTo>
                    <a:pt x="50" y="28"/>
                  </a:lnTo>
                  <a:lnTo>
                    <a:pt x="41" y="37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1" name="Freeform 952"/>
            <p:cNvSpPr/>
            <p:nvPr/>
          </p:nvSpPr>
          <p:spPr bwMode="auto">
            <a:xfrm>
              <a:off x="693738" y="6069013"/>
              <a:ext cx="166687" cy="115888"/>
            </a:xfrm>
            <a:custGeom>
              <a:avLst/>
              <a:gdLst>
                <a:gd name="T0" fmla="*/ 5 w 105"/>
                <a:gd name="T1" fmla="*/ 0 h 73"/>
                <a:gd name="T2" fmla="*/ 105 w 105"/>
                <a:gd name="T3" fmla="*/ 64 h 73"/>
                <a:gd name="T4" fmla="*/ 96 w 105"/>
                <a:gd name="T5" fmla="*/ 73 h 73"/>
                <a:gd name="T6" fmla="*/ 0 w 105"/>
                <a:gd name="T7" fmla="*/ 10 h 73"/>
                <a:gd name="T8" fmla="*/ 5 w 105"/>
                <a:gd name="T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73">
                  <a:moveTo>
                    <a:pt x="5" y="0"/>
                  </a:moveTo>
                  <a:lnTo>
                    <a:pt x="105" y="64"/>
                  </a:lnTo>
                  <a:lnTo>
                    <a:pt x="96" y="73"/>
                  </a:lnTo>
                  <a:lnTo>
                    <a:pt x="0" y="1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2" name="Freeform 953"/>
            <p:cNvSpPr/>
            <p:nvPr/>
          </p:nvSpPr>
          <p:spPr bwMode="auto">
            <a:xfrm>
              <a:off x="817563" y="6069013"/>
              <a:ext cx="79375" cy="58738"/>
            </a:xfrm>
            <a:custGeom>
              <a:avLst/>
              <a:gdLst>
                <a:gd name="T0" fmla="*/ 9 w 50"/>
                <a:gd name="T1" fmla="*/ 0 h 37"/>
                <a:gd name="T2" fmla="*/ 50 w 50"/>
                <a:gd name="T3" fmla="*/ 28 h 37"/>
                <a:gd name="T4" fmla="*/ 41 w 50"/>
                <a:gd name="T5" fmla="*/ 37 h 37"/>
                <a:gd name="T6" fmla="*/ 0 w 50"/>
                <a:gd name="T7" fmla="*/ 10 h 37"/>
                <a:gd name="T8" fmla="*/ 9 w 50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7">
                  <a:moveTo>
                    <a:pt x="9" y="0"/>
                  </a:moveTo>
                  <a:lnTo>
                    <a:pt x="50" y="28"/>
                  </a:lnTo>
                  <a:lnTo>
                    <a:pt x="41" y="37"/>
                  </a:lnTo>
                  <a:lnTo>
                    <a:pt x="0" y="1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3" name="Freeform 954"/>
            <p:cNvSpPr/>
            <p:nvPr/>
          </p:nvSpPr>
          <p:spPr bwMode="auto">
            <a:xfrm>
              <a:off x="852488" y="6011863"/>
              <a:ext cx="79375" cy="57150"/>
            </a:xfrm>
            <a:custGeom>
              <a:avLst/>
              <a:gdLst>
                <a:gd name="T0" fmla="*/ 10 w 50"/>
                <a:gd name="T1" fmla="*/ 0 h 36"/>
                <a:gd name="T2" fmla="*/ 50 w 50"/>
                <a:gd name="T3" fmla="*/ 27 h 36"/>
                <a:gd name="T4" fmla="*/ 41 w 50"/>
                <a:gd name="T5" fmla="*/ 36 h 36"/>
                <a:gd name="T6" fmla="*/ 0 w 50"/>
                <a:gd name="T7" fmla="*/ 9 h 36"/>
                <a:gd name="T8" fmla="*/ 10 w 50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6">
                  <a:moveTo>
                    <a:pt x="10" y="0"/>
                  </a:moveTo>
                  <a:lnTo>
                    <a:pt x="50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4" name="Freeform 955"/>
            <p:cNvSpPr/>
            <p:nvPr/>
          </p:nvSpPr>
          <p:spPr bwMode="auto">
            <a:xfrm>
              <a:off x="889001" y="5954713"/>
              <a:ext cx="79375" cy="57150"/>
            </a:xfrm>
            <a:custGeom>
              <a:avLst/>
              <a:gdLst>
                <a:gd name="T0" fmla="*/ 9 w 50"/>
                <a:gd name="T1" fmla="*/ 0 h 36"/>
                <a:gd name="T2" fmla="*/ 50 w 50"/>
                <a:gd name="T3" fmla="*/ 27 h 36"/>
                <a:gd name="T4" fmla="*/ 41 w 50"/>
                <a:gd name="T5" fmla="*/ 36 h 36"/>
                <a:gd name="T6" fmla="*/ 0 w 50"/>
                <a:gd name="T7" fmla="*/ 9 h 36"/>
                <a:gd name="T8" fmla="*/ 9 w 50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6">
                  <a:moveTo>
                    <a:pt x="9" y="0"/>
                  </a:moveTo>
                  <a:lnTo>
                    <a:pt x="50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5" name="Freeform 956"/>
            <p:cNvSpPr/>
            <p:nvPr/>
          </p:nvSpPr>
          <p:spPr bwMode="auto">
            <a:xfrm>
              <a:off x="925513" y="5895975"/>
              <a:ext cx="79375" cy="58738"/>
            </a:xfrm>
            <a:custGeom>
              <a:avLst/>
              <a:gdLst>
                <a:gd name="T0" fmla="*/ 9 w 50"/>
                <a:gd name="T1" fmla="*/ 0 h 37"/>
                <a:gd name="T2" fmla="*/ 50 w 50"/>
                <a:gd name="T3" fmla="*/ 23 h 37"/>
                <a:gd name="T4" fmla="*/ 41 w 50"/>
                <a:gd name="T5" fmla="*/ 37 h 37"/>
                <a:gd name="T6" fmla="*/ 0 w 50"/>
                <a:gd name="T7" fmla="*/ 9 h 37"/>
                <a:gd name="T8" fmla="*/ 9 w 50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7">
                  <a:moveTo>
                    <a:pt x="9" y="0"/>
                  </a:moveTo>
                  <a:lnTo>
                    <a:pt x="50" y="23"/>
                  </a:lnTo>
                  <a:lnTo>
                    <a:pt x="41" y="37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6" name="Freeform 957"/>
            <p:cNvSpPr/>
            <p:nvPr/>
          </p:nvSpPr>
          <p:spPr bwMode="auto">
            <a:xfrm>
              <a:off x="874713" y="5780088"/>
              <a:ext cx="166687" cy="109538"/>
            </a:xfrm>
            <a:custGeom>
              <a:avLst/>
              <a:gdLst>
                <a:gd name="T0" fmla="*/ 9 w 105"/>
                <a:gd name="T1" fmla="*/ 0 h 69"/>
                <a:gd name="T2" fmla="*/ 105 w 105"/>
                <a:gd name="T3" fmla="*/ 60 h 69"/>
                <a:gd name="T4" fmla="*/ 100 w 105"/>
                <a:gd name="T5" fmla="*/ 69 h 69"/>
                <a:gd name="T6" fmla="*/ 0 w 105"/>
                <a:gd name="T7" fmla="*/ 10 h 69"/>
                <a:gd name="T8" fmla="*/ 9 w 105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9">
                  <a:moveTo>
                    <a:pt x="9" y="0"/>
                  </a:moveTo>
                  <a:lnTo>
                    <a:pt x="105" y="60"/>
                  </a:lnTo>
                  <a:lnTo>
                    <a:pt x="100" y="69"/>
                  </a:lnTo>
                  <a:lnTo>
                    <a:pt x="0" y="1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7" name="Freeform 958"/>
            <p:cNvSpPr/>
            <p:nvPr/>
          </p:nvSpPr>
          <p:spPr bwMode="auto">
            <a:xfrm>
              <a:off x="996951" y="5780088"/>
              <a:ext cx="79375" cy="58738"/>
            </a:xfrm>
            <a:custGeom>
              <a:avLst/>
              <a:gdLst>
                <a:gd name="T0" fmla="*/ 9 w 50"/>
                <a:gd name="T1" fmla="*/ 0 h 37"/>
                <a:gd name="T2" fmla="*/ 50 w 50"/>
                <a:gd name="T3" fmla="*/ 23 h 37"/>
                <a:gd name="T4" fmla="*/ 41 w 50"/>
                <a:gd name="T5" fmla="*/ 37 h 37"/>
                <a:gd name="T6" fmla="*/ 0 w 50"/>
                <a:gd name="T7" fmla="*/ 10 h 37"/>
                <a:gd name="T8" fmla="*/ 9 w 50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7">
                  <a:moveTo>
                    <a:pt x="9" y="0"/>
                  </a:moveTo>
                  <a:lnTo>
                    <a:pt x="50" y="23"/>
                  </a:lnTo>
                  <a:lnTo>
                    <a:pt x="41" y="37"/>
                  </a:lnTo>
                  <a:lnTo>
                    <a:pt x="0" y="1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8" name="Freeform 959"/>
            <p:cNvSpPr/>
            <p:nvPr/>
          </p:nvSpPr>
          <p:spPr bwMode="auto">
            <a:xfrm>
              <a:off x="1033463" y="5722938"/>
              <a:ext cx="79375" cy="57150"/>
            </a:xfrm>
            <a:custGeom>
              <a:avLst/>
              <a:gdLst>
                <a:gd name="T0" fmla="*/ 9 w 50"/>
                <a:gd name="T1" fmla="*/ 0 h 36"/>
                <a:gd name="T2" fmla="*/ 50 w 50"/>
                <a:gd name="T3" fmla="*/ 23 h 36"/>
                <a:gd name="T4" fmla="*/ 41 w 50"/>
                <a:gd name="T5" fmla="*/ 36 h 36"/>
                <a:gd name="T6" fmla="*/ 0 w 50"/>
                <a:gd name="T7" fmla="*/ 9 h 36"/>
                <a:gd name="T8" fmla="*/ 9 w 50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6">
                  <a:moveTo>
                    <a:pt x="9" y="0"/>
                  </a:moveTo>
                  <a:lnTo>
                    <a:pt x="50" y="23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9" name="Freeform 960"/>
            <p:cNvSpPr/>
            <p:nvPr/>
          </p:nvSpPr>
          <p:spPr bwMode="auto">
            <a:xfrm>
              <a:off x="1076326" y="5665788"/>
              <a:ext cx="73025" cy="49213"/>
            </a:xfrm>
            <a:custGeom>
              <a:avLst/>
              <a:gdLst>
                <a:gd name="T0" fmla="*/ 5 w 46"/>
                <a:gd name="T1" fmla="*/ 0 h 31"/>
                <a:gd name="T2" fmla="*/ 46 w 46"/>
                <a:gd name="T3" fmla="*/ 22 h 31"/>
                <a:gd name="T4" fmla="*/ 41 w 46"/>
                <a:gd name="T5" fmla="*/ 31 h 31"/>
                <a:gd name="T6" fmla="*/ 0 w 46"/>
                <a:gd name="T7" fmla="*/ 9 h 31"/>
                <a:gd name="T8" fmla="*/ 5 w 46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1">
                  <a:moveTo>
                    <a:pt x="5" y="0"/>
                  </a:moveTo>
                  <a:lnTo>
                    <a:pt x="46" y="22"/>
                  </a:lnTo>
                  <a:lnTo>
                    <a:pt x="41" y="31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0" name="Freeform 961"/>
            <p:cNvSpPr/>
            <p:nvPr/>
          </p:nvSpPr>
          <p:spPr bwMode="auto">
            <a:xfrm>
              <a:off x="1112838" y="5600700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7 h 36"/>
                <a:gd name="T4" fmla="*/ 41 w 46"/>
                <a:gd name="T5" fmla="*/ 36 h 36"/>
                <a:gd name="T6" fmla="*/ 0 w 46"/>
                <a:gd name="T7" fmla="*/ 13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7"/>
                  </a:lnTo>
                  <a:lnTo>
                    <a:pt x="41" y="36"/>
                  </a:lnTo>
                  <a:lnTo>
                    <a:pt x="0" y="1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1" name="Freeform 962"/>
            <p:cNvSpPr/>
            <p:nvPr/>
          </p:nvSpPr>
          <p:spPr bwMode="auto">
            <a:xfrm>
              <a:off x="1055688" y="5491163"/>
              <a:ext cx="165100" cy="109538"/>
            </a:xfrm>
            <a:custGeom>
              <a:avLst/>
              <a:gdLst>
                <a:gd name="T0" fmla="*/ 9 w 104"/>
                <a:gd name="T1" fmla="*/ 0 h 69"/>
                <a:gd name="T2" fmla="*/ 104 w 104"/>
                <a:gd name="T3" fmla="*/ 60 h 69"/>
                <a:gd name="T4" fmla="*/ 100 w 104"/>
                <a:gd name="T5" fmla="*/ 69 h 69"/>
                <a:gd name="T6" fmla="*/ 0 w 104"/>
                <a:gd name="T7" fmla="*/ 9 h 69"/>
                <a:gd name="T8" fmla="*/ 9 w 104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69">
                  <a:moveTo>
                    <a:pt x="9" y="0"/>
                  </a:moveTo>
                  <a:lnTo>
                    <a:pt x="104" y="60"/>
                  </a:lnTo>
                  <a:lnTo>
                    <a:pt x="100" y="69"/>
                  </a:lnTo>
                  <a:lnTo>
                    <a:pt x="0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2" name="Freeform 963"/>
            <p:cNvSpPr/>
            <p:nvPr/>
          </p:nvSpPr>
          <p:spPr bwMode="auto">
            <a:xfrm>
              <a:off x="1185863" y="5491163"/>
              <a:ext cx="71437" cy="50800"/>
            </a:xfrm>
            <a:custGeom>
              <a:avLst/>
              <a:gdLst>
                <a:gd name="T0" fmla="*/ 4 w 45"/>
                <a:gd name="T1" fmla="*/ 0 h 32"/>
                <a:gd name="T2" fmla="*/ 45 w 45"/>
                <a:gd name="T3" fmla="*/ 23 h 32"/>
                <a:gd name="T4" fmla="*/ 41 w 45"/>
                <a:gd name="T5" fmla="*/ 32 h 32"/>
                <a:gd name="T6" fmla="*/ 0 w 45"/>
                <a:gd name="T7" fmla="*/ 9 h 32"/>
                <a:gd name="T8" fmla="*/ 4 w 45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2">
                  <a:moveTo>
                    <a:pt x="4" y="0"/>
                  </a:moveTo>
                  <a:lnTo>
                    <a:pt x="45" y="23"/>
                  </a:lnTo>
                  <a:lnTo>
                    <a:pt x="41" y="32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3" name="Freeform 964"/>
            <p:cNvSpPr/>
            <p:nvPr/>
          </p:nvSpPr>
          <p:spPr bwMode="auto">
            <a:xfrm>
              <a:off x="1220788" y="5426075"/>
              <a:ext cx="73025" cy="58738"/>
            </a:xfrm>
            <a:custGeom>
              <a:avLst/>
              <a:gdLst>
                <a:gd name="T0" fmla="*/ 5 w 46"/>
                <a:gd name="T1" fmla="*/ 0 h 37"/>
                <a:gd name="T2" fmla="*/ 46 w 46"/>
                <a:gd name="T3" fmla="*/ 28 h 37"/>
                <a:gd name="T4" fmla="*/ 41 w 46"/>
                <a:gd name="T5" fmla="*/ 37 h 37"/>
                <a:gd name="T6" fmla="*/ 0 w 46"/>
                <a:gd name="T7" fmla="*/ 14 h 37"/>
                <a:gd name="T8" fmla="*/ 5 w 46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7">
                  <a:moveTo>
                    <a:pt x="5" y="0"/>
                  </a:moveTo>
                  <a:lnTo>
                    <a:pt x="46" y="28"/>
                  </a:lnTo>
                  <a:lnTo>
                    <a:pt x="41" y="37"/>
                  </a:lnTo>
                  <a:lnTo>
                    <a:pt x="0" y="1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4" name="Freeform 965"/>
            <p:cNvSpPr/>
            <p:nvPr/>
          </p:nvSpPr>
          <p:spPr bwMode="auto">
            <a:xfrm>
              <a:off x="1257301" y="5368925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7 h 36"/>
                <a:gd name="T4" fmla="*/ 41 w 46"/>
                <a:gd name="T5" fmla="*/ 36 h 36"/>
                <a:gd name="T6" fmla="*/ 0 w 46"/>
                <a:gd name="T7" fmla="*/ 14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7"/>
                  </a:lnTo>
                  <a:lnTo>
                    <a:pt x="41" y="36"/>
                  </a:lnTo>
                  <a:lnTo>
                    <a:pt x="0" y="1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5" name="Freeform 966"/>
            <p:cNvSpPr/>
            <p:nvPr/>
          </p:nvSpPr>
          <p:spPr bwMode="auto">
            <a:xfrm>
              <a:off x="1293813" y="5311775"/>
              <a:ext cx="71437" cy="57150"/>
            </a:xfrm>
            <a:custGeom>
              <a:avLst/>
              <a:gdLst>
                <a:gd name="T0" fmla="*/ 4 w 45"/>
                <a:gd name="T1" fmla="*/ 0 h 36"/>
                <a:gd name="T2" fmla="*/ 45 w 45"/>
                <a:gd name="T3" fmla="*/ 27 h 36"/>
                <a:gd name="T4" fmla="*/ 41 w 45"/>
                <a:gd name="T5" fmla="*/ 36 h 36"/>
                <a:gd name="T6" fmla="*/ 0 w 45"/>
                <a:gd name="T7" fmla="*/ 9 h 36"/>
                <a:gd name="T8" fmla="*/ 4 w 45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4" y="0"/>
                  </a:moveTo>
                  <a:lnTo>
                    <a:pt x="45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6" name="Freeform 967"/>
            <p:cNvSpPr/>
            <p:nvPr/>
          </p:nvSpPr>
          <p:spPr bwMode="auto">
            <a:xfrm>
              <a:off x="1235076" y="5195888"/>
              <a:ext cx="166687" cy="115888"/>
            </a:xfrm>
            <a:custGeom>
              <a:avLst/>
              <a:gdLst>
                <a:gd name="T0" fmla="*/ 10 w 105"/>
                <a:gd name="T1" fmla="*/ 0 h 73"/>
                <a:gd name="T2" fmla="*/ 105 w 105"/>
                <a:gd name="T3" fmla="*/ 63 h 73"/>
                <a:gd name="T4" fmla="*/ 100 w 105"/>
                <a:gd name="T5" fmla="*/ 73 h 73"/>
                <a:gd name="T6" fmla="*/ 0 w 105"/>
                <a:gd name="T7" fmla="*/ 13 h 73"/>
                <a:gd name="T8" fmla="*/ 10 w 105"/>
                <a:gd name="T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73">
                  <a:moveTo>
                    <a:pt x="10" y="0"/>
                  </a:moveTo>
                  <a:lnTo>
                    <a:pt x="105" y="63"/>
                  </a:lnTo>
                  <a:lnTo>
                    <a:pt x="100" y="73"/>
                  </a:lnTo>
                  <a:lnTo>
                    <a:pt x="0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7" name="Freeform 968"/>
            <p:cNvSpPr/>
            <p:nvPr/>
          </p:nvSpPr>
          <p:spPr bwMode="auto">
            <a:xfrm>
              <a:off x="1365251" y="5195888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7 h 36"/>
                <a:gd name="T4" fmla="*/ 41 w 46"/>
                <a:gd name="T5" fmla="*/ 36 h 36"/>
                <a:gd name="T6" fmla="*/ 0 w 46"/>
                <a:gd name="T7" fmla="*/ 9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8" name="Freeform 969"/>
            <p:cNvSpPr/>
            <p:nvPr/>
          </p:nvSpPr>
          <p:spPr bwMode="auto">
            <a:xfrm>
              <a:off x="1401763" y="5137150"/>
              <a:ext cx="71437" cy="58738"/>
            </a:xfrm>
            <a:custGeom>
              <a:avLst/>
              <a:gdLst>
                <a:gd name="T0" fmla="*/ 5 w 45"/>
                <a:gd name="T1" fmla="*/ 0 h 37"/>
                <a:gd name="T2" fmla="*/ 45 w 45"/>
                <a:gd name="T3" fmla="*/ 28 h 37"/>
                <a:gd name="T4" fmla="*/ 41 w 45"/>
                <a:gd name="T5" fmla="*/ 37 h 37"/>
                <a:gd name="T6" fmla="*/ 0 w 45"/>
                <a:gd name="T7" fmla="*/ 9 h 37"/>
                <a:gd name="T8" fmla="*/ 5 w 45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7">
                  <a:moveTo>
                    <a:pt x="5" y="0"/>
                  </a:moveTo>
                  <a:lnTo>
                    <a:pt x="45" y="28"/>
                  </a:lnTo>
                  <a:lnTo>
                    <a:pt x="41" y="37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9" name="Freeform 970"/>
            <p:cNvSpPr/>
            <p:nvPr/>
          </p:nvSpPr>
          <p:spPr bwMode="auto">
            <a:xfrm>
              <a:off x="1438276" y="5080000"/>
              <a:ext cx="71437" cy="57150"/>
            </a:xfrm>
            <a:custGeom>
              <a:avLst/>
              <a:gdLst>
                <a:gd name="T0" fmla="*/ 4 w 45"/>
                <a:gd name="T1" fmla="*/ 0 h 36"/>
                <a:gd name="T2" fmla="*/ 45 w 45"/>
                <a:gd name="T3" fmla="*/ 27 h 36"/>
                <a:gd name="T4" fmla="*/ 41 w 45"/>
                <a:gd name="T5" fmla="*/ 36 h 36"/>
                <a:gd name="T6" fmla="*/ 0 w 45"/>
                <a:gd name="T7" fmla="*/ 9 h 36"/>
                <a:gd name="T8" fmla="*/ 4 w 45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4" y="0"/>
                  </a:moveTo>
                  <a:lnTo>
                    <a:pt x="45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0" name="Freeform 971"/>
            <p:cNvSpPr/>
            <p:nvPr/>
          </p:nvSpPr>
          <p:spPr bwMode="auto">
            <a:xfrm>
              <a:off x="1473201" y="5022850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7 h 36"/>
                <a:gd name="T4" fmla="*/ 41 w 46"/>
                <a:gd name="T5" fmla="*/ 36 h 36"/>
                <a:gd name="T6" fmla="*/ 0 w 46"/>
                <a:gd name="T7" fmla="*/ 9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1" name="Freeform 972"/>
            <p:cNvSpPr/>
            <p:nvPr/>
          </p:nvSpPr>
          <p:spPr bwMode="auto">
            <a:xfrm>
              <a:off x="1423988" y="4906963"/>
              <a:ext cx="158750" cy="115888"/>
            </a:xfrm>
            <a:custGeom>
              <a:avLst/>
              <a:gdLst>
                <a:gd name="T0" fmla="*/ 4 w 100"/>
                <a:gd name="T1" fmla="*/ 0 h 73"/>
                <a:gd name="T2" fmla="*/ 100 w 100"/>
                <a:gd name="T3" fmla="*/ 59 h 73"/>
                <a:gd name="T4" fmla="*/ 95 w 100"/>
                <a:gd name="T5" fmla="*/ 73 h 73"/>
                <a:gd name="T6" fmla="*/ 0 w 100"/>
                <a:gd name="T7" fmla="*/ 9 h 73"/>
                <a:gd name="T8" fmla="*/ 4 w 100"/>
                <a:gd name="T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3">
                  <a:moveTo>
                    <a:pt x="4" y="0"/>
                  </a:moveTo>
                  <a:lnTo>
                    <a:pt x="100" y="59"/>
                  </a:lnTo>
                  <a:lnTo>
                    <a:pt x="95" y="73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2" name="Freeform 973"/>
            <p:cNvSpPr/>
            <p:nvPr/>
          </p:nvSpPr>
          <p:spPr bwMode="auto">
            <a:xfrm>
              <a:off x="1546226" y="4906963"/>
              <a:ext cx="71437" cy="57150"/>
            </a:xfrm>
            <a:custGeom>
              <a:avLst/>
              <a:gdLst>
                <a:gd name="T0" fmla="*/ 4 w 45"/>
                <a:gd name="T1" fmla="*/ 0 h 36"/>
                <a:gd name="T2" fmla="*/ 45 w 45"/>
                <a:gd name="T3" fmla="*/ 27 h 36"/>
                <a:gd name="T4" fmla="*/ 41 w 45"/>
                <a:gd name="T5" fmla="*/ 36 h 36"/>
                <a:gd name="T6" fmla="*/ 0 w 45"/>
                <a:gd name="T7" fmla="*/ 9 h 36"/>
                <a:gd name="T8" fmla="*/ 4 w 45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4" y="0"/>
                  </a:moveTo>
                  <a:lnTo>
                    <a:pt x="45" y="27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3" name="Freeform 974"/>
            <p:cNvSpPr/>
            <p:nvPr/>
          </p:nvSpPr>
          <p:spPr bwMode="auto">
            <a:xfrm>
              <a:off x="1582738" y="4848225"/>
              <a:ext cx="71437" cy="58738"/>
            </a:xfrm>
            <a:custGeom>
              <a:avLst/>
              <a:gdLst>
                <a:gd name="T0" fmla="*/ 4 w 45"/>
                <a:gd name="T1" fmla="*/ 0 h 37"/>
                <a:gd name="T2" fmla="*/ 45 w 45"/>
                <a:gd name="T3" fmla="*/ 28 h 37"/>
                <a:gd name="T4" fmla="*/ 41 w 45"/>
                <a:gd name="T5" fmla="*/ 37 h 37"/>
                <a:gd name="T6" fmla="*/ 0 w 45"/>
                <a:gd name="T7" fmla="*/ 9 h 37"/>
                <a:gd name="T8" fmla="*/ 4 w 45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7">
                  <a:moveTo>
                    <a:pt x="4" y="0"/>
                  </a:moveTo>
                  <a:lnTo>
                    <a:pt x="45" y="28"/>
                  </a:lnTo>
                  <a:lnTo>
                    <a:pt x="41" y="37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4" name="Freeform 975"/>
            <p:cNvSpPr/>
            <p:nvPr/>
          </p:nvSpPr>
          <p:spPr bwMode="auto">
            <a:xfrm>
              <a:off x="1617663" y="4791075"/>
              <a:ext cx="73025" cy="57150"/>
            </a:xfrm>
            <a:custGeom>
              <a:avLst/>
              <a:gdLst>
                <a:gd name="T0" fmla="*/ 5 w 46"/>
                <a:gd name="T1" fmla="*/ 0 h 36"/>
                <a:gd name="T2" fmla="*/ 46 w 46"/>
                <a:gd name="T3" fmla="*/ 23 h 36"/>
                <a:gd name="T4" fmla="*/ 41 w 46"/>
                <a:gd name="T5" fmla="*/ 36 h 36"/>
                <a:gd name="T6" fmla="*/ 0 w 46"/>
                <a:gd name="T7" fmla="*/ 9 h 36"/>
                <a:gd name="T8" fmla="*/ 5 w 46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5" y="0"/>
                  </a:moveTo>
                  <a:lnTo>
                    <a:pt x="46" y="23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5" name="Freeform 976"/>
            <p:cNvSpPr/>
            <p:nvPr/>
          </p:nvSpPr>
          <p:spPr bwMode="auto">
            <a:xfrm>
              <a:off x="1654176" y="4732338"/>
              <a:ext cx="73025" cy="50800"/>
            </a:xfrm>
            <a:custGeom>
              <a:avLst/>
              <a:gdLst>
                <a:gd name="T0" fmla="*/ 5 w 46"/>
                <a:gd name="T1" fmla="*/ 0 h 32"/>
                <a:gd name="T2" fmla="*/ 46 w 46"/>
                <a:gd name="T3" fmla="*/ 23 h 32"/>
                <a:gd name="T4" fmla="*/ 41 w 46"/>
                <a:gd name="T5" fmla="*/ 32 h 32"/>
                <a:gd name="T6" fmla="*/ 0 w 46"/>
                <a:gd name="T7" fmla="*/ 10 h 32"/>
                <a:gd name="T8" fmla="*/ 5 w 46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2">
                  <a:moveTo>
                    <a:pt x="5" y="0"/>
                  </a:moveTo>
                  <a:lnTo>
                    <a:pt x="46" y="23"/>
                  </a:lnTo>
                  <a:lnTo>
                    <a:pt x="41" y="32"/>
                  </a:lnTo>
                  <a:lnTo>
                    <a:pt x="0" y="1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6" name="Freeform 977"/>
            <p:cNvSpPr/>
            <p:nvPr/>
          </p:nvSpPr>
          <p:spPr bwMode="auto">
            <a:xfrm>
              <a:off x="1603376" y="4618038"/>
              <a:ext cx="158750" cy="107950"/>
            </a:xfrm>
            <a:custGeom>
              <a:avLst/>
              <a:gdLst>
                <a:gd name="T0" fmla="*/ 5 w 100"/>
                <a:gd name="T1" fmla="*/ 0 h 68"/>
                <a:gd name="T2" fmla="*/ 100 w 100"/>
                <a:gd name="T3" fmla="*/ 59 h 68"/>
                <a:gd name="T4" fmla="*/ 96 w 100"/>
                <a:gd name="T5" fmla="*/ 68 h 68"/>
                <a:gd name="T6" fmla="*/ 0 w 100"/>
                <a:gd name="T7" fmla="*/ 9 h 68"/>
                <a:gd name="T8" fmla="*/ 5 w 100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68">
                  <a:moveTo>
                    <a:pt x="5" y="0"/>
                  </a:moveTo>
                  <a:lnTo>
                    <a:pt x="100" y="59"/>
                  </a:lnTo>
                  <a:lnTo>
                    <a:pt x="96" y="68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7" name="Freeform 978"/>
            <p:cNvSpPr/>
            <p:nvPr/>
          </p:nvSpPr>
          <p:spPr bwMode="auto">
            <a:xfrm>
              <a:off x="1727201" y="4618038"/>
              <a:ext cx="71437" cy="57150"/>
            </a:xfrm>
            <a:custGeom>
              <a:avLst/>
              <a:gdLst>
                <a:gd name="T0" fmla="*/ 4 w 45"/>
                <a:gd name="T1" fmla="*/ 0 h 36"/>
                <a:gd name="T2" fmla="*/ 45 w 45"/>
                <a:gd name="T3" fmla="*/ 22 h 36"/>
                <a:gd name="T4" fmla="*/ 41 w 45"/>
                <a:gd name="T5" fmla="*/ 36 h 36"/>
                <a:gd name="T6" fmla="*/ 0 w 45"/>
                <a:gd name="T7" fmla="*/ 9 h 36"/>
                <a:gd name="T8" fmla="*/ 4 w 45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4" y="0"/>
                  </a:moveTo>
                  <a:lnTo>
                    <a:pt x="45" y="22"/>
                  </a:lnTo>
                  <a:lnTo>
                    <a:pt x="41" y="36"/>
                  </a:lnTo>
                  <a:lnTo>
                    <a:pt x="0" y="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8" name="Freeform 979"/>
            <p:cNvSpPr/>
            <p:nvPr/>
          </p:nvSpPr>
          <p:spPr bwMode="auto">
            <a:xfrm>
              <a:off x="1762126" y="4559300"/>
              <a:ext cx="73025" cy="50800"/>
            </a:xfrm>
            <a:custGeom>
              <a:avLst/>
              <a:gdLst>
                <a:gd name="T0" fmla="*/ 5 w 46"/>
                <a:gd name="T1" fmla="*/ 0 h 32"/>
                <a:gd name="T2" fmla="*/ 46 w 46"/>
                <a:gd name="T3" fmla="*/ 23 h 32"/>
                <a:gd name="T4" fmla="*/ 41 w 46"/>
                <a:gd name="T5" fmla="*/ 32 h 32"/>
                <a:gd name="T6" fmla="*/ 0 w 46"/>
                <a:gd name="T7" fmla="*/ 9 h 32"/>
                <a:gd name="T8" fmla="*/ 5 w 46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2">
                  <a:moveTo>
                    <a:pt x="5" y="0"/>
                  </a:moveTo>
                  <a:lnTo>
                    <a:pt x="46" y="23"/>
                  </a:lnTo>
                  <a:lnTo>
                    <a:pt x="41" y="32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9" name="Freeform 980"/>
            <p:cNvSpPr/>
            <p:nvPr/>
          </p:nvSpPr>
          <p:spPr bwMode="auto">
            <a:xfrm>
              <a:off x="1798638" y="4494213"/>
              <a:ext cx="73025" cy="58738"/>
            </a:xfrm>
            <a:custGeom>
              <a:avLst/>
              <a:gdLst>
                <a:gd name="T0" fmla="*/ 5 w 46"/>
                <a:gd name="T1" fmla="*/ 0 h 37"/>
                <a:gd name="T2" fmla="*/ 46 w 46"/>
                <a:gd name="T3" fmla="*/ 28 h 37"/>
                <a:gd name="T4" fmla="*/ 41 w 46"/>
                <a:gd name="T5" fmla="*/ 37 h 37"/>
                <a:gd name="T6" fmla="*/ 0 w 46"/>
                <a:gd name="T7" fmla="*/ 14 h 37"/>
                <a:gd name="T8" fmla="*/ 5 w 46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7">
                  <a:moveTo>
                    <a:pt x="5" y="0"/>
                  </a:moveTo>
                  <a:lnTo>
                    <a:pt x="46" y="28"/>
                  </a:lnTo>
                  <a:lnTo>
                    <a:pt x="41" y="37"/>
                  </a:lnTo>
                  <a:lnTo>
                    <a:pt x="0" y="1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0" name="Freeform 981"/>
            <p:cNvSpPr/>
            <p:nvPr/>
          </p:nvSpPr>
          <p:spPr bwMode="auto">
            <a:xfrm>
              <a:off x="1835151" y="4437063"/>
              <a:ext cx="79375" cy="57150"/>
            </a:xfrm>
            <a:custGeom>
              <a:avLst/>
              <a:gdLst>
                <a:gd name="T0" fmla="*/ 9 w 50"/>
                <a:gd name="T1" fmla="*/ 0 h 36"/>
                <a:gd name="T2" fmla="*/ 50 w 50"/>
                <a:gd name="T3" fmla="*/ 27 h 36"/>
                <a:gd name="T4" fmla="*/ 41 w 50"/>
                <a:gd name="T5" fmla="*/ 36 h 36"/>
                <a:gd name="T6" fmla="*/ 0 w 50"/>
                <a:gd name="T7" fmla="*/ 14 h 36"/>
                <a:gd name="T8" fmla="*/ 9 w 50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6">
                  <a:moveTo>
                    <a:pt x="9" y="0"/>
                  </a:moveTo>
                  <a:lnTo>
                    <a:pt x="50" y="27"/>
                  </a:lnTo>
                  <a:lnTo>
                    <a:pt x="41" y="36"/>
                  </a:lnTo>
                  <a:lnTo>
                    <a:pt x="0" y="14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1" name="Freeform 982"/>
            <p:cNvSpPr/>
            <p:nvPr/>
          </p:nvSpPr>
          <p:spPr bwMode="auto">
            <a:xfrm>
              <a:off x="1784351" y="4329113"/>
              <a:ext cx="166687" cy="107950"/>
            </a:xfrm>
            <a:custGeom>
              <a:avLst/>
              <a:gdLst>
                <a:gd name="T0" fmla="*/ 5 w 105"/>
                <a:gd name="T1" fmla="*/ 0 h 68"/>
                <a:gd name="T2" fmla="*/ 105 w 105"/>
                <a:gd name="T3" fmla="*/ 59 h 68"/>
                <a:gd name="T4" fmla="*/ 95 w 105"/>
                <a:gd name="T5" fmla="*/ 68 h 68"/>
                <a:gd name="T6" fmla="*/ 0 w 105"/>
                <a:gd name="T7" fmla="*/ 9 h 68"/>
                <a:gd name="T8" fmla="*/ 5 w 105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8">
                  <a:moveTo>
                    <a:pt x="5" y="0"/>
                  </a:moveTo>
                  <a:lnTo>
                    <a:pt x="105" y="59"/>
                  </a:lnTo>
                  <a:lnTo>
                    <a:pt x="95" y="68"/>
                  </a:lnTo>
                  <a:lnTo>
                    <a:pt x="0" y="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2" name="Freeform 983"/>
            <p:cNvSpPr/>
            <p:nvPr/>
          </p:nvSpPr>
          <p:spPr bwMode="auto">
            <a:xfrm>
              <a:off x="341313" y="4017963"/>
              <a:ext cx="1479550" cy="2290763"/>
            </a:xfrm>
            <a:custGeom>
              <a:avLst/>
              <a:gdLst>
                <a:gd name="T0" fmla="*/ 882 w 932"/>
                <a:gd name="T1" fmla="*/ 0 h 1443"/>
                <a:gd name="T2" fmla="*/ 932 w 932"/>
                <a:gd name="T3" fmla="*/ 32 h 1443"/>
                <a:gd name="T4" fmla="*/ 50 w 932"/>
                <a:gd name="T5" fmla="*/ 1443 h 1443"/>
                <a:gd name="T6" fmla="*/ 0 w 932"/>
                <a:gd name="T7" fmla="*/ 1415 h 1443"/>
                <a:gd name="T8" fmla="*/ 882 w 932"/>
                <a:gd name="T9" fmla="*/ 0 h 1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2" h="1443">
                  <a:moveTo>
                    <a:pt x="882" y="0"/>
                  </a:moveTo>
                  <a:lnTo>
                    <a:pt x="932" y="32"/>
                  </a:lnTo>
                  <a:lnTo>
                    <a:pt x="50" y="1443"/>
                  </a:lnTo>
                  <a:lnTo>
                    <a:pt x="0" y="1415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02" name="组合 1101"/>
          <p:cNvGrpSpPr/>
          <p:nvPr/>
        </p:nvGrpSpPr>
        <p:grpSpPr>
          <a:xfrm>
            <a:off x="8522519" y="2649219"/>
            <a:ext cx="1371660" cy="1752606"/>
            <a:chOff x="5103813" y="4718050"/>
            <a:chExt cx="1674812" cy="2139951"/>
          </a:xfrm>
        </p:grpSpPr>
        <p:sp>
          <p:nvSpPr>
            <p:cNvPr id="993" name="Freeform 984"/>
            <p:cNvSpPr/>
            <p:nvPr/>
          </p:nvSpPr>
          <p:spPr bwMode="auto">
            <a:xfrm>
              <a:off x="5126038" y="4827588"/>
              <a:ext cx="1652587" cy="2030413"/>
            </a:xfrm>
            <a:custGeom>
              <a:avLst/>
              <a:gdLst>
                <a:gd name="T0" fmla="*/ 219 w 229"/>
                <a:gd name="T1" fmla="*/ 247 h 281"/>
                <a:gd name="T2" fmla="*/ 60 w 229"/>
                <a:gd name="T3" fmla="*/ 280 h 281"/>
                <a:gd name="T4" fmla="*/ 47 w 229"/>
                <a:gd name="T5" fmla="*/ 271 h 281"/>
                <a:gd name="T6" fmla="*/ 1 w 229"/>
                <a:gd name="T7" fmla="*/ 47 h 281"/>
                <a:gd name="T8" fmla="*/ 9 w 229"/>
                <a:gd name="T9" fmla="*/ 34 h 281"/>
                <a:gd name="T10" fmla="*/ 169 w 229"/>
                <a:gd name="T11" fmla="*/ 1 h 281"/>
                <a:gd name="T12" fmla="*/ 181 w 229"/>
                <a:gd name="T13" fmla="*/ 10 h 281"/>
                <a:gd name="T14" fmla="*/ 228 w 229"/>
                <a:gd name="T15" fmla="*/ 234 h 281"/>
                <a:gd name="T16" fmla="*/ 219 w 229"/>
                <a:gd name="T17" fmla="*/ 247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281">
                  <a:moveTo>
                    <a:pt x="219" y="247"/>
                  </a:moveTo>
                  <a:cubicBezTo>
                    <a:pt x="60" y="280"/>
                    <a:pt x="60" y="280"/>
                    <a:pt x="60" y="280"/>
                  </a:cubicBezTo>
                  <a:cubicBezTo>
                    <a:pt x="54" y="281"/>
                    <a:pt x="48" y="277"/>
                    <a:pt x="47" y="271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0" y="41"/>
                    <a:pt x="4" y="35"/>
                    <a:pt x="9" y="34"/>
                  </a:cubicBezTo>
                  <a:cubicBezTo>
                    <a:pt x="169" y="1"/>
                    <a:pt x="169" y="1"/>
                    <a:pt x="169" y="1"/>
                  </a:cubicBezTo>
                  <a:cubicBezTo>
                    <a:pt x="174" y="0"/>
                    <a:pt x="180" y="4"/>
                    <a:pt x="181" y="10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9" y="240"/>
                    <a:pt x="225" y="246"/>
                    <a:pt x="219" y="247"/>
                  </a:cubicBezTo>
                  <a:close/>
                </a:path>
              </a:pathLst>
            </a:custGeom>
            <a:solidFill>
              <a:srgbClr val="4C4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4" name="Freeform 985"/>
            <p:cNvSpPr/>
            <p:nvPr/>
          </p:nvSpPr>
          <p:spPr bwMode="auto">
            <a:xfrm>
              <a:off x="5103813" y="4718050"/>
              <a:ext cx="1652587" cy="2030413"/>
            </a:xfrm>
            <a:custGeom>
              <a:avLst/>
              <a:gdLst>
                <a:gd name="T0" fmla="*/ 219 w 229"/>
                <a:gd name="T1" fmla="*/ 247 h 281"/>
                <a:gd name="T2" fmla="*/ 60 w 229"/>
                <a:gd name="T3" fmla="*/ 280 h 281"/>
                <a:gd name="T4" fmla="*/ 47 w 229"/>
                <a:gd name="T5" fmla="*/ 271 h 281"/>
                <a:gd name="T6" fmla="*/ 1 w 229"/>
                <a:gd name="T7" fmla="*/ 47 h 281"/>
                <a:gd name="T8" fmla="*/ 9 w 229"/>
                <a:gd name="T9" fmla="*/ 34 h 281"/>
                <a:gd name="T10" fmla="*/ 169 w 229"/>
                <a:gd name="T11" fmla="*/ 2 h 281"/>
                <a:gd name="T12" fmla="*/ 181 w 229"/>
                <a:gd name="T13" fmla="*/ 10 h 281"/>
                <a:gd name="T14" fmla="*/ 228 w 229"/>
                <a:gd name="T15" fmla="*/ 234 h 281"/>
                <a:gd name="T16" fmla="*/ 219 w 229"/>
                <a:gd name="T17" fmla="*/ 247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281">
                  <a:moveTo>
                    <a:pt x="219" y="247"/>
                  </a:moveTo>
                  <a:cubicBezTo>
                    <a:pt x="60" y="280"/>
                    <a:pt x="60" y="280"/>
                    <a:pt x="60" y="280"/>
                  </a:cubicBezTo>
                  <a:cubicBezTo>
                    <a:pt x="54" y="281"/>
                    <a:pt x="48" y="277"/>
                    <a:pt x="47" y="271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0" y="41"/>
                    <a:pt x="3" y="36"/>
                    <a:pt x="9" y="34"/>
                  </a:cubicBezTo>
                  <a:cubicBezTo>
                    <a:pt x="169" y="2"/>
                    <a:pt x="169" y="2"/>
                    <a:pt x="169" y="2"/>
                  </a:cubicBezTo>
                  <a:cubicBezTo>
                    <a:pt x="174" y="0"/>
                    <a:pt x="180" y="4"/>
                    <a:pt x="181" y="10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9" y="240"/>
                    <a:pt x="225" y="246"/>
                    <a:pt x="219" y="247"/>
                  </a:cubicBezTo>
                  <a:close/>
                </a:path>
              </a:pathLst>
            </a:custGeom>
            <a:solidFill>
              <a:srgbClr val="4B7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5" name="Freeform 986"/>
            <p:cNvSpPr/>
            <p:nvPr/>
          </p:nvSpPr>
          <p:spPr bwMode="auto">
            <a:xfrm>
              <a:off x="5307013" y="4978400"/>
              <a:ext cx="1046162" cy="571500"/>
            </a:xfrm>
            <a:custGeom>
              <a:avLst/>
              <a:gdLst>
                <a:gd name="T0" fmla="*/ 141 w 145"/>
                <a:gd name="T1" fmla="*/ 52 h 79"/>
                <a:gd name="T2" fmla="*/ 15 w 145"/>
                <a:gd name="T3" fmla="*/ 78 h 79"/>
                <a:gd name="T4" fmla="*/ 10 w 145"/>
                <a:gd name="T5" fmla="*/ 74 h 79"/>
                <a:gd name="T6" fmla="*/ 1 w 145"/>
                <a:gd name="T7" fmla="*/ 32 h 79"/>
                <a:gd name="T8" fmla="*/ 5 w 145"/>
                <a:gd name="T9" fmla="*/ 26 h 79"/>
                <a:gd name="T10" fmla="*/ 130 w 145"/>
                <a:gd name="T11" fmla="*/ 0 h 79"/>
                <a:gd name="T12" fmla="*/ 136 w 145"/>
                <a:gd name="T13" fmla="*/ 4 h 79"/>
                <a:gd name="T14" fmla="*/ 145 w 145"/>
                <a:gd name="T15" fmla="*/ 46 h 79"/>
                <a:gd name="T16" fmla="*/ 141 w 145"/>
                <a:gd name="T17" fmla="*/ 52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5" h="79">
                  <a:moveTo>
                    <a:pt x="141" y="52"/>
                  </a:moveTo>
                  <a:cubicBezTo>
                    <a:pt x="15" y="78"/>
                    <a:pt x="15" y="78"/>
                    <a:pt x="15" y="78"/>
                  </a:cubicBezTo>
                  <a:cubicBezTo>
                    <a:pt x="13" y="79"/>
                    <a:pt x="10" y="77"/>
                    <a:pt x="10" y="74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0" y="29"/>
                    <a:pt x="2" y="27"/>
                    <a:pt x="5" y="26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3" y="0"/>
                    <a:pt x="135" y="1"/>
                    <a:pt x="136" y="4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9"/>
                    <a:pt x="143" y="52"/>
                    <a:pt x="141" y="52"/>
                  </a:cubicBez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6" name="Freeform 987"/>
            <p:cNvSpPr/>
            <p:nvPr/>
          </p:nvSpPr>
          <p:spPr bwMode="auto">
            <a:xfrm>
              <a:off x="5451476" y="5657850"/>
              <a:ext cx="173037" cy="166688"/>
            </a:xfrm>
            <a:custGeom>
              <a:avLst/>
              <a:gdLst>
                <a:gd name="T0" fmla="*/ 14 w 24"/>
                <a:gd name="T1" fmla="*/ 22 h 23"/>
                <a:gd name="T2" fmla="*/ 14 w 24"/>
                <a:gd name="T3" fmla="*/ 22 h 23"/>
                <a:gd name="T4" fmla="*/ 1 w 24"/>
                <a:gd name="T5" fmla="*/ 14 h 23"/>
                <a:gd name="T6" fmla="*/ 1 w 24"/>
                <a:gd name="T7" fmla="*/ 14 h 23"/>
                <a:gd name="T8" fmla="*/ 10 w 24"/>
                <a:gd name="T9" fmla="*/ 1 h 23"/>
                <a:gd name="T10" fmla="*/ 10 w 24"/>
                <a:gd name="T11" fmla="*/ 1 h 23"/>
                <a:gd name="T12" fmla="*/ 23 w 24"/>
                <a:gd name="T13" fmla="*/ 9 h 23"/>
                <a:gd name="T14" fmla="*/ 23 w 24"/>
                <a:gd name="T15" fmla="*/ 9 h 23"/>
                <a:gd name="T16" fmla="*/ 14 w 24"/>
                <a:gd name="T1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3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3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3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7" name="Freeform 988"/>
            <p:cNvSpPr/>
            <p:nvPr/>
          </p:nvSpPr>
          <p:spPr bwMode="auto">
            <a:xfrm>
              <a:off x="5451476" y="5635625"/>
              <a:ext cx="173037" cy="174625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9 w 24"/>
                <a:gd name="T9" fmla="*/ 1 h 24"/>
                <a:gd name="T10" fmla="*/ 9 w 24"/>
                <a:gd name="T11" fmla="*/ 1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3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6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8" name="Freeform 989"/>
            <p:cNvSpPr/>
            <p:nvPr/>
          </p:nvSpPr>
          <p:spPr bwMode="auto">
            <a:xfrm>
              <a:off x="5710238" y="5600700"/>
              <a:ext cx="166687" cy="173038"/>
            </a:xfrm>
            <a:custGeom>
              <a:avLst/>
              <a:gdLst>
                <a:gd name="T0" fmla="*/ 14 w 23"/>
                <a:gd name="T1" fmla="*/ 23 h 24"/>
                <a:gd name="T2" fmla="*/ 14 w 23"/>
                <a:gd name="T3" fmla="*/ 23 h 24"/>
                <a:gd name="T4" fmla="*/ 1 w 23"/>
                <a:gd name="T5" fmla="*/ 14 h 24"/>
                <a:gd name="T6" fmla="*/ 1 w 23"/>
                <a:gd name="T7" fmla="*/ 14 h 24"/>
                <a:gd name="T8" fmla="*/ 9 w 23"/>
                <a:gd name="T9" fmla="*/ 1 h 24"/>
                <a:gd name="T10" fmla="*/ 9 w 23"/>
                <a:gd name="T11" fmla="*/ 1 h 24"/>
                <a:gd name="T12" fmla="*/ 22 w 23"/>
                <a:gd name="T13" fmla="*/ 10 h 24"/>
                <a:gd name="T14" fmla="*/ 22 w 23"/>
                <a:gd name="T15" fmla="*/ 10 h 24"/>
                <a:gd name="T16" fmla="*/ 14 w 23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3" y="3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3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9" name="Freeform 990"/>
            <p:cNvSpPr/>
            <p:nvPr/>
          </p:nvSpPr>
          <p:spPr bwMode="auto">
            <a:xfrm>
              <a:off x="5703888" y="5586413"/>
              <a:ext cx="173037" cy="173038"/>
            </a:xfrm>
            <a:custGeom>
              <a:avLst/>
              <a:gdLst>
                <a:gd name="T0" fmla="*/ 14 w 24"/>
                <a:gd name="T1" fmla="*/ 22 h 24"/>
                <a:gd name="T2" fmla="*/ 14 w 24"/>
                <a:gd name="T3" fmla="*/ 22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9 h 24"/>
                <a:gd name="T14" fmla="*/ 23 w 24"/>
                <a:gd name="T15" fmla="*/ 9 h 24"/>
                <a:gd name="T16" fmla="*/ 14 w 24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00" name="Freeform 991"/>
            <p:cNvSpPr/>
            <p:nvPr/>
          </p:nvSpPr>
          <p:spPr bwMode="auto">
            <a:xfrm>
              <a:off x="5962651" y="5549900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5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01" name="Freeform 992"/>
            <p:cNvSpPr/>
            <p:nvPr/>
          </p:nvSpPr>
          <p:spPr bwMode="auto">
            <a:xfrm>
              <a:off x="5962651" y="5527675"/>
              <a:ext cx="166687" cy="173038"/>
            </a:xfrm>
            <a:custGeom>
              <a:avLst/>
              <a:gdLst>
                <a:gd name="T0" fmla="*/ 14 w 23"/>
                <a:gd name="T1" fmla="*/ 23 h 24"/>
                <a:gd name="T2" fmla="*/ 14 w 23"/>
                <a:gd name="T3" fmla="*/ 23 h 24"/>
                <a:gd name="T4" fmla="*/ 1 w 23"/>
                <a:gd name="T5" fmla="*/ 15 h 24"/>
                <a:gd name="T6" fmla="*/ 1 w 23"/>
                <a:gd name="T7" fmla="*/ 15 h 24"/>
                <a:gd name="T8" fmla="*/ 9 w 23"/>
                <a:gd name="T9" fmla="*/ 2 h 24"/>
                <a:gd name="T10" fmla="*/ 9 w 23"/>
                <a:gd name="T11" fmla="*/ 2 h 24"/>
                <a:gd name="T12" fmla="*/ 22 w 23"/>
                <a:gd name="T13" fmla="*/ 10 h 24"/>
                <a:gd name="T14" fmla="*/ 22 w 23"/>
                <a:gd name="T15" fmla="*/ 10 h 24"/>
                <a:gd name="T16" fmla="*/ 14 w 23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9"/>
                    <a:pt x="3" y="3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3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02" name="Freeform 993"/>
            <p:cNvSpPr/>
            <p:nvPr/>
          </p:nvSpPr>
          <p:spPr bwMode="auto">
            <a:xfrm>
              <a:off x="6223000" y="5499100"/>
              <a:ext cx="166687" cy="166688"/>
            </a:xfrm>
            <a:custGeom>
              <a:avLst/>
              <a:gdLst>
                <a:gd name="T0" fmla="*/ 14 w 23"/>
                <a:gd name="T1" fmla="*/ 22 h 23"/>
                <a:gd name="T2" fmla="*/ 14 w 23"/>
                <a:gd name="T3" fmla="*/ 22 h 23"/>
                <a:gd name="T4" fmla="*/ 1 w 23"/>
                <a:gd name="T5" fmla="*/ 14 h 23"/>
                <a:gd name="T6" fmla="*/ 1 w 23"/>
                <a:gd name="T7" fmla="*/ 14 h 23"/>
                <a:gd name="T8" fmla="*/ 9 w 23"/>
                <a:gd name="T9" fmla="*/ 1 h 23"/>
                <a:gd name="T10" fmla="*/ 9 w 23"/>
                <a:gd name="T11" fmla="*/ 1 h 23"/>
                <a:gd name="T12" fmla="*/ 22 w 23"/>
                <a:gd name="T13" fmla="*/ 9 h 23"/>
                <a:gd name="T14" fmla="*/ 22 w 23"/>
                <a:gd name="T15" fmla="*/ 9 h 23"/>
                <a:gd name="T16" fmla="*/ 14 w 23"/>
                <a:gd name="T1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3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3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3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3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03" name="Freeform 994"/>
            <p:cNvSpPr/>
            <p:nvPr/>
          </p:nvSpPr>
          <p:spPr bwMode="auto">
            <a:xfrm>
              <a:off x="6215063" y="5476875"/>
              <a:ext cx="174625" cy="174625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3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04" name="Freeform 995"/>
            <p:cNvSpPr/>
            <p:nvPr/>
          </p:nvSpPr>
          <p:spPr bwMode="auto">
            <a:xfrm>
              <a:off x="5500688" y="5903913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2 w 24"/>
                <a:gd name="T5" fmla="*/ 14 h 24"/>
                <a:gd name="T6" fmla="*/ 2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9" y="24"/>
                    <a:pt x="3" y="20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9"/>
                    <a:pt x="4" y="3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05" name="Freeform 996"/>
            <p:cNvSpPr/>
            <p:nvPr/>
          </p:nvSpPr>
          <p:spPr bwMode="auto">
            <a:xfrm>
              <a:off x="5500688" y="5889625"/>
              <a:ext cx="173037" cy="173038"/>
            </a:xfrm>
            <a:custGeom>
              <a:avLst/>
              <a:gdLst>
                <a:gd name="T0" fmla="*/ 14 w 24"/>
                <a:gd name="T1" fmla="*/ 22 h 24"/>
                <a:gd name="T2" fmla="*/ 14 w 24"/>
                <a:gd name="T3" fmla="*/ 22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06" name="Freeform 997"/>
            <p:cNvSpPr/>
            <p:nvPr/>
          </p:nvSpPr>
          <p:spPr bwMode="auto">
            <a:xfrm>
              <a:off x="5761038" y="5853113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6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07" name="Freeform 998"/>
            <p:cNvSpPr/>
            <p:nvPr/>
          </p:nvSpPr>
          <p:spPr bwMode="auto">
            <a:xfrm>
              <a:off x="5753101" y="5830888"/>
              <a:ext cx="174625" cy="174625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5 h 24"/>
                <a:gd name="T6" fmla="*/ 1 w 24"/>
                <a:gd name="T7" fmla="*/ 15 h 24"/>
                <a:gd name="T8" fmla="*/ 10 w 24"/>
                <a:gd name="T9" fmla="*/ 2 h 24"/>
                <a:gd name="T10" fmla="*/ 10 w 24"/>
                <a:gd name="T11" fmla="*/ 2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9" y="24"/>
                    <a:pt x="3" y="21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9"/>
                    <a:pt x="4" y="3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08" name="Freeform 999"/>
            <p:cNvSpPr/>
            <p:nvPr/>
          </p:nvSpPr>
          <p:spPr bwMode="auto">
            <a:xfrm>
              <a:off x="6013451" y="5802313"/>
              <a:ext cx="173037" cy="166688"/>
            </a:xfrm>
            <a:custGeom>
              <a:avLst/>
              <a:gdLst>
                <a:gd name="T0" fmla="*/ 14 w 24"/>
                <a:gd name="T1" fmla="*/ 22 h 23"/>
                <a:gd name="T2" fmla="*/ 14 w 24"/>
                <a:gd name="T3" fmla="*/ 22 h 23"/>
                <a:gd name="T4" fmla="*/ 1 w 24"/>
                <a:gd name="T5" fmla="*/ 14 h 23"/>
                <a:gd name="T6" fmla="*/ 1 w 24"/>
                <a:gd name="T7" fmla="*/ 14 h 23"/>
                <a:gd name="T8" fmla="*/ 10 w 24"/>
                <a:gd name="T9" fmla="*/ 1 h 23"/>
                <a:gd name="T10" fmla="*/ 10 w 24"/>
                <a:gd name="T11" fmla="*/ 1 h 23"/>
                <a:gd name="T12" fmla="*/ 23 w 24"/>
                <a:gd name="T13" fmla="*/ 9 h 23"/>
                <a:gd name="T14" fmla="*/ 23 w 24"/>
                <a:gd name="T15" fmla="*/ 9 h 23"/>
                <a:gd name="T16" fmla="*/ 14 w 24"/>
                <a:gd name="T1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3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9" y="23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3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09" name="Freeform 1000"/>
            <p:cNvSpPr/>
            <p:nvPr/>
          </p:nvSpPr>
          <p:spPr bwMode="auto">
            <a:xfrm>
              <a:off x="6013451" y="5780088"/>
              <a:ext cx="173037" cy="174625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9 w 24"/>
                <a:gd name="T9" fmla="*/ 1 h 24"/>
                <a:gd name="T10" fmla="*/ 9 w 24"/>
                <a:gd name="T11" fmla="*/ 1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3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0" name="Freeform 1001"/>
            <p:cNvSpPr/>
            <p:nvPr/>
          </p:nvSpPr>
          <p:spPr bwMode="auto">
            <a:xfrm>
              <a:off x="5559426" y="6156325"/>
              <a:ext cx="165100" cy="173038"/>
            </a:xfrm>
            <a:custGeom>
              <a:avLst/>
              <a:gdLst>
                <a:gd name="T0" fmla="*/ 14 w 23"/>
                <a:gd name="T1" fmla="*/ 23 h 24"/>
                <a:gd name="T2" fmla="*/ 14 w 23"/>
                <a:gd name="T3" fmla="*/ 23 h 24"/>
                <a:gd name="T4" fmla="*/ 1 w 23"/>
                <a:gd name="T5" fmla="*/ 15 h 24"/>
                <a:gd name="T6" fmla="*/ 1 w 23"/>
                <a:gd name="T7" fmla="*/ 15 h 24"/>
                <a:gd name="T8" fmla="*/ 9 w 23"/>
                <a:gd name="T9" fmla="*/ 2 h 24"/>
                <a:gd name="T10" fmla="*/ 9 w 23"/>
                <a:gd name="T11" fmla="*/ 2 h 24"/>
                <a:gd name="T12" fmla="*/ 22 w 23"/>
                <a:gd name="T13" fmla="*/ 10 h 24"/>
                <a:gd name="T14" fmla="*/ 22 w 23"/>
                <a:gd name="T15" fmla="*/ 10 h 24"/>
                <a:gd name="T16" fmla="*/ 14 w 23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9"/>
                    <a:pt x="3" y="3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3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1" name="Freeform 1002"/>
            <p:cNvSpPr/>
            <p:nvPr/>
          </p:nvSpPr>
          <p:spPr bwMode="auto">
            <a:xfrm>
              <a:off x="5551488" y="6142038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1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2" name="Freeform 1003"/>
            <p:cNvSpPr/>
            <p:nvPr/>
          </p:nvSpPr>
          <p:spPr bwMode="auto">
            <a:xfrm>
              <a:off x="5811838" y="6105525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1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3" name="Freeform 1004"/>
            <p:cNvSpPr/>
            <p:nvPr/>
          </p:nvSpPr>
          <p:spPr bwMode="auto">
            <a:xfrm>
              <a:off x="5811838" y="6091238"/>
              <a:ext cx="165100" cy="166688"/>
            </a:xfrm>
            <a:custGeom>
              <a:avLst/>
              <a:gdLst>
                <a:gd name="T0" fmla="*/ 14 w 23"/>
                <a:gd name="T1" fmla="*/ 22 h 23"/>
                <a:gd name="T2" fmla="*/ 14 w 23"/>
                <a:gd name="T3" fmla="*/ 22 h 23"/>
                <a:gd name="T4" fmla="*/ 1 w 23"/>
                <a:gd name="T5" fmla="*/ 14 h 23"/>
                <a:gd name="T6" fmla="*/ 1 w 23"/>
                <a:gd name="T7" fmla="*/ 14 h 23"/>
                <a:gd name="T8" fmla="*/ 9 w 23"/>
                <a:gd name="T9" fmla="*/ 1 h 23"/>
                <a:gd name="T10" fmla="*/ 9 w 23"/>
                <a:gd name="T11" fmla="*/ 1 h 23"/>
                <a:gd name="T12" fmla="*/ 22 w 23"/>
                <a:gd name="T13" fmla="*/ 9 h 23"/>
                <a:gd name="T14" fmla="*/ 22 w 23"/>
                <a:gd name="T15" fmla="*/ 9 h 23"/>
                <a:gd name="T16" fmla="*/ 14 w 23"/>
                <a:gd name="T1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3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3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3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3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4" name="Freeform 1005"/>
            <p:cNvSpPr/>
            <p:nvPr/>
          </p:nvSpPr>
          <p:spPr bwMode="auto">
            <a:xfrm>
              <a:off x="6072188" y="6054725"/>
              <a:ext cx="165100" cy="174625"/>
            </a:xfrm>
            <a:custGeom>
              <a:avLst/>
              <a:gdLst>
                <a:gd name="T0" fmla="*/ 14 w 23"/>
                <a:gd name="T1" fmla="*/ 22 h 24"/>
                <a:gd name="T2" fmla="*/ 14 w 23"/>
                <a:gd name="T3" fmla="*/ 22 h 24"/>
                <a:gd name="T4" fmla="*/ 1 w 23"/>
                <a:gd name="T5" fmla="*/ 14 h 24"/>
                <a:gd name="T6" fmla="*/ 1 w 23"/>
                <a:gd name="T7" fmla="*/ 14 h 24"/>
                <a:gd name="T8" fmla="*/ 9 w 23"/>
                <a:gd name="T9" fmla="*/ 1 h 24"/>
                <a:gd name="T10" fmla="*/ 9 w 23"/>
                <a:gd name="T11" fmla="*/ 1 h 24"/>
                <a:gd name="T12" fmla="*/ 22 w 23"/>
                <a:gd name="T13" fmla="*/ 9 h 24"/>
                <a:gd name="T14" fmla="*/ 22 w 23"/>
                <a:gd name="T15" fmla="*/ 9 h 24"/>
                <a:gd name="T16" fmla="*/ 14 w 23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3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3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5" name="Freeform 1006"/>
            <p:cNvSpPr/>
            <p:nvPr/>
          </p:nvSpPr>
          <p:spPr bwMode="auto">
            <a:xfrm>
              <a:off x="6064250" y="6034088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9"/>
                    <a:pt x="4" y="3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1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6" name="Freeform 1007"/>
            <p:cNvSpPr/>
            <p:nvPr/>
          </p:nvSpPr>
          <p:spPr bwMode="auto">
            <a:xfrm>
              <a:off x="5602288" y="6380163"/>
              <a:ext cx="173037" cy="166688"/>
            </a:xfrm>
            <a:custGeom>
              <a:avLst/>
              <a:gdLst>
                <a:gd name="T0" fmla="*/ 14 w 24"/>
                <a:gd name="T1" fmla="*/ 22 h 23"/>
                <a:gd name="T2" fmla="*/ 14 w 24"/>
                <a:gd name="T3" fmla="*/ 22 h 23"/>
                <a:gd name="T4" fmla="*/ 1 w 24"/>
                <a:gd name="T5" fmla="*/ 14 h 23"/>
                <a:gd name="T6" fmla="*/ 1 w 24"/>
                <a:gd name="T7" fmla="*/ 14 h 23"/>
                <a:gd name="T8" fmla="*/ 10 w 24"/>
                <a:gd name="T9" fmla="*/ 1 h 23"/>
                <a:gd name="T10" fmla="*/ 10 w 24"/>
                <a:gd name="T11" fmla="*/ 1 h 23"/>
                <a:gd name="T12" fmla="*/ 22 w 24"/>
                <a:gd name="T13" fmla="*/ 9 h 23"/>
                <a:gd name="T14" fmla="*/ 22 w 24"/>
                <a:gd name="T15" fmla="*/ 9 h 23"/>
                <a:gd name="T16" fmla="*/ 14 w 24"/>
                <a:gd name="T1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3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3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5" y="0"/>
                    <a:pt x="21" y="3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7" name="Freeform 1008"/>
            <p:cNvSpPr/>
            <p:nvPr/>
          </p:nvSpPr>
          <p:spPr bwMode="auto">
            <a:xfrm>
              <a:off x="5594351" y="6359525"/>
              <a:ext cx="174625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9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3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8" name="Freeform 1009"/>
            <p:cNvSpPr/>
            <p:nvPr/>
          </p:nvSpPr>
          <p:spPr bwMode="auto">
            <a:xfrm>
              <a:off x="5854701" y="6323013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9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3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9" name="Freeform 1010"/>
            <p:cNvSpPr/>
            <p:nvPr/>
          </p:nvSpPr>
          <p:spPr bwMode="auto">
            <a:xfrm>
              <a:off x="5854701" y="6308725"/>
              <a:ext cx="173037" cy="173038"/>
            </a:xfrm>
            <a:custGeom>
              <a:avLst/>
              <a:gdLst>
                <a:gd name="T0" fmla="*/ 14 w 24"/>
                <a:gd name="T1" fmla="*/ 22 h 24"/>
                <a:gd name="T2" fmla="*/ 14 w 24"/>
                <a:gd name="T3" fmla="*/ 22 h 24"/>
                <a:gd name="T4" fmla="*/ 1 w 24"/>
                <a:gd name="T5" fmla="*/ 14 h 24"/>
                <a:gd name="T6" fmla="*/ 1 w 24"/>
                <a:gd name="T7" fmla="*/ 14 h 24"/>
                <a:gd name="T8" fmla="*/ 9 w 24"/>
                <a:gd name="T9" fmla="*/ 1 h 24"/>
                <a:gd name="T10" fmla="*/ 9 w 24"/>
                <a:gd name="T11" fmla="*/ 1 h 24"/>
                <a:gd name="T12" fmla="*/ 22 w 24"/>
                <a:gd name="T13" fmla="*/ 9 h 24"/>
                <a:gd name="T14" fmla="*/ 22 w 24"/>
                <a:gd name="T15" fmla="*/ 9 h 24"/>
                <a:gd name="T16" fmla="*/ 14 w 24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20" name="Freeform 1011"/>
            <p:cNvSpPr/>
            <p:nvPr/>
          </p:nvSpPr>
          <p:spPr bwMode="auto">
            <a:xfrm>
              <a:off x="6115050" y="6272213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9 w 24"/>
                <a:gd name="T9" fmla="*/ 1 h 24"/>
                <a:gd name="T10" fmla="*/ 9 w 24"/>
                <a:gd name="T11" fmla="*/ 1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6"/>
                    <a:pt x="20" y="21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21" name="Freeform 1012"/>
            <p:cNvSpPr/>
            <p:nvPr/>
          </p:nvSpPr>
          <p:spPr bwMode="auto">
            <a:xfrm>
              <a:off x="6107113" y="6249988"/>
              <a:ext cx="173037" cy="174625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5 h 24"/>
                <a:gd name="T6" fmla="*/ 1 w 24"/>
                <a:gd name="T7" fmla="*/ 15 h 24"/>
                <a:gd name="T8" fmla="*/ 10 w 24"/>
                <a:gd name="T9" fmla="*/ 2 h 24"/>
                <a:gd name="T10" fmla="*/ 10 w 24"/>
                <a:gd name="T11" fmla="*/ 2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3" y="20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9"/>
                    <a:pt x="4" y="3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22" name="Freeform 1013"/>
            <p:cNvSpPr/>
            <p:nvPr/>
          </p:nvSpPr>
          <p:spPr bwMode="auto">
            <a:xfrm>
              <a:off x="6273800" y="5745163"/>
              <a:ext cx="173037" cy="173038"/>
            </a:xfrm>
            <a:custGeom>
              <a:avLst/>
              <a:gdLst>
                <a:gd name="T0" fmla="*/ 14 w 24"/>
                <a:gd name="T1" fmla="*/ 23 h 24"/>
                <a:gd name="T2" fmla="*/ 14 w 24"/>
                <a:gd name="T3" fmla="*/ 23 h 24"/>
                <a:gd name="T4" fmla="*/ 1 w 24"/>
                <a:gd name="T5" fmla="*/ 14 h 24"/>
                <a:gd name="T6" fmla="*/ 1 w 24"/>
                <a:gd name="T7" fmla="*/ 14 h 24"/>
                <a:gd name="T8" fmla="*/ 9 w 24"/>
                <a:gd name="T9" fmla="*/ 2 h 24"/>
                <a:gd name="T10" fmla="*/ 9 w 24"/>
                <a:gd name="T11" fmla="*/ 2 h 24"/>
                <a:gd name="T12" fmla="*/ 22 w 24"/>
                <a:gd name="T13" fmla="*/ 10 h 24"/>
                <a:gd name="T14" fmla="*/ 22 w 24"/>
                <a:gd name="T15" fmla="*/ 10 h 24"/>
                <a:gd name="T16" fmla="*/ 14 w 24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3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8" y="24"/>
                    <a:pt x="2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9"/>
                    <a:pt x="4" y="3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5" y="0"/>
                    <a:pt x="21" y="4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6"/>
                    <a:pt x="20" y="22"/>
                    <a:pt x="14" y="23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23" name="Freeform 1014"/>
            <p:cNvSpPr/>
            <p:nvPr/>
          </p:nvSpPr>
          <p:spPr bwMode="auto">
            <a:xfrm>
              <a:off x="6265863" y="5730875"/>
              <a:ext cx="173037" cy="173038"/>
            </a:xfrm>
            <a:custGeom>
              <a:avLst/>
              <a:gdLst>
                <a:gd name="T0" fmla="*/ 14 w 24"/>
                <a:gd name="T1" fmla="*/ 22 h 24"/>
                <a:gd name="T2" fmla="*/ 14 w 24"/>
                <a:gd name="T3" fmla="*/ 22 h 24"/>
                <a:gd name="T4" fmla="*/ 1 w 24"/>
                <a:gd name="T5" fmla="*/ 14 h 24"/>
                <a:gd name="T6" fmla="*/ 1 w 24"/>
                <a:gd name="T7" fmla="*/ 14 h 24"/>
                <a:gd name="T8" fmla="*/ 10 w 24"/>
                <a:gd name="T9" fmla="*/ 1 h 24"/>
                <a:gd name="T10" fmla="*/ 10 w 24"/>
                <a:gd name="T11" fmla="*/ 1 h 24"/>
                <a:gd name="T12" fmla="*/ 23 w 24"/>
                <a:gd name="T13" fmla="*/ 10 h 24"/>
                <a:gd name="T14" fmla="*/ 23 w 24"/>
                <a:gd name="T15" fmla="*/ 10 h 24"/>
                <a:gd name="T16" fmla="*/ 14 w 24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8" y="24"/>
                    <a:pt x="3" y="20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6" y="0"/>
                    <a:pt x="22" y="4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5"/>
                    <a:pt x="20" y="21"/>
                    <a:pt x="14" y="2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24" name="Freeform 1015"/>
            <p:cNvSpPr/>
            <p:nvPr/>
          </p:nvSpPr>
          <p:spPr bwMode="auto">
            <a:xfrm>
              <a:off x="6310313" y="6019800"/>
              <a:ext cx="244475" cy="382588"/>
            </a:xfrm>
            <a:custGeom>
              <a:avLst/>
              <a:gdLst>
                <a:gd name="T0" fmla="*/ 29 w 34"/>
                <a:gd name="T1" fmla="*/ 50 h 53"/>
                <a:gd name="T2" fmla="*/ 14 w 34"/>
                <a:gd name="T3" fmla="*/ 53 h 53"/>
                <a:gd name="T4" fmla="*/ 9 w 34"/>
                <a:gd name="T5" fmla="*/ 49 h 53"/>
                <a:gd name="T6" fmla="*/ 0 w 34"/>
                <a:gd name="T7" fmla="*/ 9 h 53"/>
                <a:gd name="T8" fmla="*/ 4 w 34"/>
                <a:gd name="T9" fmla="*/ 3 h 53"/>
                <a:gd name="T10" fmla="*/ 19 w 34"/>
                <a:gd name="T11" fmla="*/ 0 h 53"/>
                <a:gd name="T12" fmla="*/ 25 w 34"/>
                <a:gd name="T13" fmla="*/ 4 h 53"/>
                <a:gd name="T14" fmla="*/ 33 w 34"/>
                <a:gd name="T15" fmla="*/ 44 h 53"/>
                <a:gd name="T16" fmla="*/ 29 w 34"/>
                <a:gd name="T17" fmla="*/ 5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53">
                  <a:moveTo>
                    <a:pt x="29" y="50"/>
                  </a:moveTo>
                  <a:cubicBezTo>
                    <a:pt x="14" y="53"/>
                    <a:pt x="14" y="53"/>
                    <a:pt x="14" y="53"/>
                  </a:cubicBezTo>
                  <a:cubicBezTo>
                    <a:pt x="12" y="53"/>
                    <a:pt x="9" y="52"/>
                    <a:pt x="9" y="4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2" y="4"/>
                    <a:pt x="4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2" y="0"/>
                    <a:pt x="24" y="1"/>
                    <a:pt x="25" y="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4" y="47"/>
                    <a:pt x="32" y="49"/>
                    <a:pt x="29" y="50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25" name="Freeform 1016"/>
            <p:cNvSpPr/>
            <p:nvPr/>
          </p:nvSpPr>
          <p:spPr bwMode="auto">
            <a:xfrm>
              <a:off x="6302375" y="5997575"/>
              <a:ext cx="246062" cy="382588"/>
            </a:xfrm>
            <a:custGeom>
              <a:avLst/>
              <a:gdLst>
                <a:gd name="T0" fmla="*/ 30 w 34"/>
                <a:gd name="T1" fmla="*/ 50 h 53"/>
                <a:gd name="T2" fmla="*/ 15 w 34"/>
                <a:gd name="T3" fmla="*/ 53 h 53"/>
                <a:gd name="T4" fmla="*/ 9 w 34"/>
                <a:gd name="T5" fmla="*/ 49 h 53"/>
                <a:gd name="T6" fmla="*/ 1 w 34"/>
                <a:gd name="T7" fmla="*/ 9 h 53"/>
                <a:gd name="T8" fmla="*/ 4 w 34"/>
                <a:gd name="T9" fmla="*/ 4 h 53"/>
                <a:gd name="T10" fmla="*/ 20 w 34"/>
                <a:gd name="T11" fmla="*/ 0 h 53"/>
                <a:gd name="T12" fmla="*/ 25 w 34"/>
                <a:gd name="T13" fmla="*/ 4 h 53"/>
                <a:gd name="T14" fmla="*/ 33 w 34"/>
                <a:gd name="T15" fmla="*/ 44 h 53"/>
                <a:gd name="T16" fmla="*/ 30 w 34"/>
                <a:gd name="T17" fmla="*/ 5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53">
                  <a:moveTo>
                    <a:pt x="30" y="50"/>
                  </a:moveTo>
                  <a:cubicBezTo>
                    <a:pt x="15" y="53"/>
                    <a:pt x="15" y="53"/>
                    <a:pt x="15" y="53"/>
                  </a:cubicBezTo>
                  <a:cubicBezTo>
                    <a:pt x="12" y="53"/>
                    <a:pt x="10" y="52"/>
                    <a:pt x="9" y="4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7"/>
                    <a:pt x="2" y="4"/>
                    <a:pt x="4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2" y="0"/>
                    <a:pt x="25" y="2"/>
                    <a:pt x="25" y="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4" y="47"/>
                    <a:pt x="32" y="49"/>
                    <a:pt x="30" y="50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03" name="组合 1102"/>
          <p:cNvGrpSpPr/>
          <p:nvPr/>
        </p:nvGrpSpPr>
        <p:grpSpPr>
          <a:xfrm>
            <a:off x="4271856" y="736502"/>
            <a:ext cx="1940875" cy="1666995"/>
            <a:chOff x="571501" y="-28575"/>
            <a:chExt cx="2598737" cy="2232025"/>
          </a:xfrm>
        </p:grpSpPr>
        <p:sp>
          <p:nvSpPr>
            <p:cNvPr id="1049" name="Freeform 1040"/>
            <p:cNvSpPr/>
            <p:nvPr/>
          </p:nvSpPr>
          <p:spPr bwMode="auto">
            <a:xfrm>
              <a:off x="571501" y="101600"/>
              <a:ext cx="2598737" cy="2101850"/>
            </a:xfrm>
            <a:custGeom>
              <a:avLst/>
              <a:gdLst>
                <a:gd name="T0" fmla="*/ 354 w 360"/>
                <a:gd name="T1" fmla="*/ 236 h 291"/>
                <a:gd name="T2" fmla="*/ 48 w 360"/>
                <a:gd name="T3" fmla="*/ 290 h 291"/>
                <a:gd name="T4" fmla="*/ 40 w 360"/>
                <a:gd name="T5" fmla="*/ 284 h 291"/>
                <a:gd name="T6" fmla="*/ 1 w 360"/>
                <a:gd name="T7" fmla="*/ 63 h 291"/>
                <a:gd name="T8" fmla="*/ 7 w 360"/>
                <a:gd name="T9" fmla="*/ 55 h 291"/>
                <a:gd name="T10" fmla="*/ 312 w 360"/>
                <a:gd name="T11" fmla="*/ 1 h 291"/>
                <a:gd name="T12" fmla="*/ 320 w 360"/>
                <a:gd name="T13" fmla="*/ 6 h 291"/>
                <a:gd name="T14" fmla="*/ 360 w 360"/>
                <a:gd name="T15" fmla="*/ 228 h 291"/>
                <a:gd name="T16" fmla="*/ 354 w 360"/>
                <a:gd name="T17" fmla="*/ 23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0" h="291">
                  <a:moveTo>
                    <a:pt x="354" y="236"/>
                  </a:moveTo>
                  <a:cubicBezTo>
                    <a:pt x="48" y="290"/>
                    <a:pt x="48" y="290"/>
                    <a:pt x="48" y="290"/>
                  </a:cubicBezTo>
                  <a:cubicBezTo>
                    <a:pt x="44" y="291"/>
                    <a:pt x="41" y="288"/>
                    <a:pt x="40" y="284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0" y="59"/>
                    <a:pt x="3" y="56"/>
                    <a:pt x="7" y="55"/>
                  </a:cubicBezTo>
                  <a:cubicBezTo>
                    <a:pt x="312" y="1"/>
                    <a:pt x="312" y="1"/>
                    <a:pt x="312" y="1"/>
                  </a:cubicBezTo>
                  <a:cubicBezTo>
                    <a:pt x="316" y="0"/>
                    <a:pt x="320" y="3"/>
                    <a:pt x="320" y="6"/>
                  </a:cubicBezTo>
                  <a:cubicBezTo>
                    <a:pt x="360" y="228"/>
                    <a:pt x="360" y="228"/>
                    <a:pt x="360" y="228"/>
                  </a:cubicBezTo>
                  <a:cubicBezTo>
                    <a:pt x="360" y="231"/>
                    <a:pt x="358" y="235"/>
                    <a:pt x="354" y="236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0" name="Freeform 1041"/>
            <p:cNvSpPr/>
            <p:nvPr/>
          </p:nvSpPr>
          <p:spPr bwMode="auto">
            <a:xfrm>
              <a:off x="622301" y="144463"/>
              <a:ext cx="2490787" cy="1979613"/>
            </a:xfrm>
            <a:custGeom>
              <a:avLst/>
              <a:gdLst>
                <a:gd name="T0" fmla="*/ 1569 w 1569"/>
                <a:gd name="T1" fmla="*/ 1002 h 1247"/>
                <a:gd name="T2" fmla="*/ 182 w 1569"/>
                <a:gd name="T3" fmla="*/ 1247 h 1247"/>
                <a:gd name="T4" fmla="*/ 0 w 1569"/>
                <a:gd name="T5" fmla="*/ 246 h 1247"/>
                <a:gd name="T6" fmla="*/ 1391 w 1569"/>
                <a:gd name="T7" fmla="*/ 0 h 1247"/>
                <a:gd name="T8" fmla="*/ 1569 w 1569"/>
                <a:gd name="T9" fmla="*/ 1002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9" h="1247">
                  <a:moveTo>
                    <a:pt x="1569" y="1002"/>
                  </a:moveTo>
                  <a:lnTo>
                    <a:pt x="182" y="1247"/>
                  </a:lnTo>
                  <a:lnTo>
                    <a:pt x="0" y="246"/>
                  </a:lnTo>
                  <a:lnTo>
                    <a:pt x="1391" y="0"/>
                  </a:lnTo>
                  <a:lnTo>
                    <a:pt x="1569" y="1002"/>
                  </a:lnTo>
                  <a:close/>
                </a:path>
              </a:pathLst>
            </a:custGeom>
            <a:solidFill>
              <a:srgbClr val="B83B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1" name="Freeform 1042"/>
            <p:cNvSpPr/>
            <p:nvPr/>
          </p:nvSpPr>
          <p:spPr bwMode="auto">
            <a:xfrm>
              <a:off x="658813" y="93663"/>
              <a:ext cx="2409825" cy="1958975"/>
            </a:xfrm>
            <a:custGeom>
              <a:avLst/>
              <a:gdLst>
                <a:gd name="T0" fmla="*/ 334 w 334"/>
                <a:gd name="T1" fmla="*/ 219 h 271"/>
                <a:gd name="T2" fmla="*/ 295 w 334"/>
                <a:gd name="T3" fmla="*/ 0 h 271"/>
                <a:gd name="T4" fmla="*/ 152 w 334"/>
                <a:gd name="T5" fmla="*/ 52 h 271"/>
                <a:gd name="T6" fmla="*/ 0 w 334"/>
                <a:gd name="T7" fmla="*/ 53 h 271"/>
                <a:gd name="T8" fmla="*/ 39 w 334"/>
                <a:gd name="T9" fmla="*/ 271 h 271"/>
                <a:gd name="T10" fmla="*/ 334 w 334"/>
                <a:gd name="T11" fmla="*/ 219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4" h="271">
                  <a:moveTo>
                    <a:pt x="334" y="219"/>
                  </a:moveTo>
                  <a:cubicBezTo>
                    <a:pt x="295" y="0"/>
                    <a:pt x="295" y="0"/>
                    <a:pt x="295" y="0"/>
                  </a:cubicBezTo>
                  <a:cubicBezTo>
                    <a:pt x="184" y="3"/>
                    <a:pt x="152" y="52"/>
                    <a:pt x="152" y="52"/>
                  </a:cubicBezTo>
                  <a:cubicBezTo>
                    <a:pt x="152" y="52"/>
                    <a:pt x="105" y="17"/>
                    <a:pt x="0" y="53"/>
                  </a:cubicBezTo>
                  <a:cubicBezTo>
                    <a:pt x="39" y="271"/>
                    <a:pt x="39" y="271"/>
                    <a:pt x="39" y="271"/>
                  </a:cubicBezTo>
                  <a:lnTo>
                    <a:pt x="334" y="219"/>
                  </a:lnTo>
                  <a:close/>
                </a:path>
              </a:pathLst>
            </a:custGeom>
            <a:solidFill>
              <a:srgbClr val="D0D1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2" name="Freeform 1043"/>
            <p:cNvSpPr/>
            <p:nvPr/>
          </p:nvSpPr>
          <p:spPr bwMode="auto">
            <a:xfrm>
              <a:off x="636588" y="-28575"/>
              <a:ext cx="2411412" cy="1958975"/>
            </a:xfrm>
            <a:custGeom>
              <a:avLst/>
              <a:gdLst>
                <a:gd name="T0" fmla="*/ 334 w 334"/>
                <a:gd name="T1" fmla="*/ 218 h 271"/>
                <a:gd name="T2" fmla="*/ 295 w 334"/>
                <a:gd name="T3" fmla="*/ 0 h 271"/>
                <a:gd name="T4" fmla="*/ 152 w 334"/>
                <a:gd name="T5" fmla="*/ 52 h 271"/>
                <a:gd name="T6" fmla="*/ 0 w 334"/>
                <a:gd name="T7" fmla="*/ 52 h 271"/>
                <a:gd name="T8" fmla="*/ 39 w 334"/>
                <a:gd name="T9" fmla="*/ 271 h 271"/>
                <a:gd name="T10" fmla="*/ 334 w 334"/>
                <a:gd name="T11" fmla="*/ 21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4" h="271">
                  <a:moveTo>
                    <a:pt x="334" y="218"/>
                  </a:moveTo>
                  <a:cubicBezTo>
                    <a:pt x="295" y="0"/>
                    <a:pt x="295" y="0"/>
                    <a:pt x="295" y="0"/>
                  </a:cubicBezTo>
                  <a:cubicBezTo>
                    <a:pt x="184" y="2"/>
                    <a:pt x="152" y="52"/>
                    <a:pt x="152" y="52"/>
                  </a:cubicBezTo>
                  <a:cubicBezTo>
                    <a:pt x="152" y="52"/>
                    <a:pt x="105" y="17"/>
                    <a:pt x="0" y="52"/>
                  </a:cubicBezTo>
                  <a:cubicBezTo>
                    <a:pt x="39" y="271"/>
                    <a:pt x="39" y="271"/>
                    <a:pt x="39" y="271"/>
                  </a:cubicBezTo>
                  <a:lnTo>
                    <a:pt x="334" y="218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3" name="Freeform 1044"/>
            <p:cNvSpPr/>
            <p:nvPr/>
          </p:nvSpPr>
          <p:spPr bwMode="auto">
            <a:xfrm>
              <a:off x="1733551" y="-28575"/>
              <a:ext cx="1314450" cy="1770063"/>
            </a:xfrm>
            <a:custGeom>
              <a:avLst/>
              <a:gdLst>
                <a:gd name="T0" fmla="*/ 143 w 182"/>
                <a:gd name="T1" fmla="*/ 0 h 245"/>
                <a:gd name="T2" fmla="*/ 0 w 182"/>
                <a:gd name="T3" fmla="*/ 52 h 245"/>
                <a:gd name="T4" fmla="*/ 34 w 182"/>
                <a:gd name="T5" fmla="*/ 245 h 245"/>
                <a:gd name="T6" fmla="*/ 182 w 182"/>
                <a:gd name="T7" fmla="*/ 218 h 245"/>
                <a:gd name="T8" fmla="*/ 143 w 182"/>
                <a:gd name="T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" h="245">
                  <a:moveTo>
                    <a:pt x="143" y="0"/>
                  </a:moveTo>
                  <a:cubicBezTo>
                    <a:pt x="32" y="2"/>
                    <a:pt x="0" y="52"/>
                    <a:pt x="0" y="52"/>
                  </a:cubicBezTo>
                  <a:cubicBezTo>
                    <a:pt x="34" y="245"/>
                    <a:pt x="34" y="245"/>
                    <a:pt x="34" y="245"/>
                  </a:cubicBezTo>
                  <a:cubicBezTo>
                    <a:pt x="182" y="218"/>
                    <a:pt x="182" y="218"/>
                    <a:pt x="182" y="218"/>
                  </a:cubicBezTo>
                  <a:lnTo>
                    <a:pt x="143" y="0"/>
                  </a:lnTo>
                  <a:close/>
                </a:path>
              </a:pathLst>
            </a:custGeom>
            <a:solidFill>
              <a:srgbClr val="F3F3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10" name="组合 1109"/>
          <p:cNvGrpSpPr/>
          <p:nvPr/>
        </p:nvGrpSpPr>
        <p:grpSpPr>
          <a:xfrm>
            <a:off x="7550153" y="587738"/>
            <a:ext cx="1735761" cy="1695450"/>
            <a:chOff x="4576763" y="-260350"/>
            <a:chExt cx="2324100" cy="2270125"/>
          </a:xfrm>
        </p:grpSpPr>
        <p:sp>
          <p:nvSpPr>
            <p:cNvPr id="929" name="Freeform 920"/>
            <p:cNvSpPr/>
            <p:nvPr/>
          </p:nvSpPr>
          <p:spPr bwMode="auto">
            <a:xfrm>
              <a:off x="5154613" y="498475"/>
              <a:ext cx="1400175" cy="1452563"/>
            </a:xfrm>
            <a:custGeom>
              <a:avLst/>
              <a:gdLst>
                <a:gd name="T0" fmla="*/ 5 w 194"/>
                <a:gd name="T1" fmla="*/ 131 h 201"/>
                <a:gd name="T2" fmla="*/ 6 w 194"/>
                <a:gd name="T3" fmla="*/ 130 h 201"/>
                <a:gd name="T4" fmla="*/ 14 w 194"/>
                <a:gd name="T5" fmla="*/ 129 h 201"/>
                <a:gd name="T6" fmla="*/ 15 w 194"/>
                <a:gd name="T7" fmla="*/ 138 h 201"/>
                <a:gd name="T8" fmla="*/ 15 w 194"/>
                <a:gd name="T9" fmla="*/ 139 h 201"/>
                <a:gd name="T10" fmla="*/ 19 w 194"/>
                <a:gd name="T11" fmla="*/ 142 h 201"/>
                <a:gd name="T12" fmla="*/ 19 w 194"/>
                <a:gd name="T13" fmla="*/ 141 h 201"/>
                <a:gd name="T14" fmla="*/ 28 w 194"/>
                <a:gd name="T15" fmla="*/ 140 h 201"/>
                <a:gd name="T16" fmla="*/ 29 w 194"/>
                <a:gd name="T17" fmla="*/ 149 h 201"/>
                <a:gd name="T18" fmla="*/ 28 w 194"/>
                <a:gd name="T19" fmla="*/ 150 h 201"/>
                <a:gd name="T20" fmla="*/ 33 w 194"/>
                <a:gd name="T21" fmla="*/ 154 h 201"/>
                <a:gd name="T22" fmla="*/ 34 w 194"/>
                <a:gd name="T23" fmla="*/ 153 h 201"/>
                <a:gd name="T24" fmla="*/ 42 w 194"/>
                <a:gd name="T25" fmla="*/ 152 h 201"/>
                <a:gd name="T26" fmla="*/ 43 w 194"/>
                <a:gd name="T27" fmla="*/ 161 h 201"/>
                <a:gd name="T28" fmla="*/ 43 w 194"/>
                <a:gd name="T29" fmla="*/ 161 h 201"/>
                <a:gd name="T30" fmla="*/ 48 w 194"/>
                <a:gd name="T31" fmla="*/ 165 h 201"/>
                <a:gd name="T32" fmla="*/ 48 w 194"/>
                <a:gd name="T33" fmla="*/ 165 h 201"/>
                <a:gd name="T34" fmla="*/ 57 w 194"/>
                <a:gd name="T35" fmla="*/ 164 h 201"/>
                <a:gd name="T36" fmla="*/ 58 w 194"/>
                <a:gd name="T37" fmla="*/ 172 h 201"/>
                <a:gd name="T38" fmla="*/ 57 w 194"/>
                <a:gd name="T39" fmla="*/ 173 h 201"/>
                <a:gd name="T40" fmla="*/ 62 w 194"/>
                <a:gd name="T41" fmla="*/ 177 h 201"/>
                <a:gd name="T42" fmla="*/ 63 w 194"/>
                <a:gd name="T43" fmla="*/ 176 h 201"/>
                <a:gd name="T44" fmla="*/ 71 w 194"/>
                <a:gd name="T45" fmla="*/ 176 h 201"/>
                <a:gd name="T46" fmla="*/ 72 w 194"/>
                <a:gd name="T47" fmla="*/ 184 h 201"/>
                <a:gd name="T48" fmla="*/ 72 w 194"/>
                <a:gd name="T49" fmla="*/ 185 h 201"/>
                <a:gd name="T50" fmla="*/ 77 w 194"/>
                <a:gd name="T51" fmla="*/ 189 h 201"/>
                <a:gd name="T52" fmla="*/ 77 w 194"/>
                <a:gd name="T53" fmla="*/ 188 h 201"/>
                <a:gd name="T54" fmla="*/ 86 w 194"/>
                <a:gd name="T55" fmla="*/ 187 h 201"/>
                <a:gd name="T56" fmla="*/ 87 w 194"/>
                <a:gd name="T57" fmla="*/ 196 h 201"/>
                <a:gd name="T58" fmla="*/ 86 w 194"/>
                <a:gd name="T59" fmla="*/ 196 h 201"/>
                <a:gd name="T60" fmla="*/ 92 w 194"/>
                <a:gd name="T61" fmla="*/ 201 h 201"/>
                <a:gd name="T62" fmla="*/ 194 w 194"/>
                <a:gd name="T63" fmla="*/ 74 h 201"/>
                <a:gd name="T64" fmla="*/ 102 w 194"/>
                <a:gd name="T65" fmla="*/ 0 h 201"/>
                <a:gd name="T66" fmla="*/ 0 w 194"/>
                <a:gd name="T67" fmla="*/ 127 h 201"/>
                <a:gd name="T68" fmla="*/ 5 w 194"/>
                <a:gd name="T69" fmla="*/ 13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4" h="201">
                  <a:moveTo>
                    <a:pt x="5" y="131"/>
                  </a:moveTo>
                  <a:cubicBezTo>
                    <a:pt x="5" y="131"/>
                    <a:pt x="5" y="130"/>
                    <a:pt x="6" y="130"/>
                  </a:cubicBezTo>
                  <a:cubicBezTo>
                    <a:pt x="8" y="128"/>
                    <a:pt x="12" y="127"/>
                    <a:pt x="14" y="129"/>
                  </a:cubicBezTo>
                  <a:cubicBezTo>
                    <a:pt x="17" y="131"/>
                    <a:pt x="17" y="135"/>
                    <a:pt x="15" y="138"/>
                  </a:cubicBezTo>
                  <a:cubicBezTo>
                    <a:pt x="15" y="138"/>
                    <a:pt x="15" y="138"/>
                    <a:pt x="15" y="139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19" y="142"/>
                    <a:pt x="19" y="141"/>
                    <a:pt x="19" y="141"/>
                  </a:cubicBezTo>
                  <a:cubicBezTo>
                    <a:pt x="21" y="139"/>
                    <a:pt x="25" y="138"/>
                    <a:pt x="28" y="140"/>
                  </a:cubicBezTo>
                  <a:cubicBezTo>
                    <a:pt x="30" y="143"/>
                    <a:pt x="31" y="146"/>
                    <a:pt x="29" y="149"/>
                  </a:cubicBezTo>
                  <a:cubicBezTo>
                    <a:pt x="29" y="149"/>
                    <a:pt x="28" y="149"/>
                    <a:pt x="28" y="150"/>
                  </a:cubicBezTo>
                  <a:cubicBezTo>
                    <a:pt x="33" y="154"/>
                    <a:pt x="33" y="154"/>
                    <a:pt x="33" y="154"/>
                  </a:cubicBezTo>
                  <a:cubicBezTo>
                    <a:pt x="33" y="153"/>
                    <a:pt x="34" y="153"/>
                    <a:pt x="34" y="153"/>
                  </a:cubicBezTo>
                  <a:cubicBezTo>
                    <a:pt x="36" y="150"/>
                    <a:pt x="40" y="150"/>
                    <a:pt x="42" y="152"/>
                  </a:cubicBezTo>
                  <a:cubicBezTo>
                    <a:pt x="45" y="154"/>
                    <a:pt x="45" y="158"/>
                    <a:pt x="43" y="161"/>
                  </a:cubicBezTo>
                  <a:cubicBezTo>
                    <a:pt x="43" y="161"/>
                    <a:pt x="43" y="161"/>
                    <a:pt x="43" y="161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50" y="162"/>
                    <a:pt x="54" y="162"/>
                    <a:pt x="57" y="164"/>
                  </a:cubicBezTo>
                  <a:cubicBezTo>
                    <a:pt x="60" y="166"/>
                    <a:pt x="60" y="170"/>
                    <a:pt x="58" y="172"/>
                  </a:cubicBezTo>
                  <a:cubicBezTo>
                    <a:pt x="58" y="173"/>
                    <a:pt x="57" y="173"/>
                    <a:pt x="57" y="173"/>
                  </a:cubicBezTo>
                  <a:cubicBezTo>
                    <a:pt x="62" y="177"/>
                    <a:pt x="62" y="177"/>
                    <a:pt x="62" y="177"/>
                  </a:cubicBezTo>
                  <a:cubicBezTo>
                    <a:pt x="62" y="177"/>
                    <a:pt x="63" y="177"/>
                    <a:pt x="63" y="176"/>
                  </a:cubicBezTo>
                  <a:cubicBezTo>
                    <a:pt x="65" y="174"/>
                    <a:pt x="69" y="173"/>
                    <a:pt x="71" y="176"/>
                  </a:cubicBezTo>
                  <a:cubicBezTo>
                    <a:pt x="74" y="178"/>
                    <a:pt x="74" y="182"/>
                    <a:pt x="72" y="184"/>
                  </a:cubicBezTo>
                  <a:cubicBezTo>
                    <a:pt x="72" y="184"/>
                    <a:pt x="72" y="185"/>
                    <a:pt x="72" y="185"/>
                  </a:cubicBezTo>
                  <a:cubicBezTo>
                    <a:pt x="77" y="189"/>
                    <a:pt x="77" y="189"/>
                    <a:pt x="77" y="189"/>
                  </a:cubicBezTo>
                  <a:cubicBezTo>
                    <a:pt x="77" y="189"/>
                    <a:pt x="77" y="188"/>
                    <a:pt x="77" y="188"/>
                  </a:cubicBezTo>
                  <a:cubicBezTo>
                    <a:pt x="79" y="186"/>
                    <a:pt x="83" y="185"/>
                    <a:pt x="86" y="187"/>
                  </a:cubicBezTo>
                  <a:cubicBezTo>
                    <a:pt x="89" y="189"/>
                    <a:pt x="89" y="193"/>
                    <a:pt x="87" y="196"/>
                  </a:cubicBezTo>
                  <a:cubicBezTo>
                    <a:pt x="87" y="196"/>
                    <a:pt x="86" y="196"/>
                    <a:pt x="86" y="196"/>
                  </a:cubicBezTo>
                  <a:cubicBezTo>
                    <a:pt x="92" y="201"/>
                    <a:pt x="92" y="201"/>
                    <a:pt x="92" y="201"/>
                  </a:cubicBezTo>
                  <a:cubicBezTo>
                    <a:pt x="194" y="74"/>
                    <a:pt x="194" y="74"/>
                    <a:pt x="194" y="74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0" y="127"/>
                    <a:pt x="0" y="127"/>
                    <a:pt x="0" y="127"/>
                  </a:cubicBezTo>
                  <a:lnTo>
                    <a:pt x="5" y="131"/>
                  </a:lnTo>
                  <a:close/>
                </a:path>
              </a:pathLst>
            </a:custGeom>
            <a:solidFill>
              <a:srgbClr val="D0D1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4" name="Freeform 1045"/>
            <p:cNvSpPr>
              <a:spLocks noEditPoints="1"/>
            </p:cNvSpPr>
            <p:nvPr/>
          </p:nvSpPr>
          <p:spPr bwMode="auto">
            <a:xfrm>
              <a:off x="4576763" y="-260350"/>
              <a:ext cx="2324100" cy="2270125"/>
            </a:xfrm>
            <a:custGeom>
              <a:avLst/>
              <a:gdLst>
                <a:gd name="T0" fmla="*/ 0 w 1464"/>
                <a:gd name="T1" fmla="*/ 1006 h 1430"/>
                <a:gd name="T2" fmla="*/ 1464 w 1464"/>
                <a:gd name="T3" fmla="*/ 1430 h 1430"/>
                <a:gd name="T4" fmla="*/ 319 w 1464"/>
                <a:gd name="T5" fmla="*/ 0 h 1430"/>
                <a:gd name="T6" fmla="*/ 0 w 1464"/>
                <a:gd name="T7" fmla="*/ 1006 h 1430"/>
                <a:gd name="T8" fmla="*/ 337 w 1464"/>
                <a:gd name="T9" fmla="*/ 824 h 1430"/>
                <a:gd name="T10" fmla="*/ 432 w 1464"/>
                <a:gd name="T11" fmla="*/ 510 h 1430"/>
                <a:gd name="T12" fmla="*/ 792 w 1464"/>
                <a:gd name="T13" fmla="*/ 956 h 1430"/>
                <a:gd name="T14" fmla="*/ 337 w 1464"/>
                <a:gd name="T15" fmla="*/ 824 h 1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4" h="1430">
                  <a:moveTo>
                    <a:pt x="0" y="1006"/>
                  </a:moveTo>
                  <a:lnTo>
                    <a:pt x="1464" y="1430"/>
                  </a:lnTo>
                  <a:lnTo>
                    <a:pt x="319" y="0"/>
                  </a:lnTo>
                  <a:lnTo>
                    <a:pt x="0" y="1006"/>
                  </a:lnTo>
                  <a:close/>
                  <a:moveTo>
                    <a:pt x="337" y="824"/>
                  </a:moveTo>
                  <a:lnTo>
                    <a:pt x="432" y="510"/>
                  </a:lnTo>
                  <a:lnTo>
                    <a:pt x="792" y="956"/>
                  </a:lnTo>
                  <a:lnTo>
                    <a:pt x="337" y="824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5" name="Freeform 1046"/>
            <p:cNvSpPr/>
            <p:nvPr/>
          </p:nvSpPr>
          <p:spPr bwMode="auto">
            <a:xfrm>
              <a:off x="6526213" y="1704975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2 w 41"/>
                <a:gd name="T3" fmla="*/ 0 h 37"/>
                <a:gd name="T4" fmla="*/ 41 w 41"/>
                <a:gd name="T5" fmla="*/ 10 h 37"/>
                <a:gd name="T6" fmla="*/ 5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2" y="0"/>
                  </a:lnTo>
                  <a:lnTo>
                    <a:pt x="41" y="10"/>
                  </a:lnTo>
                  <a:lnTo>
                    <a:pt x="5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6" name="Freeform 1047"/>
            <p:cNvSpPr/>
            <p:nvPr/>
          </p:nvSpPr>
          <p:spPr bwMode="auto">
            <a:xfrm>
              <a:off x="6483350" y="1655763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7" name="Freeform 1048"/>
            <p:cNvSpPr/>
            <p:nvPr/>
          </p:nvSpPr>
          <p:spPr bwMode="auto">
            <a:xfrm>
              <a:off x="6438900" y="1604963"/>
              <a:ext cx="73025" cy="57150"/>
            </a:xfrm>
            <a:custGeom>
              <a:avLst/>
              <a:gdLst>
                <a:gd name="T0" fmla="*/ 0 w 46"/>
                <a:gd name="T1" fmla="*/ 32 h 36"/>
                <a:gd name="T2" fmla="*/ 37 w 46"/>
                <a:gd name="T3" fmla="*/ 0 h 36"/>
                <a:gd name="T4" fmla="*/ 46 w 46"/>
                <a:gd name="T5" fmla="*/ 9 h 36"/>
                <a:gd name="T6" fmla="*/ 9 w 46"/>
                <a:gd name="T7" fmla="*/ 36 h 36"/>
                <a:gd name="T8" fmla="*/ 0 w 46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0" y="32"/>
                  </a:moveTo>
                  <a:lnTo>
                    <a:pt x="37" y="0"/>
                  </a:lnTo>
                  <a:lnTo>
                    <a:pt x="46" y="9"/>
                  </a:lnTo>
                  <a:lnTo>
                    <a:pt x="9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8" name="Freeform 1049"/>
            <p:cNvSpPr/>
            <p:nvPr/>
          </p:nvSpPr>
          <p:spPr bwMode="auto">
            <a:xfrm>
              <a:off x="6403975" y="1554163"/>
              <a:ext cx="65087" cy="65088"/>
            </a:xfrm>
            <a:custGeom>
              <a:avLst/>
              <a:gdLst>
                <a:gd name="T0" fmla="*/ 0 w 41"/>
                <a:gd name="T1" fmla="*/ 32 h 41"/>
                <a:gd name="T2" fmla="*/ 36 w 41"/>
                <a:gd name="T3" fmla="*/ 0 h 41"/>
                <a:gd name="T4" fmla="*/ 41 w 41"/>
                <a:gd name="T5" fmla="*/ 9 h 41"/>
                <a:gd name="T6" fmla="*/ 4 w 41"/>
                <a:gd name="T7" fmla="*/ 41 h 41"/>
                <a:gd name="T8" fmla="*/ 0 w 41"/>
                <a:gd name="T9" fmla="*/ 3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2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4" y="41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9" name="Freeform 1050"/>
            <p:cNvSpPr/>
            <p:nvPr/>
          </p:nvSpPr>
          <p:spPr bwMode="auto">
            <a:xfrm>
              <a:off x="6288088" y="1511300"/>
              <a:ext cx="144462" cy="114300"/>
            </a:xfrm>
            <a:custGeom>
              <a:avLst/>
              <a:gdLst>
                <a:gd name="T0" fmla="*/ 0 w 91"/>
                <a:gd name="T1" fmla="*/ 63 h 72"/>
                <a:gd name="T2" fmla="*/ 82 w 91"/>
                <a:gd name="T3" fmla="*/ 0 h 72"/>
                <a:gd name="T4" fmla="*/ 91 w 91"/>
                <a:gd name="T5" fmla="*/ 4 h 72"/>
                <a:gd name="T6" fmla="*/ 4 w 91"/>
                <a:gd name="T7" fmla="*/ 72 h 72"/>
                <a:gd name="T8" fmla="*/ 0 w 91"/>
                <a:gd name="T9" fmla="*/ 63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2">
                  <a:moveTo>
                    <a:pt x="0" y="63"/>
                  </a:moveTo>
                  <a:lnTo>
                    <a:pt x="82" y="0"/>
                  </a:lnTo>
                  <a:lnTo>
                    <a:pt x="91" y="4"/>
                  </a:lnTo>
                  <a:lnTo>
                    <a:pt x="4" y="72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0" name="Freeform 1051"/>
            <p:cNvSpPr/>
            <p:nvPr/>
          </p:nvSpPr>
          <p:spPr bwMode="auto">
            <a:xfrm>
              <a:off x="6324600" y="1460500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1" name="Freeform 1052"/>
            <p:cNvSpPr/>
            <p:nvPr/>
          </p:nvSpPr>
          <p:spPr bwMode="auto">
            <a:xfrm>
              <a:off x="6280150" y="1409700"/>
              <a:ext cx="73025" cy="57150"/>
            </a:xfrm>
            <a:custGeom>
              <a:avLst/>
              <a:gdLst>
                <a:gd name="T0" fmla="*/ 0 w 46"/>
                <a:gd name="T1" fmla="*/ 27 h 36"/>
                <a:gd name="T2" fmla="*/ 37 w 46"/>
                <a:gd name="T3" fmla="*/ 0 h 36"/>
                <a:gd name="T4" fmla="*/ 46 w 46"/>
                <a:gd name="T5" fmla="*/ 9 h 36"/>
                <a:gd name="T6" fmla="*/ 9 w 46"/>
                <a:gd name="T7" fmla="*/ 36 h 36"/>
                <a:gd name="T8" fmla="*/ 0 w 46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0" y="27"/>
                  </a:moveTo>
                  <a:lnTo>
                    <a:pt x="37" y="0"/>
                  </a:lnTo>
                  <a:lnTo>
                    <a:pt x="46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2" name="Freeform 1053"/>
            <p:cNvSpPr/>
            <p:nvPr/>
          </p:nvSpPr>
          <p:spPr bwMode="auto">
            <a:xfrm>
              <a:off x="6245225" y="1358900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9 h 36"/>
                <a:gd name="T6" fmla="*/ 4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3" name="Freeform 1054"/>
            <p:cNvSpPr/>
            <p:nvPr/>
          </p:nvSpPr>
          <p:spPr bwMode="auto">
            <a:xfrm>
              <a:off x="6200775" y="1308100"/>
              <a:ext cx="65087" cy="58738"/>
            </a:xfrm>
            <a:custGeom>
              <a:avLst/>
              <a:gdLst>
                <a:gd name="T0" fmla="*/ 0 w 41"/>
                <a:gd name="T1" fmla="*/ 27 h 37"/>
                <a:gd name="T2" fmla="*/ 37 w 41"/>
                <a:gd name="T3" fmla="*/ 0 h 37"/>
                <a:gd name="T4" fmla="*/ 41 w 41"/>
                <a:gd name="T5" fmla="*/ 9 h 37"/>
                <a:gd name="T6" fmla="*/ 9 w 41"/>
                <a:gd name="T7" fmla="*/ 37 h 37"/>
                <a:gd name="T8" fmla="*/ 0 w 41"/>
                <a:gd name="T9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4" name="Freeform 1055"/>
            <p:cNvSpPr/>
            <p:nvPr/>
          </p:nvSpPr>
          <p:spPr bwMode="auto">
            <a:xfrm>
              <a:off x="6086475" y="1257300"/>
              <a:ext cx="144462" cy="123825"/>
            </a:xfrm>
            <a:custGeom>
              <a:avLst/>
              <a:gdLst>
                <a:gd name="T0" fmla="*/ 0 w 91"/>
                <a:gd name="T1" fmla="*/ 69 h 78"/>
                <a:gd name="T2" fmla="*/ 81 w 91"/>
                <a:gd name="T3" fmla="*/ 0 h 78"/>
                <a:gd name="T4" fmla="*/ 91 w 91"/>
                <a:gd name="T5" fmla="*/ 9 h 78"/>
                <a:gd name="T6" fmla="*/ 9 w 91"/>
                <a:gd name="T7" fmla="*/ 78 h 78"/>
                <a:gd name="T8" fmla="*/ 0 w 91"/>
                <a:gd name="T9" fmla="*/ 6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8">
                  <a:moveTo>
                    <a:pt x="0" y="69"/>
                  </a:moveTo>
                  <a:lnTo>
                    <a:pt x="81" y="0"/>
                  </a:lnTo>
                  <a:lnTo>
                    <a:pt x="91" y="9"/>
                  </a:lnTo>
                  <a:lnTo>
                    <a:pt x="9" y="78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5" name="Freeform 1056"/>
            <p:cNvSpPr/>
            <p:nvPr/>
          </p:nvSpPr>
          <p:spPr bwMode="auto">
            <a:xfrm>
              <a:off x="6121400" y="1214438"/>
              <a:ext cx="73025" cy="57150"/>
            </a:xfrm>
            <a:custGeom>
              <a:avLst/>
              <a:gdLst>
                <a:gd name="T0" fmla="*/ 0 w 46"/>
                <a:gd name="T1" fmla="*/ 27 h 36"/>
                <a:gd name="T2" fmla="*/ 37 w 46"/>
                <a:gd name="T3" fmla="*/ 0 h 36"/>
                <a:gd name="T4" fmla="*/ 46 w 46"/>
                <a:gd name="T5" fmla="*/ 4 h 36"/>
                <a:gd name="T6" fmla="*/ 9 w 46"/>
                <a:gd name="T7" fmla="*/ 36 h 36"/>
                <a:gd name="T8" fmla="*/ 0 w 46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6">
                  <a:moveTo>
                    <a:pt x="0" y="27"/>
                  </a:moveTo>
                  <a:lnTo>
                    <a:pt x="37" y="0"/>
                  </a:lnTo>
                  <a:lnTo>
                    <a:pt x="46" y="4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6" name="Freeform 1057"/>
            <p:cNvSpPr/>
            <p:nvPr/>
          </p:nvSpPr>
          <p:spPr bwMode="auto">
            <a:xfrm>
              <a:off x="6086475" y="1163638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1 w 41"/>
                <a:gd name="T3" fmla="*/ 0 h 36"/>
                <a:gd name="T4" fmla="*/ 41 w 41"/>
                <a:gd name="T5" fmla="*/ 9 h 36"/>
                <a:gd name="T6" fmla="*/ 4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7" name="Freeform 1058"/>
            <p:cNvSpPr/>
            <p:nvPr/>
          </p:nvSpPr>
          <p:spPr bwMode="auto">
            <a:xfrm>
              <a:off x="6042025" y="1112838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7 w 41"/>
                <a:gd name="T3" fmla="*/ 0 h 37"/>
                <a:gd name="T4" fmla="*/ 41 w 41"/>
                <a:gd name="T5" fmla="*/ 9 h 37"/>
                <a:gd name="T6" fmla="*/ 9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8" name="Freeform 1059"/>
            <p:cNvSpPr/>
            <p:nvPr/>
          </p:nvSpPr>
          <p:spPr bwMode="auto">
            <a:xfrm>
              <a:off x="6007101" y="1062038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1 w 41"/>
                <a:gd name="T3" fmla="*/ 0 h 37"/>
                <a:gd name="T4" fmla="*/ 41 w 41"/>
                <a:gd name="T5" fmla="*/ 9 h 37"/>
                <a:gd name="T6" fmla="*/ 4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9" name="Freeform 1060"/>
            <p:cNvSpPr/>
            <p:nvPr/>
          </p:nvSpPr>
          <p:spPr bwMode="auto">
            <a:xfrm>
              <a:off x="5891213" y="1011238"/>
              <a:ext cx="136525" cy="115888"/>
            </a:xfrm>
            <a:custGeom>
              <a:avLst/>
              <a:gdLst>
                <a:gd name="T0" fmla="*/ 0 w 86"/>
                <a:gd name="T1" fmla="*/ 69 h 73"/>
                <a:gd name="T2" fmla="*/ 82 w 86"/>
                <a:gd name="T3" fmla="*/ 0 h 73"/>
                <a:gd name="T4" fmla="*/ 86 w 86"/>
                <a:gd name="T5" fmla="*/ 10 h 73"/>
                <a:gd name="T6" fmla="*/ 4 w 86"/>
                <a:gd name="T7" fmla="*/ 73 h 73"/>
                <a:gd name="T8" fmla="*/ 0 w 86"/>
                <a:gd name="T9" fmla="*/ 6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73">
                  <a:moveTo>
                    <a:pt x="0" y="69"/>
                  </a:moveTo>
                  <a:lnTo>
                    <a:pt x="82" y="0"/>
                  </a:lnTo>
                  <a:lnTo>
                    <a:pt x="86" y="10"/>
                  </a:lnTo>
                  <a:lnTo>
                    <a:pt x="4" y="73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0" name="Freeform 1061"/>
            <p:cNvSpPr/>
            <p:nvPr/>
          </p:nvSpPr>
          <p:spPr bwMode="auto">
            <a:xfrm>
              <a:off x="5927726" y="962025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1 w 41"/>
                <a:gd name="T3" fmla="*/ 0 h 36"/>
                <a:gd name="T4" fmla="*/ 41 w 41"/>
                <a:gd name="T5" fmla="*/ 9 h 36"/>
                <a:gd name="T6" fmla="*/ 4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1" name="Freeform 1062"/>
            <p:cNvSpPr/>
            <p:nvPr/>
          </p:nvSpPr>
          <p:spPr bwMode="auto">
            <a:xfrm>
              <a:off x="5883276" y="911225"/>
              <a:ext cx="65087" cy="57150"/>
            </a:xfrm>
            <a:custGeom>
              <a:avLst/>
              <a:gdLst>
                <a:gd name="T0" fmla="*/ 0 w 41"/>
                <a:gd name="T1" fmla="*/ 32 h 36"/>
                <a:gd name="T2" fmla="*/ 37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32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2" name="Freeform 1063"/>
            <p:cNvSpPr/>
            <p:nvPr/>
          </p:nvSpPr>
          <p:spPr bwMode="auto">
            <a:xfrm>
              <a:off x="5848351" y="860425"/>
              <a:ext cx="65087" cy="65088"/>
            </a:xfrm>
            <a:custGeom>
              <a:avLst/>
              <a:gdLst>
                <a:gd name="T0" fmla="*/ 0 w 41"/>
                <a:gd name="T1" fmla="*/ 32 h 41"/>
                <a:gd name="T2" fmla="*/ 31 w 41"/>
                <a:gd name="T3" fmla="*/ 0 h 41"/>
                <a:gd name="T4" fmla="*/ 41 w 41"/>
                <a:gd name="T5" fmla="*/ 9 h 41"/>
                <a:gd name="T6" fmla="*/ 4 w 41"/>
                <a:gd name="T7" fmla="*/ 41 h 41"/>
                <a:gd name="T8" fmla="*/ 0 w 41"/>
                <a:gd name="T9" fmla="*/ 3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2"/>
                  </a:moveTo>
                  <a:lnTo>
                    <a:pt x="31" y="0"/>
                  </a:lnTo>
                  <a:lnTo>
                    <a:pt x="41" y="9"/>
                  </a:lnTo>
                  <a:lnTo>
                    <a:pt x="4" y="41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3" name="Freeform 1064"/>
            <p:cNvSpPr/>
            <p:nvPr/>
          </p:nvSpPr>
          <p:spPr bwMode="auto">
            <a:xfrm>
              <a:off x="5803901" y="817563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7 w 41"/>
                <a:gd name="T3" fmla="*/ 0 h 36"/>
                <a:gd name="T4" fmla="*/ 41 w 41"/>
                <a:gd name="T5" fmla="*/ 4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7" y="0"/>
                  </a:lnTo>
                  <a:lnTo>
                    <a:pt x="41" y="4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4" name="Freeform 1065"/>
            <p:cNvSpPr/>
            <p:nvPr/>
          </p:nvSpPr>
          <p:spPr bwMode="auto">
            <a:xfrm>
              <a:off x="5689601" y="766763"/>
              <a:ext cx="144462" cy="115888"/>
            </a:xfrm>
            <a:custGeom>
              <a:avLst/>
              <a:gdLst>
                <a:gd name="T0" fmla="*/ 0 w 91"/>
                <a:gd name="T1" fmla="*/ 63 h 73"/>
                <a:gd name="T2" fmla="*/ 81 w 91"/>
                <a:gd name="T3" fmla="*/ 0 h 73"/>
                <a:gd name="T4" fmla="*/ 91 w 91"/>
                <a:gd name="T5" fmla="*/ 9 h 73"/>
                <a:gd name="T6" fmla="*/ 4 w 91"/>
                <a:gd name="T7" fmla="*/ 73 h 73"/>
                <a:gd name="T8" fmla="*/ 0 w 91"/>
                <a:gd name="T9" fmla="*/ 6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3">
                  <a:moveTo>
                    <a:pt x="0" y="63"/>
                  </a:moveTo>
                  <a:lnTo>
                    <a:pt x="81" y="0"/>
                  </a:lnTo>
                  <a:lnTo>
                    <a:pt x="91" y="9"/>
                  </a:lnTo>
                  <a:lnTo>
                    <a:pt x="4" y="73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5" name="Freeform 1066"/>
            <p:cNvSpPr/>
            <p:nvPr/>
          </p:nvSpPr>
          <p:spPr bwMode="auto">
            <a:xfrm>
              <a:off x="5724526" y="715963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7 w 41"/>
                <a:gd name="T3" fmla="*/ 0 h 36"/>
                <a:gd name="T4" fmla="*/ 41 w 41"/>
                <a:gd name="T5" fmla="*/ 9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6" name="Freeform 1067"/>
            <p:cNvSpPr/>
            <p:nvPr/>
          </p:nvSpPr>
          <p:spPr bwMode="auto">
            <a:xfrm>
              <a:off x="5689601" y="665163"/>
              <a:ext cx="63500" cy="57150"/>
            </a:xfrm>
            <a:custGeom>
              <a:avLst/>
              <a:gdLst>
                <a:gd name="T0" fmla="*/ 0 w 40"/>
                <a:gd name="T1" fmla="*/ 27 h 36"/>
                <a:gd name="T2" fmla="*/ 31 w 40"/>
                <a:gd name="T3" fmla="*/ 0 h 36"/>
                <a:gd name="T4" fmla="*/ 40 w 40"/>
                <a:gd name="T5" fmla="*/ 9 h 36"/>
                <a:gd name="T6" fmla="*/ 4 w 40"/>
                <a:gd name="T7" fmla="*/ 36 h 36"/>
                <a:gd name="T8" fmla="*/ 0 w 40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6">
                  <a:moveTo>
                    <a:pt x="0" y="27"/>
                  </a:moveTo>
                  <a:lnTo>
                    <a:pt x="31" y="0"/>
                  </a:lnTo>
                  <a:lnTo>
                    <a:pt x="40" y="9"/>
                  </a:lnTo>
                  <a:lnTo>
                    <a:pt x="4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7" name="Freeform 1068"/>
            <p:cNvSpPr/>
            <p:nvPr/>
          </p:nvSpPr>
          <p:spPr bwMode="auto">
            <a:xfrm>
              <a:off x="5645151" y="614363"/>
              <a:ext cx="65087" cy="58738"/>
            </a:xfrm>
            <a:custGeom>
              <a:avLst/>
              <a:gdLst>
                <a:gd name="T0" fmla="*/ 0 w 41"/>
                <a:gd name="T1" fmla="*/ 27 h 37"/>
                <a:gd name="T2" fmla="*/ 37 w 41"/>
                <a:gd name="T3" fmla="*/ 0 h 37"/>
                <a:gd name="T4" fmla="*/ 41 w 41"/>
                <a:gd name="T5" fmla="*/ 9 h 37"/>
                <a:gd name="T6" fmla="*/ 9 w 41"/>
                <a:gd name="T7" fmla="*/ 37 h 37"/>
                <a:gd name="T8" fmla="*/ 0 w 41"/>
                <a:gd name="T9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9" y="3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8" name="Freeform 1069"/>
            <p:cNvSpPr/>
            <p:nvPr/>
          </p:nvSpPr>
          <p:spPr bwMode="auto">
            <a:xfrm>
              <a:off x="5602288" y="563563"/>
              <a:ext cx="71437" cy="58738"/>
            </a:xfrm>
            <a:custGeom>
              <a:avLst/>
              <a:gdLst>
                <a:gd name="T0" fmla="*/ 0 w 45"/>
                <a:gd name="T1" fmla="*/ 28 h 37"/>
                <a:gd name="T2" fmla="*/ 36 w 45"/>
                <a:gd name="T3" fmla="*/ 0 h 37"/>
                <a:gd name="T4" fmla="*/ 45 w 45"/>
                <a:gd name="T5" fmla="*/ 9 h 37"/>
                <a:gd name="T6" fmla="*/ 9 w 45"/>
                <a:gd name="T7" fmla="*/ 37 h 37"/>
                <a:gd name="T8" fmla="*/ 0 w 45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7">
                  <a:moveTo>
                    <a:pt x="0" y="28"/>
                  </a:moveTo>
                  <a:lnTo>
                    <a:pt x="36" y="0"/>
                  </a:lnTo>
                  <a:lnTo>
                    <a:pt x="45" y="9"/>
                  </a:lnTo>
                  <a:lnTo>
                    <a:pt x="9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9" name="Freeform 1070"/>
            <p:cNvSpPr/>
            <p:nvPr/>
          </p:nvSpPr>
          <p:spPr bwMode="auto">
            <a:xfrm>
              <a:off x="5486401" y="512763"/>
              <a:ext cx="144462" cy="123825"/>
            </a:xfrm>
            <a:custGeom>
              <a:avLst/>
              <a:gdLst>
                <a:gd name="T0" fmla="*/ 0 w 91"/>
                <a:gd name="T1" fmla="*/ 69 h 78"/>
                <a:gd name="T2" fmla="*/ 87 w 91"/>
                <a:gd name="T3" fmla="*/ 0 h 78"/>
                <a:gd name="T4" fmla="*/ 91 w 91"/>
                <a:gd name="T5" fmla="*/ 10 h 78"/>
                <a:gd name="T6" fmla="*/ 9 w 91"/>
                <a:gd name="T7" fmla="*/ 78 h 78"/>
                <a:gd name="T8" fmla="*/ 0 w 91"/>
                <a:gd name="T9" fmla="*/ 6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8">
                  <a:moveTo>
                    <a:pt x="0" y="69"/>
                  </a:moveTo>
                  <a:lnTo>
                    <a:pt x="87" y="0"/>
                  </a:lnTo>
                  <a:lnTo>
                    <a:pt x="91" y="10"/>
                  </a:lnTo>
                  <a:lnTo>
                    <a:pt x="9" y="78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0" name="Freeform 1071"/>
            <p:cNvSpPr/>
            <p:nvPr/>
          </p:nvSpPr>
          <p:spPr bwMode="auto">
            <a:xfrm>
              <a:off x="5530851" y="469900"/>
              <a:ext cx="63500" cy="58738"/>
            </a:xfrm>
            <a:custGeom>
              <a:avLst/>
              <a:gdLst>
                <a:gd name="T0" fmla="*/ 0 w 40"/>
                <a:gd name="T1" fmla="*/ 27 h 37"/>
                <a:gd name="T2" fmla="*/ 31 w 40"/>
                <a:gd name="T3" fmla="*/ 0 h 37"/>
                <a:gd name="T4" fmla="*/ 40 w 40"/>
                <a:gd name="T5" fmla="*/ 9 h 37"/>
                <a:gd name="T6" fmla="*/ 4 w 40"/>
                <a:gd name="T7" fmla="*/ 37 h 37"/>
                <a:gd name="T8" fmla="*/ 0 w 40"/>
                <a:gd name="T9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7">
                  <a:moveTo>
                    <a:pt x="0" y="27"/>
                  </a:moveTo>
                  <a:lnTo>
                    <a:pt x="31" y="0"/>
                  </a:lnTo>
                  <a:lnTo>
                    <a:pt x="40" y="9"/>
                  </a:lnTo>
                  <a:lnTo>
                    <a:pt x="4" y="3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1" name="Freeform 1072"/>
            <p:cNvSpPr/>
            <p:nvPr/>
          </p:nvSpPr>
          <p:spPr bwMode="auto">
            <a:xfrm>
              <a:off x="5486401" y="419100"/>
              <a:ext cx="65087" cy="58738"/>
            </a:xfrm>
            <a:custGeom>
              <a:avLst/>
              <a:gdLst>
                <a:gd name="T0" fmla="*/ 0 w 41"/>
                <a:gd name="T1" fmla="*/ 28 h 37"/>
                <a:gd name="T2" fmla="*/ 37 w 41"/>
                <a:gd name="T3" fmla="*/ 0 h 37"/>
                <a:gd name="T4" fmla="*/ 41 w 41"/>
                <a:gd name="T5" fmla="*/ 9 h 37"/>
                <a:gd name="T6" fmla="*/ 5 w 41"/>
                <a:gd name="T7" fmla="*/ 37 h 37"/>
                <a:gd name="T8" fmla="*/ 0 w 41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7">
                  <a:moveTo>
                    <a:pt x="0" y="28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5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2" name="Freeform 1073"/>
            <p:cNvSpPr/>
            <p:nvPr/>
          </p:nvSpPr>
          <p:spPr bwMode="auto">
            <a:xfrm>
              <a:off x="5443538" y="368300"/>
              <a:ext cx="71437" cy="58738"/>
            </a:xfrm>
            <a:custGeom>
              <a:avLst/>
              <a:gdLst>
                <a:gd name="T0" fmla="*/ 0 w 45"/>
                <a:gd name="T1" fmla="*/ 28 h 37"/>
                <a:gd name="T2" fmla="*/ 36 w 45"/>
                <a:gd name="T3" fmla="*/ 0 h 37"/>
                <a:gd name="T4" fmla="*/ 45 w 45"/>
                <a:gd name="T5" fmla="*/ 10 h 37"/>
                <a:gd name="T6" fmla="*/ 9 w 45"/>
                <a:gd name="T7" fmla="*/ 37 h 37"/>
                <a:gd name="T8" fmla="*/ 0 w 45"/>
                <a:gd name="T9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7">
                  <a:moveTo>
                    <a:pt x="0" y="28"/>
                  </a:moveTo>
                  <a:lnTo>
                    <a:pt x="36" y="0"/>
                  </a:lnTo>
                  <a:lnTo>
                    <a:pt x="45" y="10"/>
                  </a:lnTo>
                  <a:lnTo>
                    <a:pt x="9" y="37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3" name="Freeform 1074"/>
            <p:cNvSpPr/>
            <p:nvPr/>
          </p:nvSpPr>
          <p:spPr bwMode="auto">
            <a:xfrm>
              <a:off x="5407026" y="319088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7 w 41"/>
                <a:gd name="T3" fmla="*/ 0 h 36"/>
                <a:gd name="T4" fmla="*/ 41 w 41"/>
                <a:gd name="T5" fmla="*/ 9 h 36"/>
                <a:gd name="T6" fmla="*/ 5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5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4" name="Freeform 1075"/>
            <p:cNvSpPr/>
            <p:nvPr/>
          </p:nvSpPr>
          <p:spPr bwMode="auto">
            <a:xfrm>
              <a:off x="5292726" y="268288"/>
              <a:ext cx="136525" cy="122238"/>
            </a:xfrm>
            <a:custGeom>
              <a:avLst/>
              <a:gdLst>
                <a:gd name="T0" fmla="*/ 0 w 86"/>
                <a:gd name="T1" fmla="*/ 68 h 77"/>
                <a:gd name="T2" fmla="*/ 81 w 86"/>
                <a:gd name="T3" fmla="*/ 0 h 77"/>
                <a:gd name="T4" fmla="*/ 86 w 86"/>
                <a:gd name="T5" fmla="*/ 9 h 77"/>
                <a:gd name="T6" fmla="*/ 4 w 86"/>
                <a:gd name="T7" fmla="*/ 77 h 77"/>
                <a:gd name="T8" fmla="*/ 0 w 86"/>
                <a:gd name="T9" fmla="*/ 6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77">
                  <a:moveTo>
                    <a:pt x="0" y="68"/>
                  </a:moveTo>
                  <a:lnTo>
                    <a:pt x="81" y="0"/>
                  </a:lnTo>
                  <a:lnTo>
                    <a:pt x="86" y="9"/>
                  </a:lnTo>
                  <a:lnTo>
                    <a:pt x="4" y="77"/>
                  </a:lnTo>
                  <a:lnTo>
                    <a:pt x="0" y="68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5" name="Freeform 1076"/>
            <p:cNvSpPr/>
            <p:nvPr/>
          </p:nvSpPr>
          <p:spPr bwMode="auto">
            <a:xfrm>
              <a:off x="5327651" y="217488"/>
              <a:ext cx="65087" cy="57150"/>
            </a:xfrm>
            <a:custGeom>
              <a:avLst/>
              <a:gdLst>
                <a:gd name="T0" fmla="*/ 0 w 41"/>
                <a:gd name="T1" fmla="*/ 32 h 36"/>
                <a:gd name="T2" fmla="*/ 37 w 41"/>
                <a:gd name="T3" fmla="*/ 0 h 36"/>
                <a:gd name="T4" fmla="*/ 41 w 41"/>
                <a:gd name="T5" fmla="*/ 9 h 36"/>
                <a:gd name="T6" fmla="*/ 5 w 41"/>
                <a:gd name="T7" fmla="*/ 36 h 36"/>
                <a:gd name="T8" fmla="*/ 0 w 41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32"/>
                  </a:moveTo>
                  <a:lnTo>
                    <a:pt x="37" y="0"/>
                  </a:lnTo>
                  <a:lnTo>
                    <a:pt x="41" y="9"/>
                  </a:lnTo>
                  <a:lnTo>
                    <a:pt x="5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6" name="Freeform 1077"/>
            <p:cNvSpPr/>
            <p:nvPr/>
          </p:nvSpPr>
          <p:spPr bwMode="auto">
            <a:xfrm>
              <a:off x="5284788" y="166688"/>
              <a:ext cx="71437" cy="57150"/>
            </a:xfrm>
            <a:custGeom>
              <a:avLst/>
              <a:gdLst>
                <a:gd name="T0" fmla="*/ 0 w 45"/>
                <a:gd name="T1" fmla="*/ 32 h 36"/>
                <a:gd name="T2" fmla="*/ 36 w 45"/>
                <a:gd name="T3" fmla="*/ 0 h 36"/>
                <a:gd name="T4" fmla="*/ 45 w 45"/>
                <a:gd name="T5" fmla="*/ 9 h 36"/>
                <a:gd name="T6" fmla="*/ 9 w 45"/>
                <a:gd name="T7" fmla="*/ 36 h 36"/>
                <a:gd name="T8" fmla="*/ 0 w 45"/>
                <a:gd name="T9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0" y="32"/>
                  </a:moveTo>
                  <a:lnTo>
                    <a:pt x="36" y="0"/>
                  </a:lnTo>
                  <a:lnTo>
                    <a:pt x="45" y="9"/>
                  </a:lnTo>
                  <a:lnTo>
                    <a:pt x="9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7" name="Freeform 1078"/>
            <p:cNvSpPr/>
            <p:nvPr/>
          </p:nvSpPr>
          <p:spPr bwMode="auto">
            <a:xfrm>
              <a:off x="5248276" y="123825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2 w 41"/>
                <a:gd name="T3" fmla="*/ 0 h 36"/>
                <a:gd name="T4" fmla="*/ 41 w 41"/>
                <a:gd name="T5" fmla="*/ 4 h 36"/>
                <a:gd name="T6" fmla="*/ 5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2" y="0"/>
                  </a:lnTo>
                  <a:lnTo>
                    <a:pt x="41" y="4"/>
                  </a:lnTo>
                  <a:lnTo>
                    <a:pt x="5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8" name="Freeform 1079"/>
            <p:cNvSpPr/>
            <p:nvPr/>
          </p:nvSpPr>
          <p:spPr bwMode="auto">
            <a:xfrm>
              <a:off x="5205413" y="73025"/>
              <a:ext cx="65087" cy="57150"/>
            </a:xfrm>
            <a:custGeom>
              <a:avLst/>
              <a:gdLst>
                <a:gd name="T0" fmla="*/ 0 w 41"/>
                <a:gd name="T1" fmla="*/ 27 h 36"/>
                <a:gd name="T2" fmla="*/ 36 w 41"/>
                <a:gd name="T3" fmla="*/ 0 h 36"/>
                <a:gd name="T4" fmla="*/ 41 w 41"/>
                <a:gd name="T5" fmla="*/ 4 h 36"/>
                <a:gd name="T6" fmla="*/ 9 w 41"/>
                <a:gd name="T7" fmla="*/ 36 h 36"/>
                <a:gd name="T8" fmla="*/ 0 w 41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6">
                  <a:moveTo>
                    <a:pt x="0" y="27"/>
                  </a:moveTo>
                  <a:lnTo>
                    <a:pt x="36" y="0"/>
                  </a:lnTo>
                  <a:lnTo>
                    <a:pt x="41" y="4"/>
                  </a:lnTo>
                  <a:lnTo>
                    <a:pt x="9" y="36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9" name="Freeform 1080"/>
            <p:cNvSpPr/>
            <p:nvPr/>
          </p:nvSpPr>
          <p:spPr bwMode="auto">
            <a:xfrm>
              <a:off x="5089526" y="22225"/>
              <a:ext cx="144462" cy="115888"/>
            </a:xfrm>
            <a:custGeom>
              <a:avLst/>
              <a:gdLst>
                <a:gd name="T0" fmla="*/ 0 w 91"/>
                <a:gd name="T1" fmla="*/ 64 h 73"/>
                <a:gd name="T2" fmla="*/ 82 w 91"/>
                <a:gd name="T3" fmla="*/ 0 h 73"/>
                <a:gd name="T4" fmla="*/ 91 w 91"/>
                <a:gd name="T5" fmla="*/ 9 h 73"/>
                <a:gd name="T6" fmla="*/ 9 w 91"/>
                <a:gd name="T7" fmla="*/ 73 h 73"/>
                <a:gd name="T8" fmla="*/ 0 w 91"/>
                <a:gd name="T9" fmla="*/ 6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3">
                  <a:moveTo>
                    <a:pt x="0" y="64"/>
                  </a:moveTo>
                  <a:lnTo>
                    <a:pt x="82" y="0"/>
                  </a:lnTo>
                  <a:lnTo>
                    <a:pt x="91" y="9"/>
                  </a:lnTo>
                  <a:lnTo>
                    <a:pt x="9" y="73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90" name="Freeform 1081"/>
          <p:cNvSpPr/>
          <p:nvPr/>
        </p:nvSpPr>
        <p:spPr bwMode="auto">
          <a:xfrm>
            <a:off x="9708356" y="4445001"/>
            <a:ext cx="433387" cy="447675"/>
          </a:xfrm>
          <a:custGeom>
            <a:avLst/>
            <a:gdLst>
              <a:gd name="T0" fmla="*/ 42 w 60"/>
              <a:gd name="T1" fmla="*/ 5 h 62"/>
              <a:gd name="T2" fmla="*/ 43 w 60"/>
              <a:gd name="T3" fmla="*/ 19 h 62"/>
              <a:gd name="T4" fmla="*/ 45 w 60"/>
              <a:gd name="T5" fmla="*/ 22 h 62"/>
              <a:gd name="T6" fmla="*/ 57 w 60"/>
              <a:gd name="T7" fmla="*/ 29 h 62"/>
              <a:gd name="T8" fmla="*/ 56 w 60"/>
              <a:gd name="T9" fmla="*/ 36 h 62"/>
              <a:gd name="T10" fmla="*/ 44 w 60"/>
              <a:gd name="T11" fmla="*/ 41 h 62"/>
              <a:gd name="T12" fmla="*/ 41 w 60"/>
              <a:gd name="T13" fmla="*/ 44 h 62"/>
              <a:gd name="T14" fmla="*/ 38 w 60"/>
              <a:gd name="T15" fmla="*/ 57 h 62"/>
              <a:gd name="T16" fmla="*/ 32 w 60"/>
              <a:gd name="T17" fmla="*/ 59 h 62"/>
              <a:gd name="T18" fmla="*/ 23 w 60"/>
              <a:gd name="T19" fmla="*/ 49 h 62"/>
              <a:gd name="T20" fmla="*/ 19 w 60"/>
              <a:gd name="T21" fmla="*/ 47 h 62"/>
              <a:gd name="T22" fmla="*/ 5 w 60"/>
              <a:gd name="T23" fmla="*/ 49 h 62"/>
              <a:gd name="T24" fmla="*/ 2 w 60"/>
              <a:gd name="T25" fmla="*/ 43 h 62"/>
              <a:gd name="T26" fmla="*/ 9 w 60"/>
              <a:gd name="T27" fmla="*/ 31 h 62"/>
              <a:gd name="T28" fmla="*/ 9 w 60"/>
              <a:gd name="T29" fmla="*/ 27 h 62"/>
              <a:gd name="T30" fmla="*/ 3 w 60"/>
              <a:gd name="T31" fmla="*/ 14 h 62"/>
              <a:gd name="T32" fmla="*/ 8 w 60"/>
              <a:gd name="T33" fmla="*/ 9 h 62"/>
              <a:gd name="T34" fmla="*/ 21 w 60"/>
              <a:gd name="T35" fmla="*/ 12 h 62"/>
              <a:gd name="T36" fmla="*/ 25 w 60"/>
              <a:gd name="T37" fmla="*/ 11 h 62"/>
              <a:gd name="T38" fmla="*/ 35 w 60"/>
              <a:gd name="T39" fmla="*/ 2 h 62"/>
              <a:gd name="T40" fmla="*/ 42 w 60"/>
              <a:gd name="T41" fmla="*/ 5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0" h="62">
                <a:moveTo>
                  <a:pt x="42" y="5"/>
                </a:moveTo>
                <a:cubicBezTo>
                  <a:pt x="43" y="19"/>
                  <a:pt x="43" y="19"/>
                  <a:pt x="43" y="19"/>
                </a:cubicBezTo>
                <a:cubicBezTo>
                  <a:pt x="43" y="20"/>
                  <a:pt x="44" y="21"/>
                  <a:pt x="45" y="22"/>
                </a:cubicBezTo>
                <a:cubicBezTo>
                  <a:pt x="57" y="29"/>
                  <a:pt x="57" y="29"/>
                  <a:pt x="57" y="29"/>
                </a:cubicBezTo>
                <a:cubicBezTo>
                  <a:pt x="60" y="30"/>
                  <a:pt x="59" y="34"/>
                  <a:pt x="56" y="36"/>
                </a:cubicBezTo>
                <a:cubicBezTo>
                  <a:pt x="44" y="41"/>
                  <a:pt x="44" y="41"/>
                  <a:pt x="44" y="41"/>
                </a:cubicBezTo>
                <a:cubicBezTo>
                  <a:pt x="42" y="42"/>
                  <a:pt x="42" y="43"/>
                  <a:pt x="41" y="44"/>
                </a:cubicBezTo>
                <a:cubicBezTo>
                  <a:pt x="38" y="57"/>
                  <a:pt x="38" y="57"/>
                  <a:pt x="38" y="57"/>
                </a:cubicBezTo>
                <a:cubicBezTo>
                  <a:pt x="38" y="61"/>
                  <a:pt x="34" y="62"/>
                  <a:pt x="32" y="59"/>
                </a:cubicBezTo>
                <a:cubicBezTo>
                  <a:pt x="23" y="49"/>
                  <a:pt x="23" y="49"/>
                  <a:pt x="23" y="49"/>
                </a:cubicBezTo>
                <a:cubicBezTo>
                  <a:pt x="22" y="48"/>
                  <a:pt x="20" y="47"/>
                  <a:pt x="19" y="47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6"/>
                  <a:pt x="2" y="43"/>
                </a:cubicBezTo>
                <a:cubicBezTo>
                  <a:pt x="9" y="31"/>
                  <a:pt x="9" y="31"/>
                  <a:pt x="9" y="31"/>
                </a:cubicBezTo>
                <a:cubicBezTo>
                  <a:pt x="9" y="30"/>
                  <a:pt x="10" y="28"/>
                  <a:pt x="9" y="27"/>
                </a:cubicBezTo>
                <a:cubicBezTo>
                  <a:pt x="3" y="14"/>
                  <a:pt x="3" y="14"/>
                  <a:pt x="3" y="14"/>
                </a:cubicBezTo>
                <a:cubicBezTo>
                  <a:pt x="2" y="12"/>
                  <a:pt x="5" y="8"/>
                  <a:pt x="8" y="9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3"/>
                  <a:pt x="24" y="12"/>
                  <a:pt x="25" y="11"/>
                </a:cubicBezTo>
                <a:cubicBezTo>
                  <a:pt x="35" y="2"/>
                  <a:pt x="35" y="2"/>
                  <a:pt x="35" y="2"/>
                </a:cubicBezTo>
                <a:cubicBezTo>
                  <a:pt x="38" y="0"/>
                  <a:pt x="42" y="2"/>
                  <a:pt x="42" y="5"/>
                </a:cubicBezTo>
                <a:close/>
              </a:path>
            </a:pathLst>
          </a:custGeom>
          <a:solidFill>
            <a:srgbClr val="F2C8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1" name="Freeform 1082"/>
          <p:cNvSpPr/>
          <p:nvPr/>
        </p:nvSpPr>
        <p:spPr bwMode="auto">
          <a:xfrm>
            <a:off x="5625618" y="5985436"/>
            <a:ext cx="209550" cy="215900"/>
          </a:xfrm>
          <a:custGeom>
            <a:avLst/>
            <a:gdLst>
              <a:gd name="T0" fmla="*/ 20 w 29"/>
              <a:gd name="T1" fmla="*/ 2 h 30"/>
              <a:gd name="T2" fmla="*/ 21 w 29"/>
              <a:gd name="T3" fmla="*/ 9 h 30"/>
              <a:gd name="T4" fmla="*/ 22 w 29"/>
              <a:gd name="T5" fmla="*/ 11 h 30"/>
              <a:gd name="T6" fmla="*/ 28 w 29"/>
              <a:gd name="T7" fmla="*/ 14 h 30"/>
              <a:gd name="T8" fmla="*/ 27 w 29"/>
              <a:gd name="T9" fmla="*/ 17 h 30"/>
              <a:gd name="T10" fmla="*/ 21 w 29"/>
              <a:gd name="T11" fmla="*/ 20 h 30"/>
              <a:gd name="T12" fmla="*/ 20 w 29"/>
              <a:gd name="T13" fmla="*/ 21 h 30"/>
              <a:gd name="T14" fmla="*/ 19 w 29"/>
              <a:gd name="T15" fmla="*/ 28 h 30"/>
              <a:gd name="T16" fmla="*/ 16 w 29"/>
              <a:gd name="T17" fmla="*/ 28 h 30"/>
              <a:gd name="T18" fmla="*/ 11 w 29"/>
              <a:gd name="T19" fmla="*/ 23 h 30"/>
              <a:gd name="T20" fmla="*/ 10 w 29"/>
              <a:gd name="T21" fmla="*/ 23 h 30"/>
              <a:gd name="T22" fmla="*/ 3 w 29"/>
              <a:gd name="T23" fmla="*/ 23 h 30"/>
              <a:gd name="T24" fmla="*/ 1 w 29"/>
              <a:gd name="T25" fmla="*/ 21 h 30"/>
              <a:gd name="T26" fmla="*/ 5 w 29"/>
              <a:gd name="T27" fmla="*/ 15 h 30"/>
              <a:gd name="T28" fmla="*/ 5 w 29"/>
              <a:gd name="T29" fmla="*/ 13 h 30"/>
              <a:gd name="T30" fmla="*/ 2 w 29"/>
              <a:gd name="T31" fmla="*/ 7 h 30"/>
              <a:gd name="T32" fmla="*/ 4 w 29"/>
              <a:gd name="T33" fmla="*/ 5 h 30"/>
              <a:gd name="T34" fmla="*/ 11 w 29"/>
              <a:gd name="T35" fmla="*/ 6 h 30"/>
              <a:gd name="T36" fmla="*/ 12 w 29"/>
              <a:gd name="T37" fmla="*/ 6 h 30"/>
              <a:gd name="T38" fmla="*/ 17 w 29"/>
              <a:gd name="T39" fmla="*/ 1 h 30"/>
              <a:gd name="T40" fmla="*/ 20 w 29"/>
              <a:gd name="T41" fmla="*/ 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30">
                <a:moveTo>
                  <a:pt x="20" y="2"/>
                </a:moveTo>
                <a:cubicBezTo>
                  <a:pt x="21" y="9"/>
                  <a:pt x="21" y="9"/>
                  <a:pt x="21" y="9"/>
                </a:cubicBezTo>
                <a:cubicBezTo>
                  <a:pt x="21" y="10"/>
                  <a:pt x="21" y="10"/>
                  <a:pt x="22" y="11"/>
                </a:cubicBezTo>
                <a:cubicBezTo>
                  <a:pt x="28" y="14"/>
                  <a:pt x="28" y="14"/>
                  <a:pt x="28" y="14"/>
                </a:cubicBezTo>
                <a:cubicBezTo>
                  <a:pt x="29" y="15"/>
                  <a:pt x="29" y="17"/>
                  <a:pt x="27" y="17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0" y="20"/>
                  <a:pt x="20" y="21"/>
                </a:cubicBezTo>
                <a:cubicBezTo>
                  <a:pt x="19" y="28"/>
                  <a:pt x="19" y="28"/>
                  <a:pt x="19" y="28"/>
                </a:cubicBezTo>
                <a:cubicBezTo>
                  <a:pt x="18" y="29"/>
                  <a:pt x="17" y="30"/>
                  <a:pt x="16" y="28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0" y="23"/>
                  <a:pt x="10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1" y="24"/>
                  <a:pt x="0" y="22"/>
                  <a:pt x="1" y="21"/>
                </a:cubicBezTo>
                <a:cubicBezTo>
                  <a:pt x="5" y="15"/>
                  <a:pt x="5" y="15"/>
                  <a:pt x="5" y="15"/>
                </a:cubicBezTo>
                <a:cubicBezTo>
                  <a:pt x="5" y="14"/>
                  <a:pt x="5" y="14"/>
                  <a:pt x="5" y="13"/>
                </a:cubicBezTo>
                <a:cubicBezTo>
                  <a:pt x="2" y="7"/>
                  <a:pt x="2" y="7"/>
                  <a:pt x="2" y="7"/>
                </a:cubicBezTo>
                <a:cubicBezTo>
                  <a:pt x="1" y="6"/>
                  <a:pt x="3" y="4"/>
                  <a:pt x="4" y="5"/>
                </a:cubicBezTo>
                <a:cubicBezTo>
                  <a:pt x="11" y="6"/>
                  <a:pt x="11" y="6"/>
                  <a:pt x="11" y="6"/>
                </a:cubicBezTo>
                <a:cubicBezTo>
                  <a:pt x="11" y="6"/>
                  <a:pt x="12" y="6"/>
                  <a:pt x="12" y="6"/>
                </a:cubicBezTo>
                <a:cubicBezTo>
                  <a:pt x="17" y="1"/>
                  <a:pt x="17" y="1"/>
                  <a:pt x="17" y="1"/>
                </a:cubicBezTo>
                <a:cubicBezTo>
                  <a:pt x="18" y="0"/>
                  <a:pt x="20" y="1"/>
                  <a:pt x="20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2" name="Freeform 1083"/>
          <p:cNvSpPr/>
          <p:nvPr/>
        </p:nvSpPr>
        <p:spPr bwMode="auto">
          <a:xfrm>
            <a:off x="717550" y="1975692"/>
            <a:ext cx="207962" cy="209550"/>
          </a:xfrm>
          <a:custGeom>
            <a:avLst/>
            <a:gdLst>
              <a:gd name="T0" fmla="*/ 18 w 29"/>
              <a:gd name="T1" fmla="*/ 2 h 29"/>
              <a:gd name="T2" fmla="*/ 20 w 29"/>
              <a:gd name="T3" fmla="*/ 8 h 29"/>
              <a:gd name="T4" fmla="*/ 21 w 29"/>
              <a:gd name="T5" fmla="*/ 9 h 29"/>
              <a:gd name="T6" fmla="*/ 27 w 29"/>
              <a:gd name="T7" fmla="*/ 11 h 29"/>
              <a:gd name="T8" fmla="*/ 28 w 29"/>
              <a:gd name="T9" fmla="*/ 15 h 29"/>
              <a:gd name="T10" fmla="*/ 22 w 29"/>
              <a:gd name="T11" fmla="*/ 19 h 29"/>
              <a:gd name="T12" fmla="*/ 21 w 29"/>
              <a:gd name="T13" fmla="*/ 20 h 29"/>
              <a:gd name="T14" fmla="*/ 21 w 29"/>
              <a:gd name="T15" fmla="*/ 27 h 29"/>
              <a:gd name="T16" fmla="*/ 18 w 29"/>
              <a:gd name="T17" fmla="*/ 28 h 29"/>
              <a:gd name="T18" fmla="*/ 13 w 29"/>
              <a:gd name="T19" fmla="*/ 24 h 29"/>
              <a:gd name="T20" fmla="*/ 11 w 29"/>
              <a:gd name="T21" fmla="*/ 24 h 29"/>
              <a:gd name="T22" fmla="*/ 5 w 29"/>
              <a:gd name="T23" fmla="*/ 26 h 29"/>
              <a:gd name="T24" fmla="*/ 3 w 29"/>
              <a:gd name="T25" fmla="*/ 24 h 29"/>
              <a:gd name="T26" fmla="*/ 5 w 29"/>
              <a:gd name="T27" fmla="*/ 17 h 29"/>
              <a:gd name="T28" fmla="*/ 5 w 29"/>
              <a:gd name="T29" fmla="*/ 16 h 29"/>
              <a:gd name="T30" fmla="*/ 1 w 29"/>
              <a:gd name="T31" fmla="*/ 10 h 29"/>
              <a:gd name="T32" fmla="*/ 2 w 29"/>
              <a:gd name="T33" fmla="*/ 7 h 29"/>
              <a:gd name="T34" fmla="*/ 9 w 29"/>
              <a:gd name="T35" fmla="*/ 7 h 29"/>
              <a:gd name="T36" fmla="*/ 10 w 29"/>
              <a:gd name="T37" fmla="*/ 7 h 29"/>
              <a:gd name="T38" fmla="*/ 14 w 29"/>
              <a:gd name="T39" fmla="*/ 1 h 29"/>
              <a:gd name="T40" fmla="*/ 18 w 29"/>
              <a:gd name="T41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29">
                <a:moveTo>
                  <a:pt x="18" y="2"/>
                </a:moveTo>
                <a:cubicBezTo>
                  <a:pt x="20" y="8"/>
                  <a:pt x="20" y="8"/>
                  <a:pt x="20" y="8"/>
                </a:cubicBezTo>
                <a:cubicBezTo>
                  <a:pt x="20" y="9"/>
                  <a:pt x="20" y="9"/>
                  <a:pt x="21" y="9"/>
                </a:cubicBezTo>
                <a:cubicBezTo>
                  <a:pt x="27" y="11"/>
                  <a:pt x="27" y="11"/>
                  <a:pt x="27" y="11"/>
                </a:cubicBezTo>
                <a:cubicBezTo>
                  <a:pt x="29" y="12"/>
                  <a:pt x="29" y="14"/>
                  <a:pt x="28" y="15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1" y="19"/>
                  <a:pt x="21" y="20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8"/>
                  <a:pt x="20" y="29"/>
                  <a:pt x="18" y="28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2" y="24"/>
                  <a:pt x="11" y="24"/>
                </a:cubicBezTo>
                <a:cubicBezTo>
                  <a:pt x="5" y="26"/>
                  <a:pt x="5" y="26"/>
                  <a:pt x="5" y="26"/>
                </a:cubicBezTo>
                <a:cubicBezTo>
                  <a:pt x="4" y="26"/>
                  <a:pt x="2" y="25"/>
                  <a:pt x="3" y="24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6"/>
                  <a:pt x="5" y="16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9"/>
                  <a:pt x="1" y="7"/>
                  <a:pt x="2" y="7"/>
                </a:cubicBezTo>
                <a:cubicBezTo>
                  <a:pt x="9" y="7"/>
                  <a:pt x="9" y="7"/>
                  <a:pt x="9" y="7"/>
                </a:cubicBezTo>
                <a:cubicBezTo>
                  <a:pt x="10" y="7"/>
                  <a:pt x="10" y="7"/>
                  <a:pt x="10" y="7"/>
                </a:cubicBezTo>
                <a:cubicBezTo>
                  <a:pt x="14" y="1"/>
                  <a:pt x="14" y="1"/>
                  <a:pt x="14" y="1"/>
                </a:cubicBezTo>
                <a:cubicBezTo>
                  <a:pt x="15" y="0"/>
                  <a:pt x="17" y="0"/>
                  <a:pt x="18" y="2"/>
                </a:cubicBezTo>
                <a:close/>
              </a:path>
            </a:pathLst>
          </a:custGeom>
          <a:solidFill>
            <a:srgbClr val="F494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3" name="Freeform 1084"/>
          <p:cNvSpPr/>
          <p:nvPr/>
        </p:nvSpPr>
        <p:spPr bwMode="auto">
          <a:xfrm>
            <a:off x="3366828" y="4486275"/>
            <a:ext cx="266700" cy="274638"/>
          </a:xfrm>
          <a:custGeom>
            <a:avLst/>
            <a:gdLst>
              <a:gd name="T0" fmla="*/ 26 w 37"/>
              <a:gd name="T1" fmla="*/ 3 h 38"/>
              <a:gd name="T2" fmla="*/ 27 w 37"/>
              <a:gd name="T3" fmla="*/ 11 h 38"/>
              <a:gd name="T4" fmla="*/ 28 w 37"/>
              <a:gd name="T5" fmla="*/ 13 h 38"/>
              <a:gd name="T6" fmla="*/ 36 w 37"/>
              <a:gd name="T7" fmla="*/ 18 h 38"/>
              <a:gd name="T8" fmla="*/ 35 w 37"/>
              <a:gd name="T9" fmla="*/ 22 h 38"/>
              <a:gd name="T10" fmla="*/ 27 w 37"/>
              <a:gd name="T11" fmla="*/ 25 h 38"/>
              <a:gd name="T12" fmla="*/ 26 w 37"/>
              <a:gd name="T13" fmla="*/ 27 h 38"/>
              <a:gd name="T14" fmla="*/ 24 w 37"/>
              <a:gd name="T15" fmla="*/ 35 h 38"/>
              <a:gd name="T16" fmla="*/ 20 w 37"/>
              <a:gd name="T17" fmla="*/ 36 h 38"/>
              <a:gd name="T18" fmla="*/ 14 w 37"/>
              <a:gd name="T19" fmla="*/ 30 h 38"/>
              <a:gd name="T20" fmla="*/ 12 w 37"/>
              <a:gd name="T21" fmla="*/ 29 h 38"/>
              <a:gd name="T22" fmla="*/ 4 w 37"/>
              <a:gd name="T23" fmla="*/ 30 h 38"/>
              <a:gd name="T24" fmla="*/ 1 w 37"/>
              <a:gd name="T25" fmla="*/ 26 h 38"/>
              <a:gd name="T26" fmla="*/ 6 w 37"/>
              <a:gd name="T27" fmla="*/ 19 h 38"/>
              <a:gd name="T28" fmla="*/ 6 w 37"/>
              <a:gd name="T29" fmla="*/ 17 h 38"/>
              <a:gd name="T30" fmla="*/ 3 w 37"/>
              <a:gd name="T31" fmla="*/ 9 h 38"/>
              <a:gd name="T32" fmla="*/ 5 w 37"/>
              <a:gd name="T33" fmla="*/ 6 h 38"/>
              <a:gd name="T34" fmla="*/ 14 w 37"/>
              <a:gd name="T35" fmla="*/ 8 h 38"/>
              <a:gd name="T36" fmla="*/ 16 w 37"/>
              <a:gd name="T37" fmla="*/ 7 h 38"/>
              <a:gd name="T38" fmla="*/ 22 w 37"/>
              <a:gd name="T39" fmla="*/ 1 h 38"/>
              <a:gd name="T40" fmla="*/ 26 w 37"/>
              <a:gd name="T41" fmla="*/ 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7" h="38">
                <a:moveTo>
                  <a:pt x="26" y="3"/>
                </a:moveTo>
                <a:cubicBezTo>
                  <a:pt x="27" y="11"/>
                  <a:pt x="27" y="11"/>
                  <a:pt x="27" y="11"/>
                </a:cubicBezTo>
                <a:cubicBezTo>
                  <a:pt x="27" y="12"/>
                  <a:pt x="27" y="13"/>
                  <a:pt x="28" y="13"/>
                </a:cubicBezTo>
                <a:cubicBezTo>
                  <a:pt x="36" y="18"/>
                  <a:pt x="36" y="18"/>
                  <a:pt x="36" y="18"/>
                </a:cubicBezTo>
                <a:cubicBezTo>
                  <a:pt x="37" y="19"/>
                  <a:pt x="37" y="21"/>
                  <a:pt x="35" y="22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6"/>
                  <a:pt x="26" y="26"/>
                  <a:pt x="26" y="27"/>
                </a:cubicBezTo>
                <a:cubicBezTo>
                  <a:pt x="24" y="35"/>
                  <a:pt x="24" y="35"/>
                  <a:pt x="24" y="35"/>
                </a:cubicBezTo>
                <a:cubicBezTo>
                  <a:pt x="24" y="37"/>
                  <a:pt x="21" y="38"/>
                  <a:pt x="20" y="36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29"/>
                  <a:pt x="13" y="29"/>
                  <a:pt x="12" y="29"/>
                </a:cubicBezTo>
                <a:cubicBezTo>
                  <a:pt x="4" y="30"/>
                  <a:pt x="4" y="30"/>
                  <a:pt x="4" y="30"/>
                </a:cubicBezTo>
                <a:cubicBezTo>
                  <a:pt x="2" y="30"/>
                  <a:pt x="0" y="28"/>
                  <a:pt x="1" y="26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18"/>
                  <a:pt x="6" y="17"/>
                  <a:pt x="6" y="17"/>
                </a:cubicBezTo>
                <a:cubicBezTo>
                  <a:pt x="3" y="9"/>
                  <a:pt x="3" y="9"/>
                  <a:pt x="3" y="9"/>
                </a:cubicBezTo>
                <a:cubicBezTo>
                  <a:pt x="2" y="7"/>
                  <a:pt x="3" y="5"/>
                  <a:pt x="5" y="6"/>
                </a:cubicBez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5" y="8"/>
                  <a:pt x="16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4" y="0"/>
                  <a:pt x="26" y="1"/>
                  <a:pt x="26" y="3"/>
                </a:cubicBezTo>
                <a:close/>
              </a:path>
            </a:pathLst>
          </a:custGeom>
          <a:solidFill>
            <a:srgbClr val="00C5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07" name="组合 1106"/>
          <p:cNvGrpSpPr/>
          <p:nvPr/>
        </p:nvGrpSpPr>
        <p:grpSpPr>
          <a:xfrm>
            <a:off x="5806020" y="4376573"/>
            <a:ext cx="1448369" cy="1887820"/>
            <a:chOff x="3025776" y="4335463"/>
            <a:chExt cx="1768475" cy="2305050"/>
          </a:xfrm>
        </p:grpSpPr>
        <p:sp>
          <p:nvSpPr>
            <p:cNvPr id="938" name="Freeform 929"/>
            <p:cNvSpPr/>
            <p:nvPr/>
          </p:nvSpPr>
          <p:spPr bwMode="auto">
            <a:xfrm>
              <a:off x="3544888" y="6178550"/>
              <a:ext cx="296862" cy="461963"/>
            </a:xfrm>
            <a:custGeom>
              <a:avLst/>
              <a:gdLst>
                <a:gd name="T0" fmla="*/ 187 w 187"/>
                <a:gd name="T1" fmla="*/ 268 h 291"/>
                <a:gd name="T2" fmla="*/ 109 w 187"/>
                <a:gd name="T3" fmla="*/ 232 h 291"/>
                <a:gd name="T4" fmla="*/ 50 w 187"/>
                <a:gd name="T5" fmla="*/ 291 h 291"/>
                <a:gd name="T6" fmla="*/ 0 w 187"/>
                <a:gd name="T7" fmla="*/ 23 h 291"/>
                <a:gd name="T8" fmla="*/ 141 w 187"/>
                <a:gd name="T9" fmla="*/ 0 h 291"/>
                <a:gd name="T10" fmla="*/ 187 w 187"/>
                <a:gd name="T11" fmla="*/ 268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7" h="291">
                  <a:moveTo>
                    <a:pt x="187" y="268"/>
                  </a:moveTo>
                  <a:lnTo>
                    <a:pt x="109" y="232"/>
                  </a:lnTo>
                  <a:lnTo>
                    <a:pt x="50" y="291"/>
                  </a:lnTo>
                  <a:lnTo>
                    <a:pt x="0" y="23"/>
                  </a:lnTo>
                  <a:lnTo>
                    <a:pt x="141" y="0"/>
                  </a:lnTo>
                  <a:lnTo>
                    <a:pt x="187" y="268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9" name="Freeform 930"/>
            <p:cNvSpPr/>
            <p:nvPr/>
          </p:nvSpPr>
          <p:spPr bwMode="auto">
            <a:xfrm>
              <a:off x="3025776" y="4335463"/>
              <a:ext cx="1768475" cy="2174875"/>
            </a:xfrm>
            <a:custGeom>
              <a:avLst/>
              <a:gdLst>
                <a:gd name="T0" fmla="*/ 1114 w 1114"/>
                <a:gd name="T1" fmla="*/ 1211 h 1370"/>
                <a:gd name="T2" fmla="*/ 218 w 1114"/>
                <a:gd name="T3" fmla="*/ 1370 h 1370"/>
                <a:gd name="T4" fmla="*/ 0 w 1114"/>
                <a:gd name="T5" fmla="*/ 164 h 1370"/>
                <a:gd name="T6" fmla="*/ 896 w 1114"/>
                <a:gd name="T7" fmla="*/ 0 h 1370"/>
                <a:gd name="T8" fmla="*/ 1114 w 1114"/>
                <a:gd name="T9" fmla="*/ 1211 h 1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4" h="1370">
                  <a:moveTo>
                    <a:pt x="1114" y="1211"/>
                  </a:moveTo>
                  <a:lnTo>
                    <a:pt x="218" y="1370"/>
                  </a:lnTo>
                  <a:lnTo>
                    <a:pt x="0" y="164"/>
                  </a:lnTo>
                  <a:lnTo>
                    <a:pt x="896" y="0"/>
                  </a:lnTo>
                  <a:lnTo>
                    <a:pt x="1114" y="1211"/>
                  </a:lnTo>
                  <a:close/>
                </a:path>
              </a:pathLst>
            </a:custGeom>
            <a:solidFill>
              <a:srgbClr val="00B2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0" name="Freeform 931"/>
            <p:cNvSpPr/>
            <p:nvPr/>
          </p:nvSpPr>
          <p:spPr bwMode="auto">
            <a:xfrm>
              <a:off x="3524251" y="4870450"/>
              <a:ext cx="938212" cy="585788"/>
            </a:xfrm>
            <a:custGeom>
              <a:avLst/>
              <a:gdLst>
                <a:gd name="T0" fmla="*/ 591 w 591"/>
                <a:gd name="T1" fmla="*/ 273 h 369"/>
                <a:gd name="T2" fmla="*/ 50 w 591"/>
                <a:gd name="T3" fmla="*/ 369 h 369"/>
                <a:gd name="T4" fmla="*/ 0 w 591"/>
                <a:gd name="T5" fmla="*/ 96 h 369"/>
                <a:gd name="T6" fmla="*/ 541 w 591"/>
                <a:gd name="T7" fmla="*/ 0 h 369"/>
                <a:gd name="T8" fmla="*/ 591 w 591"/>
                <a:gd name="T9" fmla="*/ 27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1" h="369">
                  <a:moveTo>
                    <a:pt x="591" y="273"/>
                  </a:moveTo>
                  <a:lnTo>
                    <a:pt x="50" y="369"/>
                  </a:lnTo>
                  <a:lnTo>
                    <a:pt x="0" y="96"/>
                  </a:lnTo>
                  <a:lnTo>
                    <a:pt x="541" y="0"/>
                  </a:lnTo>
                  <a:lnTo>
                    <a:pt x="591" y="2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1" name="Freeform 932"/>
            <p:cNvSpPr/>
            <p:nvPr/>
          </p:nvSpPr>
          <p:spPr bwMode="auto">
            <a:xfrm>
              <a:off x="3025776" y="4552950"/>
              <a:ext cx="569912" cy="1957388"/>
            </a:xfrm>
            <a:custGeom>
              <a:avLst/>
              <a:gdLst>
                <a:gd name="T0" fmla="*/ 359 w 359"/>
                <a:gd name="T1" fmla="*/ 1210 h 1233"/>
                <a:gd name="T2" fmla="*/ 218 w 359"/>
                <a:gd name="T3" fmla="*/ 1233 h 1233"/>
                <a:gd name="T4" fmla="*/ 0 w 359"/>
                <a:gd name="T5" fmla="*/ 27 h 1233"/>
                <a:gd name="T6" fmla="*/ 141 w 359"/>
                <a:gd name="T7" fmla="*/ 0 h 1233"/>
                <a:gd name="T8" fmla="*/ 359 w 359"/>
                <a:gd name="T9" fmla="*/ 1210 h 1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9" h="1233">
                  <a:moveTo>
                    <a:pt x="359" y="1210"/>
                  </a:moveTo>
                  <a:lnTo>
                    <a:pt x="218" y="1233"/>
                  </a:lnTo>
                  <a:lnTo>
                    <a:pt x="0" y="27"/>
                  </a:lnTo>
                  <a:lnTo>
                    <a:pt x="141" y="0"/>
                  </a:lnTo>
                  <a:lnTo>
                    <a:pt x="359" y="1210"/>
                  </a:lnTo>
                  <a:close/>
                </a:path>
              </a:pathLst>
            </a:custGeom>
            <a:solidFill>
              <a:srgbClr val="F488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2" name="Freeform 933"/>
            <p:cNvSpPr/>
            <p:nvPr/>
          </p:nvSpPr>
          <p:spPr bwMode="auto">
            <a:xfrm>
              <a:off x="3048001" y="4935538"/>
              <a:ext cx="187325" cy="107950"/>
            </a:xfrm>
            <a:custGeom>
              <a:avLst/>
              <a:gdLst>
                <a:gd name="T0" fmla="*/ 21 w 26"/>
                <a:gd name="T1" fmla="*/ 12 h 15"/>
                <a:gd name="T2" fmla="*/ 7 w 26"/>
                <a:gd name="T3" fmla="*/ 14 h 15"/>
                <a:gd name="T4" fmla="*/ 1 w 26"/>
                <a:gd name="T5" fmla="*/ 9 h 15"/>
                <a:gd name="T6" fmla="*/ 1 w 26"/>
                <a:gd name="T7" fmla="*/ 9 h 15"/>
                <a:gd name="T8" fmla="*/ 5 w 26"/>
                <a:gd name="T9" fmla="*/ 3 h 15"/>
                <a:gd name="T10" fmla="*/ 19 w 26"/>
                <a:gd name="T11" fmla="*/ 0 h 15"/>
                <a:gd name="T12" fmla="*/ 25 w 26"/>
                <a:gd name="T13" fmla="*/ 5 h 15"/>
                <a:gd name="T14" fmla="*/ 25 w 26"/>
                <a:gd name="T15" fmla="*/ 5 h 15"/>
                <a:gd name="T16" fmla="*/ 21 w 26"/>
                <a:gd name="T17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5">
                  <a:moveTo>
                    <a:pt x="21" y="12"/>
                  </a:moveTo>
                  <a:cubicBezTo>
                    <a:pt x="7" y="14"/>
                    <a:pt x="7" y="14"/>
                    <a:pt x="7" y="14"/>
                  </a:cubicBezTo>
                  <a:cubicBezTo>
                    <a:pt x="4" y="15"/>
                    <a:pt x="1" y="12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2" y="0"/>
                    <a:pt x="25" y="2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6" y="8"/>
                    <a:pt x="24" y="11"/>
                    <a:pt x="21" y="1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3" name="Freeform 934"/>
            <p:cNvSpPr/>
            <p:nvPr/>
          </p:nvSpPr>
          <p:spPr bwMode="auto">
            <a:xfrm>
              <a:off x="3119438" y="5311775"/>
              <a:ext cx="180975" cy="107950"/>
            </a:xfrm>
            <a:custGeom>
              <a:avLst/>
              <a:gdLst>
                <a:gd name="T0" fmla="*/ 20 w 25"/>
                <a:gd name="T1" fmla="*/ 12 h 15"/>
                <a:gd name="T2" fmla="*/ 7 w 25"/>
                <a:gd name="T3" fmla="*/ 14 h 15"/>
                <a:gd name="T4" fmla="*/ 0 w 25"/>
                <a:gd name="T5" fmla="*/ 10 h 15"/>
                <a:gd name="T6" fmla="*/ 0 w 25"/>
                <a:gd name="T7" fmla="*/ 10 h 15"/>
                <a:gd name="T8" fmla="*/ 5 w 25"/>
                <a:gd name="T9" fmla="*/ 3 h 15"/>
                <a:gd name="T10" fmla="*/ 18 w 25"/>
                <a:gd name="T11" fmla="*/ 1 h 15"/>
                <a:gd name="T12" fmla="*/ 25 w 25"/>
                <a:gd name="T13" fmla="*/ 5 h 15"/>
                <a:gd name="T14" fmla="*/ 25 w 25"/>
                <a:gd name="T15" fmla="*/ 5 h 15"/>
                <a:gd name="T16" fmla="*/ 20 w 25"/>
                <a:gd name="T17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5">
                  <a:moveTo>
                    <a:pt x="20" y="12"/>
                  </a:moveTo>
                  <a:cubicBezTo>
                    <a:pt x="7" y="14"/>
                    <a:pt x="7" y="14"/>
                    <a:pt x="7" y="14"/>
                  </a:cubicBezTo>
                  <a:cubicBezTo>
                    <a:pt x="4" y="15"/>
                    <a:pt x="1" y="13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2" y="4"/>
                    <a:pt x="5" y="3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21" y="0"/>
                    <a:pt x="24" y="2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9"/>
                    <a:pt x="23" y="12"/>
                    <a:pt x="20" y="1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4" name="Freeform 935"/>
            <p:cNvSpPr/>
            <p:nvPr/>
          </p:nvSpPr>
          <p:spPr bwMode="auto">
            <a:xfrm>
              <a:off x="3184526" y="5694363"/>
              <a:ext cx="187325" cy="107950"/>
            </a:xfrm>
            <a:custGeom>
              <a:avLst/>
              <a:gdLst>
                <a:gd name="T0" fmla="*/ 20 w 26"/>
                <a:gd name="T1" fmla="*/ 12 h 15"/>
                <a:gd name="T2" fmla="*/ 7 w 26"/>
                <a:gd name="T3" fmla="*/ 14 h 15"/>
                <a:gd name="T4" fmla="*/ 0 w 26"/>
                <a:gd name="T5" fmla="*/ 9 h 15"/>
                <a:gd name="T6" fmla="*/ 0 w 26"/>
                <a:gd name="T7" fmla="*/ 9 h 15"/>
                <a:gd name="T8" fmla="*/ 5 w 26"/>
                <a:gd name="T9" fmla="*/ 3 h 15"/>
                <a:gd name="T10" fmla="*/ 18 w 26"/>
                <a:gd name="T11" fmla="*/ 0 h 15"/>
                <a:gd name="T12" fmla="*/ 25 w 26"/>
                <a:gd name="T13" fmla="*/ 5 h 15"/>
                <a:gd name="T14" fmla="*/ 25 w 26"/>
                <a:gd name="T15" fmla="*/ 5 h 15"/>
                <a:gd name="T16" fmla="*/ 20 w 26"/>
                <a:gd name="T17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5">
                  <a:moveTo>
                    <a:pt x="20" y="12"/>
                  </a:moveTo>
                  <a:cubicBezTo>
                    <a:pt x="7" y="14"/>
                    <a:pt x="7" y="14"/>
                    <a:pt x="7" y="14"/>
                  </a:cubicBezTo>
                  <a:cubicBezTo>
                    <a:pt x="4" y="15"/>
                    <a:pt x="1" y="12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5" y="2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6" y="8"/>
                    <a:pt x="24" y="11"/>
                    <a:pt x="20" y="1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5" name="Freeform 936"/>
            <p:cNvSpPr/>
            <p:nvPr/>
          </p:nvSpPr>
          <p:spPr bwMode="auto">
            <a:xfrm>
              <a:off x="3249613" y="6069013"/>
              <a:ext cx="187325" cy="109538"/>
            </a:xfrm>
            <a:custGeom>
              <a:avLst/>
              <a:gdLst>
                <a:gd name="T0" fmla="*/ 21 w 26"/>
                <a:gd name="T1" fmla="*/ 12 h 15"/>
                <a:gd name="T2" fmla="*/ 8 w 26"/>
                <a:gd name="T3" fmla="*/ 14 h 15"/>
                <a:gd name="T4" fmla="*/ 1 w 26"/>
                <a:gd name="T5" fmla="*/ 10 h 15"/>
                <a:gd name="T6" fmla="*/ 1 w 26"/>
                <a:gd name="T7" fmla="*/ 10 h 15"/>
                <a:gd name="T8" fmla="*/ 6 w 26"/>
                <a:gd name="T9" fmla="*/ 3 h 15"/>
                <a:gd name="T10" fmla="*/ 19 w 26"/>
                <a:gd name="T11" fmla="*/ 1 h 15"/>
                <a:gd name="T12" fmla="*/ 25 w 26"/>
                <a:gd name="T13" fmla="*/ 5 h 15"/>
                <a:gd name="T14" fmla="*/ 25 w 26"/>
                <a:gd name="T15" fmla="*/ 5 h 15"/>
                <a:gd name="T16" fmla="*/ 21 w 26"/>
                <a:gd name="T17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5">
                  <a:moveTo>
                    <a:pt x="21" y="12"/>
                  </a:moveTo>
                  <a:cubicBezTo>
                    <a:pt x="8" y="14"/>
                    <a:pt x="8" y="14"/>
                    <a:pt x="8" y="14"/>
                  </a:cubicBezTo>
                  <a:cubicBezTo>
                    <a:pt x="4" y="15"/>
                    <a:pt x="1" y="13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7"/>
                    <a:pt x="2" y="4"/>
                    <a:pt x="6" y="3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22" y="0"/>
                    <a:pt x="25" y="2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6" y="8"/>
                    <a:pt x="24" y="12"/>
                    <a:pt x="21" y="12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4" name="Freeform 1085"/>
            <p:cNvSpPr/>
            <p:nvPr/>
          </p:nvSpPr>
          <p:spPr bwMode="auto">
            <a:xfrm>
              <a:off x="4159251" y="4638675"/>
              <a:ext cx="193675" cy="188913"/>
            </a:xfrm>
            <a:custGeom>
              <a:avLst/>
              <a:gdLst>
                <a:gd name="T0" fmla="*/ 14 w 27"/>
                <a:gd name="T1" fmla="*/ 1 h 26"/>
                <a:gd name="T2" fmla="*/ 17 w 27"/>
                <a:gd name="T3" fmla="*/ 6 h 26"/>
                <a:gd name="T4" fmla="*/ 19 w 27"/>
                <a:gd name="T5" fmla="*/ 7 h 26"/>
                <a:gd name="T6" fmla="*/ 25 w 27"/>
                <a:gd name="T7" fmla="*/ 7 h 26"/>
                <a:gd name="T8" fmla="*/ 26 w 27"/>
                <a:gd name="T9" fmla="*/ 10 h 26"/>
                <a:gd name="T10" fmla="*/ 22 w 27"/>
                <a:gd name="T11" fmla="*/ 15 h 26"/>
                <a:gd name="T12" fmla="*/ 22 w 27"/>
                <a:gd name="T13" fmla="*/ 16 h 26"/>
                <a:gd name="T14" fmla="*/ 23 w 27"/>
                <a:gd name="T15" fmla="*/ 22 h 26"/>
                <a:gd name="T16" fmla="*/ 21 w 27"/>
                <a:gd name="T17" fmla="*/ 24 h 26"/>
                <a:gd name="T18" fmla="*/ 15 w 27"/>
                <a:gd name="T19" fmla="*/ 22 h 26"/>
                <a:gd name="T20" fmla="*/ 14 w 27"/>
                <a:gd name="T21" fmla="*/ 22 h 26"/>
                <a:gd name="T22" fmla="*/ 9 w 27"/>
                <a:gd name="T23" fmla="*/ 25 h 26"/>
                <a:gd name="T24" fmla="*/ 6 w 27"/>
                <a:gd name="T25" fmla="*/ 24 h 26"/>
                <a:gd name="T26" fmla="*/ 6 w 27"/>
                <a:gd name="T27" fmla="*/ 18 h 26"/>
                <a:gd name="T28" fmla="*/ 6 w 27"/>
                <a:gd name="T29" fmla="*/ 16 h 26"/>
                <a:gd name="T30" fmla="*/ 1 w 27"/>
                <a:gd name="T31" fmla="*/ 12 h 26"/>
                <a:gd name="T32" fmla="*/ 2 w 27"/>
                <a:gd name="T33" fmla="*/ 9 h 26"/>
                <a:gd name="T34" fmla="*/ 8 w 27"/>
                <a:gd name="T35" fmla="*/ 8 h 26"/>
                <a:gd name="T36" fmla="*/ 9 w 27"/>
                <a:gd name="T37" fmla="*/ 7 h 26"/>
                <a:gd name="T38" fmla="*/ 11 w 27"/>
                <a:gd name="T39" fmla="*/ 1 h 26"/>
                <a:gd name="T40" fmla="*/ 14 w 27"/>
                <a:gd name="T41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7" h="26">
                  <a:moveTo>
                    <a:pt x="14" y="1"/>
                  </a:moveTo>
                  <a:cubicBezTo>
                    <a:pt x="17" y="6"/>
                    <a:pt x="17" y="6"/>
                    <a:pt x="17" y="6"/>
                  </a:cubicBezTo>
                  <a:cubicBezTo>
                    <a:pt x="18" y="6"/>
                    <a:pt x="18" y="7"/>
                    <a:pt x="19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6" y="7"/>
                    <a:pt x="27" y="9"/>
                    <a:pt x="26" y="1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6"/>
                    <a:pt x="22" y="16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4" y="24"/>
                    <a:pt x="22" y="25"/>
                    <a:pt x="21" y="24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6"/>
                    <a:pt x="6" y="25"/>
                    <a:pt x="6" y="24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7"/>
                    <a:pt x="6" y="17"/>
                    <a:pt x="6" y="16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0"/>
                    <a:pt x="2" y="9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9" y="7"/>
                    <a:pt x="9" y="7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0"/>
                    <a:pt x="13" y="0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95" name="Freeform 1086"/>
          <p:cNvSpPr/>
          <p:nvPr/>
        </p:nvSpPr>
        <p:spPr bwMode="auto">
          <a:xfrm>
            <a:off x="3032127" y="1936750"/>
            <a:ext cx="323676" cy="334347"/>
          </a:xfrm>
          <a:custGeom>
            <a:avLst/>
            <a:gdLst>
              <a:gd name="T0" fmla="*/ 42 w 60"/>
              <a:gd name="T1" fmla="*/ 5 h 62"/>
              <a:gd name="T2" fmla="*/ 43 w 60"/>
              <a:gd name="T3" fmla="*/ 19 h 62"/>
              <a:gd name="T4" fmla="*/ 45 w 60"/>
              <a:gd name="T5" fmla="*/ 22 h 62"/>
              <a:gd name="T6" fmla="*/ 57 w 60"/>
              <a:gd name="T7" fmla="*/ 29 h 62"/>
              <a:gd name="T8" fmla="*/ 57 w 60"/>
              <a:gd name="T9" fmla="*/ 36 h 62"/>
              <a:gd name="T10" fmla="*/ 44 w 60"/>
              <a:gd name="T11" fmla="*/ 41 h 62"/>
              <a:gd name="T12" fmla="*/ 41 w 60"/>
              <a:gd name="T13" fmla="*/ 44 h 62"/>
              <a:gd name="T14" fmla="*/ 39 w 60"/>
              <a:gd name="T15" fmla="*/ 57 h 62"/>
              <a:gd name="T16" fmla="*/ 32 w 60"/>
              <a:gd name="T17" fmla="*/ 59 h 62"/>
              <a:gd name="T18" fmla="*/ 23 w 60"/>
              <a:gd name="T19" fmla="*/ 49 h 62"/>
              <a:gd name="T20" fmla="*/ 19 w 60"/>
              <a:gd name="T21" fmla="*/ 47 h 62"/>
              <a:gd name="T22" fmla="*/ 5 w 60"/>
              <a:gd name="T23" fmla="*/ 49 h 62"/>
              <a:gd name="T24" fmla="*/ 2 w 60"/>
              <a:gd name="T25" fmla="*/ 43 h 62"/>
              <a:gd name="T26" fmla="*/ 9 w 60"/>
              <a:gd name="T27" fmla="*/ 31 h 62"/>
              <a:gd name="T28" fmla="*/ 9 w 60"/>
              <a:gd name="T29" fmla="*/ 27 h 62"/>
              <a:gd name="T30" fmla="*/ 4 w 60"/>
              <a:gd name="T31" fmla="*/ 14 h 62"/>
              <a:gd name="T32" fmla="*/ 8 w 60"/>
              <a:gd name="T33" fmla="*/ 9 h 62"/>
              <a:gd name="T34" fmla="*/ 22 w 60"/>
              <a:gd name="T35" fmla="*/ 12 h 62"/>
              <a:gd name="T36" fmla="*/ 25 w 60"/>
              <a:gd name="T37" fmla="*/ 11 h 62"/>
              <a:gd name="T38" fmla="*/ 35 w 60"/>
              <a:gd name="T39" fmla="*/ 2 h 62"/>
              <a:gd name="T40" fmla="*/ 42 w 60"/>
              <a:gd name="T41" fmla="*/ 5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0" h="62">
                <a:moveTo>
                  <a:pt x="42" y="5"/>
                </a:moveTo>
                <a:cubicBezTo>
                  <a:pt x="43" y="19"/>
                  <a:pt x="43" y="19"/>
                  <a:pt x="43" y="19"/>
                </a:cubicBezTo>
                <a:cubicBezTo>
                  <a:pt x="43" y="20"/>
                  <a:pt x="44" y="21"/>
                  <a:pt x="45" y="22"/>
                </a:cubicBezTo>
                <a:cubicBezTo>
                  <a:pt x="57" y="29"/>
                  <a:pt x="57" y="29"/>
                  <a:pt x="57" y="29"/>
                </a:cubicBezTo>
                <a:cubicBezTo>
                  <a:pt x="60" y="30"/>
                  <a:pt x="60" y="34"/>
                  <a:pt x="57" y="36"/>
                </a:cubicBezTo>
                <a:cubicBezTo>
                  <a:pt x="44" y="41"/>
                  <a:pt x="44" y="41"/>
                  <a:pt x="44" y="41"/>
                </a:cubicBezTo>
                <a:cubicBezTo>
                  <a:pt x="43" y="42"/>
                  <a:pt x="42" y="43"/>
                  <a:pt x="41" y="44"/>
                </a:cubicBezTo>
                <a:cubicBezTo>
                  <a:pt x="39" y="57"/>
                  <a:pt x="39" y="57"/>
                  <a:pt x="39" y="57"/>
                </a:cubicBezTo>
                <a:cubicBezTo>
                  <a:pt x="38" y="61"/>
                  <a:pt x="34" y="62"/>
                  <a:pt x="32" y="59"/>
                </a:cubicBezTo>
                <a:cubicBezTo>
                  <a:pt x="23" y="49"/>
                  <a:pt x="23" y="49"/>
                  <a:pt x="23" y="49"/>
                </a:cubicBezTo>
                <a:cubicBezTo>
                  <a:pt x="22" y="48"/>
                  <a:pt x="21" y="47"/>
                  <a:pt x="19" y="47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6"/>
                  <a:pt x="2" y="43"/>
                </a:cubicBezTo>
                <a:cubicBezTo>
                  <a:pt x="9" y="31"/>
                  <a:pt x="9" y="31"/>
                  <a:pt x="9" y="31"/>
                </a:cubicBezTo>
                <a:cubicBezTo>
                  <a:pt x="10" y="30"/>
                  <a:pt x="10" y="28"/>
                  <a:pt x="9" y="27"/>
                </a:cubicBezTo>
                <a:cubicBezTo>
                  <a:pt x="4" y="14"/>
                  <a:pt x="4" y="14"/>
                  <a:pt x="4" y="14"/>
                </a:cubicBezTo>
                <a:cubicBezTo>
                  <a:pt x="2" y="12"/>
                  <a:pt x="5" y="8"/>
                  <a:pt x="8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3" y="13"/>
                  <a:pt x="24" y="12"/>
                  <a:pt x="25" y="11"/>
                </a:cubicBezTo>
                <a:cubicBezTo>
                  <a:pt x="35" y="2"/>
                  <a:pt x="35" y="2"/>
                  <a:pt x="35" y="2"/>
                </a:cubicBezTo>
                <a:cubicBezTo>
                  <a:pt x="38" y="0"/>
                  <a:pt x="42" y="2"/>
                  <a:pt x="42" y="5"/>
                </a:cubicBezTo>
                <a:close/>
              </a:path>
            </a:pathLst>
          </a:custGeom>
          <a:solidFill>
            <a:srgbClr val="F2C8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6" name="Freeform 1087"/>
          <p:cNvSpPr/>
          <p:nvPr/>
        </p:nvSpPr>
        <p:spPr bwMode="auto">
          <a:xfrm>
            <a:off x="2205989" y="4962640"/>
            <a:ext cx="201612" cy="217488"/>
          </a:xfrm>
          <a:custGeom>
            <a:avLst/>
            <a:gdLst>
              <a:gd name="T0" fmla="*/ 20 w 28"/>
              <a:gd name="T1" fmla="*/ 2 h 30"/>
              <a:gd name="T2" fmla="*/ 20 w 28"/>
              <a:gd name="T3" fmla="*/ 9 h 30"/>
              <a:gd name="T4" fmla="*/ 21 w 28"/>
              <a:gd name="T5" fmla="*/ 11 h 30"/>
              <a:gd name="T6" fmla="*/ 27 w 28"/>
              <a:gd name="T7" fmla="*/ 14 h 30"/>
              <a:gd name="T8" fmla="*/ 27 w 28"/>
              <a:gd name="T9" fmla="*/ 17 h 30"/>
              <a:gd name="T10" fmla="*/ 20 w 28"/>
              <a:gd name="T11" fmla="*/ 20 h 30"/>
              <a:gd name="T12" fmla="*/ 19 w 28"/>
              <a:gd name="T13" fmla="*/ 21 h 30"/>
              <a:gd name="T14" fmla="*/ 18 w 28"/>
              <a:gd name="T15" fmla="*/ 28 h 30"/>
              <a:gd name="T16" fmla="*/ 15 w 28"/>
              <a:gd name="T17" fmla="*/ 28 h 30"/>
              <a:gd name="T18" fmla="*/ 10 w 28"/>
              <a:gd name="T19" fmla="*/ 23 h 30"/>
              <a:gd name="T20" fmla="*/ 9 w 28"/>
              <a:gd name="T21" fmla="*/ 23 h 30"/>
              <a:gd name="T22" fmla="*/ 2 w 28"/>
              <a:gd name="T23" fmla="*/ 23 h 30"/>
              <a:gd name="T24" fmla="*/ 0 w 28"/>
              <a:gd name="T25" fmla="*/ 21 h 30"/>
              <a:gd name="T26" fmla="*/ 4 w 28"/>
              <a:gd name="T27" fmla="*/ 15 h 30"/>
              <a:gd name="T28" fmla="*/ 4 w 28"/>
              <a:gd name="T29" fmla="*/ 13 h 30"/>
              <a:gd name="T30" fmla="*/ 1 w 28"/>
              <a:gd name="T31" fmla="*/ 7 h 30"/>
              <a:gd name="T32" fmla="*/ 3 w 28"/>
              <a:gd name="T33" fmla="*/ 5 h 30"/>
              <a:gd name="T34" fmla="*/ 10 w 28"/>
              <a:gd name="T35" fmla="*/ 6 h 30"/>
              <a:gd name="T36" fmla="*/ 12 w 28"/>
              <a:gd name="T37" fmla="*/ 6 h 30"/>
              <a:gd name="T38" fmla="*/ 16 w 28"/>
              <a:gd name="T39" fmla="*/ 1 h 30"/>
              <a:gd name="T40" fmla="*/ 20 w 28"/>
              <a:gd name="T41" fmla="*/ 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" h="30">
                <a:moveTo>
                  <a:pt x="20" y="2"/>
                </a:moveTo>
                <a:cubicBezTo>
                  <a:pt x="20" y="9"/>
                  <a:pt x="20" y="9"/>
                  <a:pt x="20" y="9"/>
                </a:cubicBezTo>
                <a:cubicBezTo>
                  <a:pt x="20" y="10"/>
                  <a:pt x="20" y="10"/>
                  <a:pt x="21" y="11"/>
                </a:cubicBezTo>
                <a:cubicBezTo>
                  <a:pt x="27" y="14"/>
                  <a:pt x="27" y="14"/>
                  <a:pt x="27" y="14"/>
                </a:cubicBezTo>
                <a:cubicBezTo>
                  <a:pt x="28" y="15"/>
                  <a:pt x="28" y="17"/>
                  <a:pt x="27" y="17"/>
                </a:cubicBezTo>
                <a:cubicBezTo>
                  <a:pt x="20" y="20"/>
                  <a:pt x="20" y="20"/>
                  <a:pt x="20" y="20"/>
                </a:cubicBezTo>
                <a:cubicBezTo>
                  <a:pt x="20" y="20"/>
                  <a:pt x="19" y="20"/>
                  <a:pt x="19" y="21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9"/>
                  <a:pt x="16" y="30"/>
                  <a:pt x="15" y="28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9" y="23"/>
                  <a:pt x="9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4"/>
                  <a:pt x="0" y="22"/>
                  <a:pt x="0" y="21"/>
                </a:cubicBezTo>
                <a:cubicBezTo>
                  <a:pt x="4" y="15"/>
                  <a:pt x="4" y="15"/>
                  <a:pt x="4" y="15"/>
                </a:cubicBezTo>
                <a:cubicBezTo>
                  <a:pt x="4" y="14"/>
                  <a:pt x="4" y="14"/>
                  <a:pt x="4" y="13"/>
                </a:cubicBezTo>
                <a:cubicBezTo>
                  <a:pt x="1" y="7"/>
                  <a:pt x="1" y="7"/>
                  <a:pt x="1" y="7"/>
                </a:cubicBezTo>
                <a:cubicBezTo>
                  <a:pt x="1" y="6"/>
                  <a:pt x="2" y="4"/>
                  <a:pt x="3" y="5"/>
                </a:cubicBezTo>
                <a:cubicBezTo>
                  <a:pt x="10" y="6"/>
                  <a:pt x="10" y="6"/>
                  <a:pt x="10" y="6"/>
                </a:cubicBezTo>
                <a:cubicBezTo>
                  <a:pt x="10" y="6"/>
                  <a:pt x="11" y="6"/>
                  <a:pt x="12" y="6"/>
                </a:cubicBezTo>
                <a:cubicBezTo>
                  <a:pt x="16" y="1"/>
                  <a:pt x="16" y="1"/>
                  <a:pt x="16" y="1"/>
                </a:cubicBezTo>
                <a:cubicBezTo>
                  <a:pt x="18" y="0"/>
                  <a:pt x="19" y="1"/>
                  <a:pt x="20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09" name="组合 1108"/>
          <p:cNvGrpSpPr/>
          <p:nvPr/>
        </p:nvGrpSpPr>
        <p:grpSpPr>
          <a:xfrm>
            <a:off x="6550665" y="522646"/>
            <a:ext cx="1045725" cy="2083150"/>
            <a:chOff x="3494088" y="-150812"/>
            <a:chExt cx="1400175" cy="2789237"/>
          </a:xfrm>
        </p:grpSpPr>
        <p:sp>
          <p:nvSpPr>
            <p:cNvPr id="1026" name="Freeform 1017"/>
            <p:cNvSpPr/>
            <p:nvPr/>
          </p:nvSpPr>
          <p:spPr bwMode="auto">
            <a:xfrm>
              <a:off x="4021138" y="1625600"/>
              <a:ext cx="873125" cy="715963"/>
            </a:xfrm>
            <a:custGeom>
              <a:avLst/>
              <a:gdLst>
                <a:gd name="T0" fmla="*/ 550 w 550"/>
                <a:gd name="T1" fmla="*/ 23 h 451"/>
                <a:gd name="T2" fmla="*/ 546 w 550"/>
                <a:gd name="T3" fmla="*/ 0 h 451"/>
                <a:gd name="T4" fmla="*/ 0 w 550"/>
                <a:gd name="T5" fmla="*/ 160 h 451"/>
                <a:gd name="T6" fmla="*/ 9 w 550"/>
                <a:gd name="T7" fmla="*/ 187 h 451"/>
                <a:gd name="T8" fmla="*/ 250 w 550"/>
                <a:gd name="T9" fmla="*/ 451 h 451"/>
                <a:gd name="T10" fmla="*/ 496 w 550"/>
                <a:gd name="T11" fmla="*/ 378 h 451"/>
                <a:gd name="T12" fmla="*/ 550 w 550"/>
                <a:gd name="T13" fmla="*/ 23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0" h="451">
                  <a:moveTo>
                    <a:pt x="550" y="23"/>
                  </a:moveTo>
                  <a:lnTo>
                    <a:pt x="546" y="0"/>
                  </a:lnTo>
                  <a:lnTo>
                    <a:pt x="0" y="160"/>
                  </a:lnTo>
                  <a:lnTo>
                    <a:pt x="9" y="187"/>
                  </a:lnTo>
                  <a:lnTo>
                    <a:pt x="250" y="451"/>
                  </a:lnTo>
                  <a:lnTo>
                    <a:pt x="496" y="378"/>
                  </a:lnTo>
                  <a:lnTo>
                    <a:pt x="550" y="23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27" name="Freeform 1018"/>
            <p:cNvSpPr/>
            <p:nvPr/>
          </p:nvSpPr>
          <p:spPr bwMode="auto">
            <a:xfrm>
              <a:off x="4418013" y="2225675"/>
              <a:ext cx="390525" cy="412750"/>
            </a:xfrm>
            <a:custGeom>
              <a:avLst/>
              <a:gdLst>
                <a:gd name="T0" fmla="*/ 46 w 54"/>
                <a:gd name="T1" fmla="*/ 49 h 57"/>
                <a:gd name="T2" fmla="*/ 54 w 54"/>
                <a:gd name="T3" fmla="*/ 0 h 57"/>
                <a:gd name="T4" fmla="*/ 0 w 54"/>
                <a:gd name="T5" fmla="*/ 16 h 57"/>
                <a:gd name="T6" fmla="*/ 34 w 54"/>
                <a:gd name="T7" fmla="*/ 53 h 57"/>
                <a:gd name="T8" fmla="*/ 46 w 54"/>
                <a:gd name="T9" fmla="*/ 4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57">
                  <a:moveTo>
                    <a:pt x="46" y="49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8" y="57"/>
                    <a:pt x="45" y="55"/>
                    <a:pt x="46" y="49"/>
                  </a:cubicBez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28" name="Freeform 1019"/>
            <p:cNvSpPr/>
            <p:nvPr/>
          </p:nvSpPr>
          <p:spPr bwMode="auto">
            <a:xfrm>
              <a:off x="4021138" y="1820863"/>
              <a:ext cx="549275" cy="520700"/>
            </a:xfrm>
            <a:custGeom>
              <a:avLst/>
              <a:gdLst>
                <a:gd name="T0" fmla="*/ 59 w 346"/>
                <a:gd name="T1" fmla="*/ 18 h 328"/>
                <a:gd name="T2" fmla="*/ 0 w 346"/>
                <a:gd name="T3" fmla="*/ 37 h 328"/>
                <a:gd name="T4" fmla="*/ 9 w 346"/>
                <a:gd name="T5" fmla="*/ 64 h 328"/>
                <a:gd name="T6" fmla="*/ 250 w 346"/>
                <a:gd name="T7" fmla="*/ 328 h 328"/>
                <a:gd name="T8" fmla="*/ 346 w 346"/>
                <a:gd name="T9" fmla="*/ 296 h 328"/>
                <a:gd name="T10" fmla="*/ 169 w 346"/>
                <a:gd name="T11" fmla="*/ 0 h 328"/>
                <a:gd name="T12" fmla="*/ 59 w 346"/>
                <a:gd name="T13" fmla="*/ 18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328">
                  <a:moveTo>
                    <a:pt x="59" y="18"/>
                  </a:moveTo>
                  <a:lnTo>
                    <a:pt x="0" y="37"/>
                  </a:lnTo>
                  <a:lnTo>
                    <a:pt x="9" y="64"/>
                  </a:lnTo>
                  <a:lnTo>
                    <a:pt x="250" y="328"/>
                  </a:lnTo>
                  <a:lnTo>
                    <a:pt x="346" y="296"/>
                  </a:lnTo>
                  <a:lnTo>
                    <a:pt x="169" y="0"/>
                  </a:lnTo>
                  <a:lnTo>
                    <a:pt x="59" y="18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29" name="Freeform 1020"/>
            <p:cNvSpPr/>
            <p:nvPr/>
          </p:nvSpPr>
          <p:spPr bwMode="auto">
            <a:xfrm>
              <a:off x="3732213" y="708025"/>
              <a:ext cx="1025525" cy="1192213"/>
            </a:xfrm>
            <a:custGeom>
              <a:avLst/>
              <a:gdLst>
                <a:gd name="T0" fmla="*/ 0 w 646"/>
                <a:gd name="T1" fmla="*/ 137 h 751"/>
                <a:gd name="T2" fmla="*/ 187 w 646"/>
                <a:gd name="T3" fmla="*/ 751 h 751"/>
                <a:gd name="T4" fmla="*/ 646 w 646"/>
                <a:gd name="T5" fmla="*/ 615 h 751"/>
                <a:gd name="T6" fmla="*/ 455 w 646"/>
                <a:gd name="T7" fmla="*/ 0 h 751"/>
                <a:gd name="T8" fmla="*/ 0 w 646"/>
                <a:gd name="T9" fmla="*/ 137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751">
                  <a:moveTo>
                    <a:pt x="0" y="137"/>
                  </a:moveTo>
                  <a:lnTo>
                    <a:pt x="187" y="751"/>
                  </a:lnTo>
                  <a:lnTo>
                    <a:pt x="646" y="615"/>
                  </a:lnTo>
                  <a:lnTo>
                    <a:pt x="455" y="0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0" name="Freeform 1021"/>
            <p:cNvSpPr/>
            <p:nvPr/>
          </p:nvSpPr>
          <p:spPr bwMode="auto">
            <a:xfrm>
              <a:off x="4403726" y="665163"/>
              <a:ext cx="490537" cy="1033463"/>
            </a:xfrm>
            <a:custGeom>
              <a:avLst/>
              <a:gdLst>
                <a:gd name="T0" fmla="*/ 0 w 309"/>
                <a:gd name="T1" fmla="*/ 36 h 651"/>
                <a:gd name="T2" fmla="*/ 187 w 309"/>
                <a:gd name="T3" fmla="*/ 651 h 651"/>
                <a:gd name="T4" fmla="*/ 309 w 309"/>
                <a:gd name="T5" fmla="*/ 614 h 651"/>
                <a:gd name="T6" fmla="*/ 119 w 309"/>
                <a:gd name="T7" fmla="*/ 0 h 651"/>
                <a:gd name="T8" fmla="*/ 0 w 309"/>
                <a:gd name="T9" fmla="*/ 36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9" h="651">
                  <a:moveTo>
                    <a:pt x="0" y="36"/>
                  </a:moveTo>
                  <a:lnTo>
                    <a:pt x="187" y="651"/>
                  </a:lnTo>
                  <a:lnTo>
                    <a:pt x="309" y="614"/>
                  </a:lnTo>
                  <a:lnTo>
                    <a:pt x="119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F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1" name="Freeform 1022"/>
            <p:cNvSpPr/>
            <p:nvPr/>
          </p:nvSpPr>
          <p:spPr bwMode="auto">
            <a:xfrm>
              <a:off x="3732213" y="846138"/>
              <a:ext cx="557212" cy="1054100"/>
            </a:xfrm>
            <a:custGeom>
              <a:avLst/>
              <a:gdLst>
                <a:gd name="T0" fmla="*/ 0 w 351"/>
                <a:gd name="T1" fmla="*/ 50 h 664"/>
                <a:gd name="T2" fmla="*/ 187 w 351"/>
                <a:gd name="T3" fmla="*/ 664 h 664"/>
                <a:gd name="T4" fmla="*/ 351 w 351"/>
                <a:gd name="T5" fmla="*/ 614 h 664"/>
                <a:gd name="T6" fmla="*/ 164 w 351"/>
                <a:gd name="T7" fmla="*/ 0 h 664"/>
                <a:gd name="T8" fmla="*/ 0 w 351"/>
                <a:gd name="T9" fmla="*/ 5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" h="664">
                  <a:moveTo>
                    <a:pt x="0" y="50"/>
                  </a:moveTo>
                  <a:lnTo>
                    <a:pt x="187" y="664"/>
                  </a:lnTo>
                  <a:lnTo>
                    <a:pt x="351" y="614"/>
                  </a:lnTo>
                  <a:lnTo>
                    <a:pt x="164" y="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2" name="Freeform 1023"/>
            <p:cNvSpPr/>
            <p:nvPr/>
          </p:nvSpPr>
          <p:spPr bwMode="auto">
            <a:xfrm>
              <a:off x="3494088" y="-150812"/>
              <a:ext cx="989012" cy="736600"/>
            </a:xfrm>
            <a:custGeom>
              <a:avLst/>
              <a:gdLst>
                <a:gd name="T0" fmla="*/ 16 w 137"/>
                <a:gd name="T1" fmla="*/ 95 h 102"/>
                <a:gd name="T2" fmla="*/ 1 w 137"/>
                <a:gd name="T3" fmla="*/ 43 h 102"/>
                <a:gd name="T4" fmla="*/ 7 w 137"/>
                <a:gd name="T5" fmla="*/ 32 h 102"/>
                <a:gd name="T6" fmla="*/ 109 w 137"/>
                <a:gd name="T7" fmla="*/ 1 h 102"/>
                <a:gd name="T8" fmla="*/ 120 w 137"/>
                <a:gd name="T9" fmla="*/ 7 h 102"/>
                <a:gd name="T10" fmla="*/ 136 w 137"/>
                <a:gd name="T11" fmla="*/ 59 h 102"/>
                <a:gd name="T12" fmla="*/ 130 w 137"/>
                <a:gd name="T13" fmla="*/ 70 h 102"/>
                <a:gd name="T14" fmla="*/ 28 w 137"/>
                <a:gd name="T15" fmla="*/ 101 h 102"/>
                <a:gd name="T16" fmla="*/ 16 w 137"/>
                <a:gd name="T17" fmla="*/ 9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" h="102">
                  <a:moveTo>
                    <a:pt x="16" y="95"/>
                  </a:moveTo>
                  <a:cubicBezTo>
                    <a:pt x="1" y="43"/>
                    <a:pt x="1" y="43"/>
                    <a:pt x="1" y="43"/>
                  </a:cubicBezTo>
                  <a:cubicBezTo>
                    <a:pt x="0" y="38"/>
                    <a:pt x="2" y="33"/>
                    <a:pt x="7" y="3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14" y="0"/>
                    <a:pt x="119" y="2"/>
                    <a:pt x="120" y="7"/>
                  </a:cubicBezTo>
                  <a:cubicBezTo>
                    <a:pt x="136" y="59"/>
                    <a:pt x="136" y="59"/>
                    <a:pt x="136" y="59"/>
                  </a:cubicBezTo>
                  <a:cubicBezTo>
                    <a:pt x="137" y="64"/>
                    <a:pt x="135" y="69"/>
                    <a:pt x="130" y="70"/>
                  </a:cubicBezTo>
                  <a:cubicBezTo>
                    <a:pt x="28" y="101"/>
                    <a:pt x="28" y="101"/>
                    <a:pt x="28" y="101"/>
                  </a:cubicBezTo>
                  <a:cubicBezTo>
                    <a:pt x="23" y="102"/>
                    <a:pt x="18" y="100"/>
                    <a:pt x="16" y="95"/>
                  </a:cubicBez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3" name="Freeform 1024"/>
            <p:cNvSpPr/>
            <p:nvPr/>
          </p:nvSpPr>
          <p:spPr bwMode="auto">
            <a:xfrm>
              <a:off x="3595688" y="223838"/>
              <a:ext cx="1003300" cy="730250"/>
            </a:xfrm>
            <a:custGeom>
              <a:avLst/>
              <a:gdLst>
                <a:gd name="T0" fmla="*/ 0 w 632"/>
                <a:gd name="T1" fmla="*/ 160 h 460"/>
                <a:gd name="T2" fmla="*/ 91 w 632"/>
                <a:gd name="T3" fmla="*/ 460 h 460"/>
                <a:gd name="T4" fmla="*/ 632 w 632"/>
                <a:gd name="T5" fmla="*/ 301 h 460"/>
                <a:gd name="T6" fmla="*/ 546 w 632"/>
                <a:gd name="T7" fmla="*/ 0 h 460"/>
                <a:gd name="T8" fmla="*/ 0 w 632"/>
                <a:gd name="T9" fmla="*/ 16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2" h="460">
                  <a:moveTo>
                    <a:pt x="0" y="160"/>
                  </a:moveTo>
                  <a:lnTo>
                    <a:pt x="91" y="460"/>
                  </a:lnTo>
                  <a:lnTo>
                    <a:pt x="632" y="301"/>
                  </a:lnTo>
                  <a:lnTo>
                    <a:pt x="546" y="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4" name="Freeform 1025"/>
            <p:cNvSpPr/>
            <p:nvPr/>
          </p:nvSpPr>
          <p:spPr bwMode="auto">
            <a:xfrm>
              <a:off x="3595688" y="398463"/>
              <a:ext cx="419100" cy="555625"/>
            </a:xfrm>
            <a:custGeom>
              <a:avLst/>
              <a:gdLst>
                <a:gd name="T0" fmla="*/ 0 w 264"/>
                <a:gd name="T1" fmla="*/ 50 h 350"/>
                <a:gd name="T2" fmla="*/ 91 w 264"/>
                <a:gd name="T3" fmla="*/ 350 h 350"/>
                <a:gd name="T4" fmla="*/ 264 w 264"/>
                <a:gd name="T5" fmla="*/ 300 h 350"/>
                <a:gd name="T6" fmla="*/ 173 w 264"/>
                <a:gd name="T7" fmla="*/ 0 h 350"/>
                <a:gd name="T8" fmla="*/ 0 w 264"/>
                <a:gd name="T9" fmla="*/ 50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4" h="350">
                  <a:moveTo>
                    <a:pt x="0" y="50"/>
                  </a:moveTo>
                  <a:lnTo>
                    <a:pt x="91" y="350"/>
                  </a:lnTo>
                  <a:lnTo>
                    <a:pt x="264" y="300"/>
                  </a:lnTo>
                  <a:lnTo>
                    <a:pt x="173" y="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DBC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7" name="Freeform 1088"/>
            <p:cNvSpPr/>
            <p:nvPr/>
          </p:nvSpPr>
          <p:spPr bwMode="auto">
            <a:xfrm>
              <a:off x="3935413" y="1619250"/>
              <a:ext cx="209550" cy="209550"/>
            </a:xfrm>
            <a:custGeom>
              <a:avLst/>
              <a:gdLst>
                <a:gd name="T0" fmla="*/ 18 w 29"/>
                <a:gd name="T1" fmla="*/ 2 h 29"/>
                <a:gd name="T2" fmla="*/ 20 w 29"/>
                <a:gd name="T3" fmla="*/ 8 h 29"/>
                <a:gd name="T4" fmla="*/ 21 w 29"/>
                <a:gd name="T5" fmla="*/ 9 h 29"/>
                <a:gd name="T6" fmla="*/ 27 w 29"/>
                <a:gd name="T7" fmla="*/ 11 h 29"/>
                <a:gd name="T8" fmla="*/ 28 w 29"/>
                <a:gd name="T9" fmla="*/ 15 h 29"/>
                <a:gd name="T10" fmla="*/ 22 w 29"/>
                <a:gd name="T11" fmla="*/ 19 h 29"/>
                <a:gd name="T12" fmla="*/ 22 w 29"/>
                <a:gd name="T13" fmla="*/ 20 h 29"/>
                <a:gd name="T14" fmla="*/ 22 w 29"/>
                <a:gd name="T15" fmla="*/ 27 h 29"/>
                <a:gd name="T16" fmla="*/ 19 w 29"/>
                <a:gd name="T17" fmla="*/ 28 h 29"/>
                <a:gd name="T18" fmla="*/ 13 w 29"/>
                <a:gd name="T19" fmla="*/ 24 h 29"/>
                <a:gd name="T20" fmla="*/ 12 w 29"/>
                <a:gd name="T21" fmla="*/ 24 h 29"/>
                <a:gd name="T22" fmla="*/ 5 w 29"/>
                <a:gd name="T23" fmla="*/ 26 h 29"/>
                <a:gd name="T24" fmla="*/ 3 w 29"/>
                <a:gd name="T25" fmla="*/ 24 h 29"/>
                <a:gd name="T26" fmla="*/ 5 w 29"/>
                <a:gd name="T27" fmla="*/ 17 h 29"/>
                <a:gd name="T28" fmla="*/ 5 w 29"/>
                <a:gd name="T29" fmla="*/ 16 h 29"/>
                <a:gd name="T30" fmla="*/ 1 w 29"/>
                <a:gd name="T31" fmla="*/ 10 h 29"/>
                <a:gd name="T32" fmla="*/ 2 w 29"/>
                <a:gd name="T33" fmla="*/ 7 h 29"/>
                <a:gd name="T34" fmla="*/ 9 w 29"/>
                <a:gd name="T35" fmla="*/ 7 h 29"/>
                <a:gd name="T36" fmla="*/ 11 w 29"/>
                <a:gd name="T37" fmla="*/ 7 h 29"/>
                <a:gd name="T38" fmla="*/ 14 w 29"/>
                <a:gd name="T39" fmla="*/ 1 h 29"/>
                <a:gd name="T40" fmla="*/ 18 w 29"/>
                <a:gd name="T41" fmla="*/ 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" h="29">
                  <a:moveTo>
                    <a:pt x="18" y="2"/>
                  </a:moveTo>
                  <a:cubicBezTo>
                    <a:pt x="20" y="8"/>
                    <a:pt x="20" y="8"/>
                    <a:pt x="20" y="8"/>
                  </a:cubicBezTo>
                  <a:cubicBezTo>
                    <a:pt x="20" y="9"/>
                    <a:pt x="20" y="9"/>
                    <a:pt x="21" y="9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9" y="12"/>
                    <a:pt x="29" y="14"/>
                    <a:pt x="28" y="15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20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8"/>
                    <a:pt x="20" y="29"/>
                    <a:pt x="19" y="28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12" y="24"/>
                    <a:pt x="12" y="24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4" y="26"/>
                    <a:pt x="2" y="25"/>
                    <a:pt x="3" y="24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5" y="16"/>
                    <a:pt x="5" y="16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9"/>
                    <a:pt x="1" y="7"/>
                    <a:pt x="2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0" y="7"/>
                    <a:pt x="10" y="7"/>
                    <a:pt x="11" y="7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0"/>
                    <a:pt x="17" y="0"/>
                    <a:pt x="18" y="2"/>
                  </a:cubicBez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98" name="Freeform 1089"/>
          <p:cNvSpPr/>
          <p:nvPr/>
        </p:nvSpPr>
        <p:spPr bwMode="auto">
          <a:xfrm>
            <a:off x="8892197" y="711149"/>
            <a:ext cx="193257" cy="205114"/>
          </a:xfrm>
          <a:custGeom>
            <a:avLst/>
            <a:gdLst>
              <a:gd name="T0" fmla="*/ 25 w 36"/>
              <a:gd name="T1" fmla="*/ 3 h 38"/>
              <a:gd name="T2" fmla="*/ 26 w 36"/>
              <a:gd name="T3" fmla="*/ 11 h 38"/>
              <a:gd name="T4" fmla="*/ 27 w 36"/>
              <a:gd name="T5" fmla="*/ 13 h 38"/>
              <a:gd name="T6" fmla="*/ 35 w 36"/>
              <a:gd name="T7" fmla="*/ 18 h 38"/>
              <a:gd name="T8" fmla="*/ 34 w 36"/>
              <a:gd name="T9" fmla="*/ 22 h 38"/>
              <a:gd name="T10" fmla="*/ 27 w 36"/>
              <a:gd name="T11" fmla="*/ 25 h 38"/>
              <a:gd name="T12" fmla="*/ 25 w 36"/>
              <a:gd name="T13" fmla="*/ 27 h 38"/>
              <a:gd name="T14" fmla="*/ 23 w 36"/>
              <a:gd name="T15" fmla="*/ 35 h 38"/>
              <a:gd name="T16" fmla="*/ 19 w 36"/>
              <a:gd name="T17" fmla="*/ 36 h 38"/>
              <a:gd name="T18" fmla="*/ 14 w 36"/>
              <a:gd name="T19" fmla="*/ 30 h 38"/>
              <a:gd name="T20" fmla="*/ 11 w 36"/>
              <a:gd name="T21" fmla="*/ 29 h 38"/>
              <a:gd name="T22" fmla="*/ 3 w 36"/>
              <a:gd name="T23" fmla="*/ 30 h 38"/>
              <a:gd name="T24" fmla="*/ 1 w 36"/>
              <a:gd name="T25" fmla="*/ 26 h 38"/>
              <a:gd name="T26" fmla="*/ 5 w 36"/>
              <a:gd name="T27" fmla="*/ 19 h 38"/>
              <a:gd name="T28" fmla="*/ 5 w 36"/>
              <a:gd name="T29" fmla="*/ 17 h 38"/>
              <a:gd name="T30" fmla="*/ 2 w 36"/>
              <a:gd name="T31" fmla="*/ 9 h 38"/>
              <a:gd name="T32" fmla="*/ 5 w 36"/>
              <a:gd name="T33" fmla="*/ 6 h 38"/>
              <a:gd name="T34" fmla="*/ 13 w 36"/>
              <a:gd name="T35" fmla="*/ 8 h 38"/>
              <a:gd name="T36" fmla="*/ 15 w 36"/>
              <a:gd name="T37" fmla="*/ 7 h 38"/>
              <a:gd name="T38" fmla="*/ 21 w 36"/>
              <a:gd name="T39" fmla="*/ 1 h 38"/>
              <a:gd name="T40" fmla="*/ 25 w 36"/>
              <a:gd name="T41" fmla="*/ 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6" h="38">
                <a:moveTo>
                  <a:pt x="25" y="3"/>
                </a:moveTo>
                <a:cubicBezTo>
                  <a:pt x="26" y="11"/>
                  <a:pt x="26" y="11"/>
                  <a:pt x="26" y="11"/>
                </a:cubicBezTo>
                <a:cubicBezTo>
                  <a:pt x="26" y="12"/>
                  <a:pt x="27" y="13"/>
                  <a:pt x="27" y="13"/>
                </a:cubicBezTo>
                <a:cubicBezTo>
                  <a:pt x="35" y="18"/>
                  <a:pt x="35" y="18"/>
                  <a:pt x="35" y="18"/>
                </a:cubicBezTo>
                <a:cubicBezTo>
                  <a:pt x="36" y="19"/>
                  <a:pt x="36" y="21"/>
                  <a:pt x="34" y="22"/>
                </a:cubicBezTo>
                <a:cubicBezTo>
                  <a:pt x="27" y="25"/>
                  <a:pt x="27" y="25"/>
                  <a:pt x="27" y="25"/>
                </a:cubicBezTo>
                <a:cubicBezTo>
                  <a:pt x="26" y="26"/>
                  <a:pt x="25" y="26"/>
                  <a:pt x="25" y="27"/>
                </a:cubicBezTo>
                <a:cubicBezTo>
                  <a:pt x="23" y="35"/>
                  <a:pt x="23" y="35"/>
                  <a:pt x="23" y="35"/>
                </a:cubicBezTo>
                <a:cubicBezTo>
                  <a:pt x="23" y="37"/>
                  <a:pt x="20" y="38"/>
                  <a:pt x="19" y="36"/>
                </a:cubicBezTo>
                <a:cubicBezTo>
                  <a:pt x="14" y="30"/>
                  <a:pt x="14" y="30"/>
                  <a:pt x="14" y="30"/>
                </a:cubicBezTo>
                <a:cubicBezTo>
                  <a:pt x="13" y="29"/>
                  <a:pt x="12" y="29"/>
                  <a:pt x="11" y="29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1" y="26"/>
                </a:cubicBezTo>
                <a:cubicBezTo>
                  <a:pt x="5" y="19"/>
                  <a:pt x="5" y="19"/>
                  <a:pt x="5" y="19"/>
                </a:cubicBezTo>
                <a:cubicBezTo>
                  <a:pt x="6" y="18"/>
                  <a:pt x="6" y="17"/>
                  <a:pt x="5" y="17"/>
                </a:cubicBezTo>
                <a:cubicBezTo>
                  <a:pt x="2" y="9"/>
                  <a:pt x="2" y="9"/>
                  <a:pt x="2" y="9"/>
                </a:cubicBezTo>
                <a:cubicBezTo>
                  <a:pt x="1" y="7"/>
                  <a:pt x="3" y="5"/>
                  <a:pt x="5" y="6"/>
                </a:cubicBezTo>
                <a:cubicBezTo>
                  <a:pt x="13" y="8"/>
                  <a:pt x="13" y="8"/>
                  <a:pt x="13" y="8"/>
                </a:cubicBezTo>
                <a:cubicBezTo>
                  <a:pt x="14" y="8"/>
                  <a:pt x="14" y="8"/>
                  <a:pt x="15" y="7"/>
                </a:cubicBezTo>
                <a:cubicBezTo>
                  <a:pt x="21" y="1"/>
                  <a:pt x="21" y="1"/>
                  <a:pt x="21" y="1"/>
                </a:cubicBezTo>
                <a:cubicBezTo>
                  <a:pt x="23" y="0"/>
                  <a:pt x="25" y="1"/>
                  <a:pt x="25" y="3"/>
                </a:cubicBezTo>
                <a:close/>
              </a:path>
            </a:pathLst>
          </a:custGeom>
          <a:solidFill>
            <a:srgbClr val="00C5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04" name="组合 1103"/>
          <p:cNvGrpSpPr/>
          <p:nvPr/>
        </p:nvGrpSpPr>
        <p:grpSpPr>
          <a:xfrm>
            <a:off x="2214045" y="2347727"/>
            <a:ext cx="1601787" cy="2182955"/>
            <a:chOff x="420688" y="2182813"/>
            <a:chExt cx="1955800" cy="2665413"/>
          </a:xfrm>
        </p:grpSpPr>
        <p:sp>
          <p:nvSpPr>
            <p:cNvPr id="1035" name="Freeform 1026"/>
            <p:cNvSpPr/>
            <p:nvPr/>
          </p:nvSpPr>
          <p:spPr bwMode="auto">
            <a:xfrm>
              <a:off x="1033463" y="3395663"/>
              <a:ext cx="382587" cy="469900"/>
            </a:xfrm>
            <a:custGeom>
              <a:avLst/>
              <a:gdLst>
                <a:gd name="T0" fmla="*/ 118 w 241"/>
                <a:gd name="T1" fmla="*/ 296 h 296"/>
                <a:gd name="T2" fmla="*/ 0 w 241"/>
                <a:gd name="T3" fmla="*/ 233 h 296"/>
                <a:gd name="T4" fmla="*/ 127 w 241"/>
                <a:gd name="T5" fmla="*/ 0 h 296"/>
                <a:gd name="T6" fmla="*/ 241 w 241"/>
                <a:gd name="T7" fmla="*/ 69 h 296"/>
                <a:gd name="T8" fmla="*/ 118 w 241"/>
                <a:gd name="T9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296">
                  <a:moveTo>
                    <a:pt x="118" y="296"/>
                  </a:moveTo>
                  <a:lnTo>
                    <a:pt x="0" y="233"/>
                  </a:lnTo>
                  <a:lnTo>
                    <a:pt x="127" y="0"/>
                  </a:lnTo>
                  <a:lnTo>
                    <a:pt x="241" y="69"/>
                  </a:lnTo>
                  <a:lnTo>
                    <a:pt x="118" y="296"/>
                  </a:lnTo>
                  <a:close/>
                </a:path>
              </a:pathLst>
            </a:custGeom>
            <a:solidFill>
              <a:srgbClr val="F2C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6" name="Freeform 1027"/>
            <p:cNvSpPr/>
            <p:nvPr/>
          </p:nvSpPr>
          <p:spPr bwMode="auto">
            <a:xfrm>
              <a:off x="1033463" y="3395663"/>
              <a:ext cx="296862" cy="419100"/>
            </a:xfrm>
            <a:custGeom>
              <a:avLst/>
              <a:gdLst>
                <a:gd name="T0" fmla="*/ 59 w 187"/>
                <a:gd name="T1" fmla="*/ 264 h 264"/>
                <a:gd name="T2" fmla="*/ 0 w 187"/>
                <a:gd name="T3" fmla="*/ 233 h 264"/>
                <a:gd name="T4" fmla="*/ 127 w 187"/>
                <a:gd name="T5" fmla="*/ 0 h 264"/>
                <a:gd name="T6" fmla="*/ 187 w 187"/>
                <a:gd name="T7" fmla="*/ 37 h 264"/>
                <a:gd name="T8" fmla="*/ 59 w 187"/>
                <a:gd name="T9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264">
                  <a:moveTo>
                    <a:pt x="59" y="264"/>
                  </a:moveTo>
                  <a:lnTo>
                    <a:pt x="0" y="233"/>
                  </a:lnTo>
                  <a:lnTo>
                    <a:pt x="127" y="0"/>
                  </a:lnTo>
                  <a:lnTo>
                    <a:pt x="187" y="37"/>
                  </a:lnTo>
                  <a:lnTo>
                    <a:pt x="59" y="264"/>
                  </a:lnTo>
                  <a:close/>
                </a:path>
              </a:pathLst>
            </a:custGeom>
            <a:solidFill>
              <a:srgbClr val="F49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7" name="Freeform 1028"/>
            <p:cNvSpPr/>
            <p:nvPr/>
          </p:nvSpPr>
          <p:spPr bwMode="auto">
            <a:xfrm>
              <a:off x="831851" y="2182813"/>
              <a:ext cx="1544637" cy="1546225"/>
            </a:xfrm>
            <a:custGeom>
              <a:avLst/>
              <a:gdLst>
                <a:gd name="T0" fmla="*/ 189 w 214"/>
                <a:gd name="T1" fmla="*/ 152 h 214"/>
                <a:gd name="T2" fmla="*/ 61 w 214"/>
                <a:gd name="T3" fmla="*/ 189 h 214"/>
                <a:gd name="T4" fmla="*/ 25 w 214"/>
                <a:gd name="T5" fmla="*/ 61 h 214"/>
                <a:gd name="T6" fmla="*/ 152 w 214"/>
                <a:gd name="T7" fmla="*/ 25 h 214"/>
                <a:gd name="T8" fmla="*/ 189 w 214"/>
                <a:gd name="T9" fmla="*/ 152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214">
                  <a:moveTo>
                    <a:pt x="189" y="152"/>
                  </a:moveTo>
                  <a:cubicBezTo>
                    <a:pt x="164" y="197"/>
                    <a:pt x="107" y="214"/>
                    <a:pt x="61" y="189"/>
                  </a:cubicBezTo>
                  <a:cubicBezTo>
                    <a:pt x="16" y="164"/>
                    <a:pt x="0" y="107"/>
                    <a:pt x="25" y="61"/>
                  </a:cubicBezTo>
                  <a:cubicBezTo>
                    <a:pt x="49" y="16"/>
                    <a:pt x="106" y="0"/>
                    <a:pt x="152" y="25"/>
                  </a:cubicBezTo>
                  <a:cubicBezTo>
                    <a:pt x="197" y="50"/>
                    <a:pt x="214" y="106"/>
                    <a:pt x="189" y="152"/>
                  </a:cubicBezTo>
                  <a:close/>
                </a:path>
              </a:pathLst>
            </a:custGeom>
            <a:solidFill>
              <a:srgbClr val="4B7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8" name="Freeform 1029"/>
            <p:cNvSpPr/>
            <p:nvPr/>
          </p:nvSpPr>
          <p:spPr bwMode="auto">
            <a:xfrm>
              <a:off x="982663" y="2333625"/>
              <a:ext cx="1235075" cy="1236663"/>
            </a:xfrm>
            <a:custGeom>
              <a:avLst/>
              <a:gdLst>
                <a:gd name="T0" fmla="*/ 151 w 171"/>
                <a:gd name="T1" fmla="*/ 122 h 171"/>
                <a:gd name="T2" fmla="*/ 49 w 171"/>
                <a:gd name="T3" fmla="*/ 151 h 171"/>
                <a:gd name="T4" fmla="*/ 20 w 171"/>
                <a:gd name="T5" fmla="*/ 49 h 171"/>
                <a:gd name="T6" fmla="*/ 122 w 171"/>
                <a:gd name="T7" fmla="*/ 20 h 171"/>
                <a:gd name="T8" fmla="*/ 151 w 171"/>
                <a:gd name="T9" fmla="*/ 12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171">
                  <a:moveTo>
                    <a:pt x="151" y="122"/>
                  </a:moveTo>
                  <a:cubicBezTo>
                    <a:pt x="131" y="158"/>
                    <a:pt x="86" y="171"/>
                    <a:pt x="49" y="151"/>
                  </a:cubicBezTo>
                  <a:cubicBezTo>
                    <a:pt x="13" y="131"/>
                    <a:pt x="0" y="86"/>
                    <a:pt x="20" y="49"/>
                  </a:cubicBezTo>
                  <a:cubicBezTo>
                    <a:pt x="40" y="13"/>
                    <a:pt x="85" y="0"/>
                    <a:pt x="122" y="20"/>
                  </a:cubicBezTo>
                  <a:cubicBezTo>
                    <a:pt x="158" y="40"/>
                    <a:pt x="171" y="86"/>
                    <a:pt x="151" y="122"/>
                  </a:cubicBezTo>
                  <a:close/>
                </a:path>
              </a:pathLst>
            </a:custGeom>
            <a:solidFill>
              <a:srgbClr val="4C4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9" name="Freeform 1030"/>
            <p:cNvSpPr/>
            <p:nvPr/>
          </p:nvSpPr>
          <p:spPr bwMode="auto">
            <a:xfrm>
              <a:off x="1033463" y="2384425"/>
              <a:ext cx="1139825" cy="1141413"/>
            </a:xfrm>
            <a:custGeom>
              <a:avLst/>
              <a:gdLst>
                <a:gd name="T0" fmla="*/ 139 w 158"/>
                <a:gd name="T1" fmla="*/ 112 h 158"/>
                <a:gd name="T2" fmla="*/ 45 w 158"/>
                <a:gd name="T3" fmla="*/ 139 h 158"/>
                <a:gd name="T4" fmla="*/ 18 w 158"/>
                <a:gd name="T5" fmla="*/ 45 h 158"/>
                <a:gd name="T6" fmla="*/ 112 w 158"/>
                <a:gd name="T7" fmla="*/ 18 h 158"/>
                <a:gd name="T8" fmla="*/ 139 w 158"/>
                <a:gd name="T9" fmla="*/ 11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158">
                  <a:moveTo>
                    <a:pt x="139" y="112"/>
                  </a:moveTo>
                  <a:cubicBezTo>
                    <a:pt x="121" y="145"/>
                    <a:pt x="79" y="158"/>
                    <a:pt x="45" y="139"/>
                  </a:cubicBezTo>
                  <a:cubicBezTo>
                    <a:pt x="12" y="121"/>
                    <a:pt x="0" y="79"/>
                    <a:pt x="18" y="45"/>
                  </a:cubicBezTo>
                  <a:cubicBezTo>
                    <a:pt x="36" y="12"/>
                    <a:pt x="78" y="0"/>
                    <a:pt x="112" y="18"/>
                  </a:cubicBezTo>
                  <a:cubicBezTo>
                    <a:pt x="145" y="36"/>
                    <a:pt x="158" y="79"/>
                    <a:pt x="139" y="112"/>
                  </a:cubicBezTo>
                  <a:close/>
                </a:path>
              </a:pathLst>
            </a:cu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0" name="Freeform 1031"/>
            <p:cNvSpPr/>
            <p:nvPr/>
          </p:nvSpPr>
          <p:spPr bwMode="auto">
            <a:xfrm>
              <a:off x="1106488" y="2457450"/>
              <a:ext cx="987425" cy="989013"/>
            </a:xfrm>
            <a:custGeom>
              <a:avLst/>
              <a:gdLst>
                <a:gd name="T0" fmla="*/ 121 w 137"/>
                <a:gd name="T1" fmla="*/ 98 h 137"/>
                <a:gd name="T2" fmla="*/ 40 w 137"/>
                <a:gd name="T3" fmla="*/ 121 h 137"/>
                <a:gd name="T4" fmla="*/ 16 w 137"/>
                <a:gd name="T5" fmla="*/ 40 h 137"/>
                <a:gd name="T6" fmla="*/ 97 w 137"/>
                <a:gd name="T7" fmla="*/ 16 h 137"/>
                <a:gd name="T8" fmla="*/ 121 w 137"/>
                <a:gd name="T9" fmla="*/ 9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" h="137">
                  <a:moveTo>
                    <a:pt x="121" y="98"/>
                  </a:moveTo>
                  <a:cubicBezTo>
                    <a:pt x="105" y="127"/>
                    <a:pt x="69" y="137"/>
                    <a:pt x="40" y="121"/>
                  </a:cubicBezTo>
                  <a:cubicBezTo>
                    <a:pt x="11" y="105"/>
                    <a:pt x="0" y="69"/>
                    <a:pt x="16" y="40"/>
                  </a:cubicBezTo>
                  <a:cubicBezTo>
                    <a:pt x="32" y="11"/>
                    <a:pt x="68" y="0"/>
                    <a:pt x="97" y="16"/>
                  </a:cubicBezTo>
                  <a:cubicBezTo>
                    <a:pt x="126" y="32"/>
                    <a:pt x="137" y="69"/>
                    <a:pt x="121" y="98"/>
                  </a:cubicBez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1" name="Freeform 1032"/>
            <p:cNvSpPr/>
            <p:nvPr/>
          </p:nvSpPr>
          <p:spPr bwMode="auto">
            <a:xfrm>
              <a:off x="1697038" y="2644775"/>
              <a:ext cx="317500" cy="506413"/>
            </a:xfrm>
            <a:custGeom>
              <a:avLst/>
              <a:gdLst>
                <a:gd name="T0" fmla="*/ 20 w 44"/>
                <a:gd name="T1" fmla="*/ 67 h 70"/>
                <a:gd name="T2" fmla="*/ 16 w 44"/>
                <a:gd name="T3" fmla="*/ 55 h 70"/>
                <a:gd name="T4" fmla="*/ 6 w 44"/>
                <a:gd name="T5" fmla="*/ 18 h 70"/>
                <a:gd name="T6" fmla="*/ 2 w 44"/>
                <a:gd name="T7" fmla="*/ 5 h 70"/>
                <a:gd name="T8" fmla="*/ 14 w 44"/>
                <a:gd name="T9" fmla="*/ 2 h 70"/>
                <a:gd name="T10" fmla="*/ 32 w 44"/>
                <a:gd name="T11" fmla="*/ 64 h 70"/>
                <a:gd name="T12" fmla="*/ 20 w 44"/>
                <a:gd name="T13" fmla="*/ 6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70">
                  <a:moveTo>
                    <a:pt x="20" y="67"/>
                  </a:moveTo>
                  <a:cubicBezTo>
                    <a:pt x="16" y="65"/>
                    <a:pt x="14" y="59"/>
                    <a:pt x="16" y="55"/>
                  </a:cubicBezTo>
                  <a:cubicBezTo>
                    <a:pt x="24" y="42"/>
                    <a:pt x="19" y="25"/>
                    <a:pt x="6" y="18"/>
                  </a:cubicBezTo>
                  <a:cubicBezTo>
                    <a:pt x="1" y="15"/>
                    <a:pt x="0" y="10"/>
                    <a:pt x="2" y="5"/>
                  </a:cubicBezTo>
                  <a:cubicBezTo>
                    <a:pt x="4" y="1"/>
                    <a:pt x="10" y="0"/>
                    <a:pt x="14" y="2"/>
                  </a:cubicBezTo>
                  <a:cubicBezTo>
                    <a:pt x="36" y="14"/>
                    <a:pt x="44" y="42"/>
                    <a:pt x="32" y="64"/>
                  </a:cubicBezTo>
                  <a:cubicBezTo>
                    <a:pt x="30" y="68"/>
                    <a:pt x="24" y="70"/>
                    <a:pt x="20" y="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2" name="Freeform 1033"/>
            <p:cNvSpPr/>
            <p:nvPr/>
          </p:nvSpPr>
          <p:spPr bwMode="auto">
            <a:xfrm>
              <a:off x="1712913" y="3143250"/>
              <a:ext cx="142875" cy="144463"/>
            </a:xfrm>
            <a:custGeom>
              <a:avLst/>
              <a:gdLst>
                <a:gd name="T0" fmla="*/ 17 w 20"/>
                <a:gd name="T1" fmla="*/ 14 h 20"/>
                <a:gd name="T2" fmla="*/ 6 w 20"/>
                <a:gd name="T3" fmla="*/ 17 h 20"/>
                <a:gd name="T4" fmla="*/ 2 w 20"/>
                <a:gd name="T5" fmla="*/ 6 h 20"/>
                <a:gd name="T6" fmla="*/ 14 w 20"/>
                <a:gd name="T7" fmla="*/ 2 h 20"/>
                <a:gd name="T8" fmla="*/ 17 w 20"/>
                <a:gd name="T9" fmla="*/ 1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0">
                  <a:moveTo>
                    <a:pt x="17" y="14"/>
                  </a:moveTo>
                  <a:cubicBezTo>
                    <a:pt x="15" y="18"/>
                    <a:pt x="10" y="20"/>
                    <a:pt x="6" y="17"/>
                  </a:cubicBezTo>
                  <a:cubicBezTo>
                    <a:pt x="2" y="15"/>
                    <a:pt x="0" y="10"/>
                    <a:pt x="2" y="6"/>
                  </a:cubicBezTo>
                  <a:cubicBezTo>
                    <a:pt x="5" y="1"/>
                    <a:pt x="10" y="0"/>
                    <a:pt x="14" y="2"/>
                  </a:cubicBezTo>
                  <a:cubicBezTo>
                    <a:pt x="18" y="5"/>
                    <a:pt x="20" y="10"/>
                    <a:pt x="17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3" name="Freeform 1034"/>
            <p:cNvSpPr/>
            <p:nvPr/>
          </p:nvSpPr>
          <p:spPr bwMode="auto">
            <a:xfrm>
              <a:off x="449263" y="3641725"/>
              <a:ext cx="909637" cy="1149350"/>
            </a:xfrm>
            <a:custGeom>
              <a:avLst/>
              <a:gdLst>
                <a:gd name="T0" fmla="*/ 250 w 573"/>
                <a:gd name="T1" fmla="*/ 724 h 724"/>
                <a:gd name="T2" fmla="*/ 0 w 573"/>
                <a:gd name="T3" fmla="*/ 587 h 724"/>
                <a:gd name="T4" fmla="*/ 323 w 573"/>
                <a:gd name="T5" fmla="*/ 0 h 724"/>
                <a:gd name="T6" fmla="*/ 573 w 573"/>
                <a:gd name="T7" fmla="*/ 137 h 724"/>
                <a:gd name="T8" fmla="*/ 250 w 573"/>
                <a:gd name="T9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3" h="724">
                  <a:moveTo>
                    <a:pt x="250" y="724"/>
                  </a:moveTo>
                  <a:lnTo>
                    <a:pt x="0" y="587"/>
                  </a:lnTo>
                  <a:lnTo>
                    <a:pt x="323" y="0"/>
                  </a:lnTo>
                  <a:lnTo>
                    <a:pt x="573" y="137"/>
                  </a:lnTo>
                  <a:lnTo>
                    <a:pt x="250" y="724"/>
                  </a:lnTo>
                  <a:close/>
                </a:path>
              </a:pathLst>
            </a:custGeom>
            <a:solidFill>
              <a:srgbClr val="E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4" name="Freeform 1035"/>
            <p:cNvSpPr/>
            <p:nvPr/>
          </p:nvSpPr>
          <p:spPr bwMode="auto">
            <a:xfrm>
              <a:off x="449263" y="3641725"/>
              <a:ext cx="722312" cy="1047750"/>
            </a:xfrm>
            <a:custGeom>
              <a:avLst/>
              <a:gdLst>
                <a:gd name="T0" fmla="*/ 132 w 455"/>
                <a:gd name="T1" fmla="*/ 660 h 660"/>
                <a:gd name="T2" fmla="*/ 0 w 455"/>
                <a:gd name="T3" fmla="*/ 587 h 660"/>
                <a:gd name="T4" fmla="*/ 323 w 455"/>
                <a:gd name="T5" fmla="*/ 0 h 660"/>
                <a:gd name="T6" fmla="*/ 455 w 455"/>
                <a:gd name="T7" fmla="*/ 73 h 660"/>
                <a:gd name="T8" fmla="*/ 132 w 455"/>
                <a:gd name="T9" fmla="*/ 66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5" h="660">
                  <a:moveTo>
                    <a:pt x="132" y="660"/>
                  </a:moveTo>
                  <a:lnTo>
                    <a:pt x="0" y="587"/>
                  </a:lnTo>
                  <a:lnTo>
                    <a:pt x="323" y="0"/>
                  </a:lnTo>
                  <a:lnTo>
                    <a:pt x="455" y="73"/>
                  </a:lnTo>
                  <a:lnTo>
                    <a:pt x="132" y="660"/>
                  </a:lnTo>
                  <a:close/>
                </a:path>
              </a:pathLst>
            </a:custGeom>
            <a:solidFill>
              <a:srgbClr val="E17A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5" name="Freeform 1036"/>
            <p:cNvSpPr/>
            <p:nvPr/>
          </p:nvSpPr>
          <p:spPr bwMode="auto">
            <a:xfrm>
              <a:off x="874713" y="3641725"/>
              <a:ext cx="484187" cy="376238"/>
            </a:xfrm>
            <a:custGeom>
              <a:avLst/>
              <a:gdLst>
                <a:gd name="T0" fmla="*/ 250 w 305"/>
                <a:gd name="T1" fmla="*/ 237 h 237"/>
                <a:gd name="T2" fmla="*/ 0 w 305"/>
                <a:gd name="T3" fmla="*/ 100 h 237"/>
                <a:gd name="T4" fmla="*/ 55 w 305"/>
                <a:gd name="T5" fmla="*/ 0 h 237"/>
                <a:gd name="T6" fmla="*/ 305 w 305"/>
                <a:gd name="T7" fmla="*/ 137 h 237"/>
                <a:gd name="T8" fmla="*/ 250 w 305"/>
                <a:gd name="T9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5" h="237">
                  <a:moveTo>
                    <a:pt x="250" y="237"/>
                  </a:moveTo>
                  <a:lnTo>
                    <a:pt x="0" y="100"/>
                  </a:lnTo>
                  <a:lnTo>
                    <a:pt x="55" y="0"/>
                  </a:lnTo>
                  <a:lnTo>
                    <a:pt x="305" y="137"/>
                  </a:lnTo>
                  <a:lnTo>
                    <a:pt x="250" y="237"/>
                  </a:ln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6" name="Freeform 1037"/>
            <p:cNvSpPr/>
            <p:nvPr/>
          </p:nvSpPr>
          <p:spPr bwMode="auto">
            <a:xfrm>
              <a:off x="874713" y="3641725"/>
              <a:ext cx="296862" cy="274638"/>
            </a:xfrm>
            <a:custGeom>
              <a:avLst/>
              <a:gdLst>
                <a:gd name="T0" fmla="*/ 132 w 187"/>
                <a:gd name="T1" fmla="*/ 173 h 173"/>
                <a:gd name="T2" fmla="*/ 0 w 187"/>
                <a:gd name="T3" fmla="*/ 100 h 173"/>
                <a:gd name="T4" fmla="*/ 55 w 187"/>
                <a:gd name="T5" fmla="*/ 0 h 173"/>
                <a:gd name="T6" fmla="*/ 187 w 187"/>
                <a:gd name="T7" fmla="*/ 73 h 173"/>
                <a:gd name="T8" fmla="*/ 132 w 187"/>
                <a:gd name="T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173">
                  <a:moveTo>
                    <a:pt x="132" y="173"/>
                  </a:moveTo>
                  <a:lnTo>
                    <a:pt x="0" y="100"/>
                  </a:lnTo>
                  <a:lnTo>
                    <a:pt x="55" y="0"/>
                  </a:lnTo>
                  <a:lnTo>
                    <a:pt x="187" y="73"/>
                  </a:lnTo>
                  <a:lnTo>
                    <a:pt x="132" y="173"/>
                  </a:lnTo>
                  <a:close/>
                </a:path>
              </a:pathLst>
            </a:cu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7" name="Freeform 1038"/>
            <p:cNvSpPr/>
            <p:nvPr/>
          </p:nvSpPr>
          <p:spPr bwMode="auto">
            <a:xfrm>
              <a:off x="420688" y="4522788"/>
              <a:ext cx="454025" cy="325438"/>
            </a:xfrm>
            <a:custGeom>
              <a:avLst/>
              <a:gdLst>
                <a:gd name="T0" fmla="*/ 245 w 286"/>
                <a:gd name="T1" fmla="*/ 205 h 205"/>
                <a:gd name="T2" fmla="*/ 0 w 286"/>
                <a:gd name="T3" fmla="*/ 69 h 205"/>
                <a:gd name="T4" fmla="*/ 36 w 286"/>
                <a:gd name="T5" fmla="*/ 0 h 205"/>
                <a:gd name="T6" fmla="*/ 286 w 286"/>
                <a:gd name="T7" fmla="*/ 137 h 205"/>
                <a:gd name="T8" fmla="*/ 245 w 286"/>
                <a:gd name="T9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6" h="205">
                  <a:moveTo>
                    <a:pt x="245" y="205"/>
                  </a:moveTo>
                  <a:lnTo>
                    <a:pt x="0" y="69"/>
                  </a:lnTo>
                  <a:lnTo>
                    <a:pt x="36" y="0"/>
                  </a:lnTo>
                  <a:lnTo>
                    <a:pt x="286" y="137"/>
                  </a:lnTo>
                  <a:lnTo>
                    <a:pt x="245" y="205"/>
                  </a:lnTo>
                  <a:close/>
                </a:path>
              </a:pathLst>
            </a:custGeom>
            <a:solidFill>
              <a:srgbClr val="00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8" name="Freeform 1039"/>
            <p:cNvSpPr/>
            <p:nvPr/>
          </p:nvSpPr>
          <p:spPr bwMode="auto">
            <a:xfrm>
              <a:off x="420688" y="4522788"/>
              <a:ext cx="258762" cy="225425"/>
            </a:xfrm>
            <a:custGeom>
              <a:avLst/>
              <a:gdLst>
                <a:gd name="T0" fmla="*/ 127 w 163"/>
                <a:gd name="T1" fmla="*/ 142 h 142"/>
                <a:gd name="T2" fmla="*/ 0 w 163"/>
                <a:gd name="T3" fmla="*/ 69 h 142"/>
                <a:gd name="T4" fmla="*/ 36 w 163"/>
                <a:gd name="T5" fmla="*/ 0 h 142"/>
                <a:gd name="T6" fmla="*/ 163 w 163"/>
                <a:gd name="T7" fmla="*/ 73 h 142"/>
                <a:gd name="T8" fmla="*/ 127 w 163"/>
                <a:gd name="T9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42">
                  <a:moveTo>
                    <a:pt x="127" y="142"/>
                  </a:moveTo>
                  <a:lnTo>
                    <a:pt x="0" y="69"/>
                  </a:lnTo>
                  <a:lnTo>
                    <a:pt x="36" y="0"/>
                  </a:lnTo>
                  <a:lnTo>
                    <a:pt x="163" y="73"/>
                  </a:lnTo>
                  <a:lnTo>
                    <a:pt x="127" y="142"/>
                  </a:lnTo>
                  <a:close/>
                </a:path>
              </a:pathLst>
            </a:custGeom>
            <a:solidFill>
              <a:srgbClr val="1D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9" name="Freeform 1090"/>
            <p:cNvSpPr/>
            <p:nvPr/>
          </p:nvSpPr>
          <p:spPr bwMode="auto">
            <a:xfrm>
              <a:off x="1928813" y="3071813"/>
              <a:ext cx="195262" cy="187325"/>
            </a:xfrm>
            <a:custGeom>
              <a:avLst/>
              <a:gdLst>
                <a:gd name="T0" fmla="*/ 14 w 27"/>
                <a:gd name="T1" fmla="*/ 1 h 26"/>
                <a:gd name="T2" fmla="*/ 18 w 27"/>
                <a:gd name="T3" fmla="*/ 6 h 26"/>
                <a:gd name="T4" fmla="*/ 19 w 27"/>
                <a:gd name="T5" fmla="*/ 7 h 26"/>
                <a:gd name="T6" fmla="*/ 25 w 27"/>
                <a:gd name="T7" fmla="*/ 7 h 26"/>
                <a:gd name="T8" fmla="*/ 26 w 27"/>
                <a:gd name="T9" fmla="*/ 10 h 26"/>
                <a:gd name="T10" fmla="*/ 22 w 27"/>
                <a:gd name="T11" fmla="*/ 15 h 26"/>
                <a:gd name="T12" fmla="*/ 22 w 27"/>
                <a:gd name="T13" fmla="*/ 16 h 26"/>
                <a:gd name="T14" fmla="*/ 24 w 27"/>
                <a:gd name="T15" fmla="*/ 22 h 26"/>
                <a:gd name="T16" fmla="*/ 21 w 27"/>
                <a:gd name="T17" fmla="*/ 24 h 26"/>
                <a:gd name="T18" fmla="*/ 16 w 27"/>
                <a:gd name="T19" fmla="*/ 22 h 26"/>
                <a:gd name="T20" fmla="*/ 14 w 27"/>
                <a:gd name="T21" fmla="*/ 22 h 26"/>
                <a:gd name="T22" fmla="*/ 9 w 27"/>
                <a:gd name="T23" fmla="*/ 25 h 26"/>
                <a:gd name="T24" fmla="*/ 6 w 27"/>
                <a:gd name="T25" fmla="*/ 24 h 26"/>
                <a:gd name="T26" fmla="*/ 7 w 27"/>
                <a:gd name="T27" fmla="*/ 18 h 26"/>
                <a:gd name="T28" fmla="*/ 6 w 27"/>
                <a:gd name="T29" fmla="*/ 16 h 26"/>
                <a:gd name="T30" fmla="*/ 1 w 27"/>
                <a:gd name="T31" fmla="*/ 12 h 26"/>
                <a:gd name="T32" fmla="*/ 2 w 27"/>
                <a:gd name="T33" fmla="*/ 9 h 26"/>
                <a:gd name="T34" fmla="*/ 8 w 27"/>
                <a:gd name="T35" fmla="*/ 8 h 26"/>
                <a:gd name="T36" fmla="*/ 9 w 27"/>
                <a:gd name="T37" fmla="*/ 7 h 26"/>
                <a:gd name="T38" fmla="*/ 11 w 27"/>
                <a:gd name="T39" fmla="*/ 1 h 26"/>
                <a:gd name="T40" fmla="*/ 14 w 27"/>
                <a:gd name="T41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7" h="26">
                  <a:moveTo>
                    <a:pt x="14" y="1"/>
                  </a:move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7"/>
                    <a:pt x="19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7" y="7"/>
                    <a:pt x="27" y="9"/>
                    <a:pt x="26" y="1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6"/>
                    <a:pt x="22" y="16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4"/>
                    <a:pt x="23" y="25"/>
                    <a:pt x="21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6"/>
                    <a:pt x="6" y="25"/>
                    <a:pt x="6" y="24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7"/>
                    <a:pt x="6" y="17"/>
                    <a:pt x="6" y="16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0"/>
                    <a:pt x="2" y="9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9" y="7"/>
                    <a:pt x="9" y="7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0"/>
                    <a:pt x="14" y="0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12" name="文本框 1111"/>
          <p:cNvSpPr txBox="1"/>
          <p:nvPr/>
        </p:nvSpPr>
        <p:spPr>
          <a:xfrm>
            <a:off x="4057642" y="2781402"/>
            <a:ext cx="42532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ln w="762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pPr algn="l"/>
            <a:r>
              <a:rPr lang="zh-CN" altLang="en-US" dirty="0">
                <a:solidFill>
                  <a:srgbClr val="363B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zh-CN" altLang="en-US" dirty="0">
              <a:solidFill>
                <a:srgbClr val="363B4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3" name="矩形 471"/>
          <p:cNvSpPr>
            <a:spLocks noChangeArrowheads="1"/>
          </p:cNvSpPr>
          <p:nvPr/>
        </p:nvSpPr>
        <p:spPr bwMode="auto">
          <a:xfrm>
            <a:off x="4690329" y="3659284"/>
            <a:ext cx="28183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dist"/>
            <a:r>
              <a:rPr lang="en-US" altLang="zh-CN" sz="1400" dirty="0">
                <a:solidFill>
                  <a:srgbClr val="363B4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THANK YOU FOR WATCHING</a:t>
            </a:r>
            <a:endParaRPr lang="en-US" altLang="zh-CN" sz="1400" dirty="0">
              <a:solidFill>
                <a:srgbClr val="363B45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14" name="直接连接符 1113"/>
          <p:cNvCxnSpPr/>
          <p:nvPr/>
        </p:nvCxnSpPr>
        <p:spPr>
          <a:xfrm>
            <a:off x="4759634" y="3659283"/>
            <a:ext cx="26797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2" grpId="0"/>
      <p:bldP spid="1113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156.36637795275593,&quot;left&quot;:112.09031496062991,&quot;top&quot;:270,&quot;width&quot;:739.8556692913388}"/>
</p:tagLst>
</file>

<file path=ppt/tags/tag2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  <p:tag name="KSO_WM_DIAGRAM_VIRTUALLY_FRAME" val="{&quot;height&quot;:156.36637795275593,&quot;left&quot;:112.09031496062991,&quot;top&quot;:270,&quot;width&quot;:739.8556692913388}"/>
</p:tagLst>
</file>

<file path=ppt/tags/tag3.xml><?xml version="1.0" encoding="utf-8"?>
<p:tagLst xmlns:p="http://schemas.openxmlformats.org/presentationml/2006/main">
  <p:tag name="KSO_WM_DIAGRAM_VIRTUALLY_FRAME" val="{&quot;height&quot;:156.36637795275593,&quot;left&quot;:112.09031496062991,&quot;top&quot;:270,&quot;width&quot;:739.8556692913388}"/>
</p:tagLst>
</file>

<file path=ppt/tags/tag4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  <p:tag name="KSO_WM_DIAGRAM_VIRTUALLY_FRAME" val="{&quot;height&quot;:156.36637795275593,&quot;left&quot;:112.09031496062991,&quot;top&quot;:270,&quot;width&quot;:739.8556692913388}"/>
</p:tagLst>
</file>

<file path=ppt/tags/tag5.xml><?xml version="1.0" encoding="utf-8"?>
<p:tagLst xmlns:p="http://schemas.openxmlformats.org/presentationml/2006/main">
  <p:tag name="KSO_WM_DIAGRAM_VIRTUALLY_FRAME" val="{&quot;height&quot;:156.36637795275593,&quot;left&quot;:112.09031496062991,&quot;top&quot;:270,&quot;width&quot;:739.8556692913388}"/>
</p:tagLst>
</file>

<file path=ppt/tags/tag6.xml><?xml version="1.0" encoding="utf-8"?>
<p:tagLst xmlns:p="http://schemas.openxmlformats.org/presentationml/2006/main">
  <p:tag name="KSO_WM_DIAGRAM_VIRTUALLY_FRAME" val="{&quot;height&quot;:156.36637795275593,&quot;left&quot;:112.09031496062991,&quot;top&quot;:270,&quot;width&quot;:739.8556692913388}"/>
</p:tagLst>
</file>

<file path=ppt/tags/tag7.xml><?xml version="1.0" encoding="utf-8"?>
<p:tagLst xmlns:p="http://schemas.openxmlformats.org/presentationml/2006/main">
  <p:tag name="KSO_WM_DIAGRAM_VIRTUALLY_FRAME" val="{&quot;height&quot;:156.36637795275593,&quot;left&quot;:112.09031496062991,&quot;top&quot;:270,&quot;width&quot;:739.8556692913388}"/>
</p:tagLst>
</file>

<file path=ppt/tags/tag8.xml><?xml version="1.0" encoding="utf-8"?>
<p:tagLst xmlns:p="http://schemas.openxmlformats.org/presentationml/2006/main">
  <p:tag name="KSO_WM_DIAGRAM_VIRTUALLY_FRAME" val="{&quot;height&quot;:156.36637795275593,&quot;left&quot;:112.09031496062991,&quot;top&quot;:270,&quot;width&quot;:739.8556692913388}"/>
</p:tagLst>
</file>

<file path=ppt/tags/tag9.xml><?xml version="1.0" encoding="utf-8"?>
<p:tagLst xmlns:p="http://schemas.openxmlformats.org/presentationml/2006/main">
  <p:tag name="KSO_WM_DIAGRAM_VIRTUALLY_FRAME" val="{&quot;height&quot;:156.36637795275593,&quot;left&quot;:112.09031496062991,&quot;top&quot;:270,&quot;width&quot;:739.8556692913388}"/>
</p:tagLst>
</file>

<file path=ppt/tags/tag10.xml><?xml version="1.0" encoding="utf-8"?>
<p:tagLst xmlns:p="http://schemas.openxmlformats.org/presentationml/2006/main">
  <p:tag name="KSO_WM_DIAGRAM_VIRTUALLY_FRAME" val="{&quot;height&quot;:156.36637795275593,&quot;left&quot;:112.09031496062991,&quot;top&quot;:270,&quot;width&quot;:739.8556692913388}"/>
</p:tagLst>
</file>

<file path=ppt/tags/tag11.xml><?xml version="1.0" encoding="utf-8"?>
<p:tagLst xmlns:p="http://schemas.openxmlformats.org/presentationml/2006/main">
  <p:tag name="KSO_WM_DIAGRAM_VIRTUALLY_FRAME" val="{&quot;height&quot;:156.36637795275593,&quot;left&quot;:112.09031496062991,&quot;top&quot;:270,&quot;width&quot;:739.8556692913388}"/>
</p:tagLst>
</file>

<file path=ppt/tags/tag12.xml><?xml version="1.0" encoding="utf-8"?>
<p:tagLst xmlns:p="http://schemas.openxmlformats.org/presentationml/2006/main">
  <p:tag name="KSO_WM_DIAGRAM_VIRTUALLY_FRAME" val="{&quot;height&quot;:156.36637795275593,&quot;left&quot;:112.09031496062991,&quot;top&quot;:270,&quot;width&quot;:739.8556692913388}"/>
</p:tagLst>
</file>

<file path=ppt/tags/tag13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  <p:tag name="KSO_WM_DIAGRAM_VIRTUALLY_FRAME" val="{&quot;height&quot;:156.36637795275593,&quot;left&quot;:112.09031496062991,&quot;top&quot;:270,&quot;width&quot;:739.8556692913388}"/>
</p:tagLst>
</file>

<file path=ppt/tags/tag14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  <p:tag name="KSO_WM_DIAGRAM_VIRTUALLY_FRAME" val="{&quot;height&quot;:156.36637795275593,&quot;left&quot;:112.09031496062991,&quot;top&quot;:270,&quot;width&quot;:739.8556692913388}"/>
</p:tagLst>
</file>

<file path=ppt/tags/tag15.xml><?xml version="1.0" encoding="utf-8"?>
<p:tagLst xmlns:p="http://schemas.openxmlformats.org/presentationml/2006/main">
  <p:tag name="KSO_WM_DIAGRAM_VIRTUALLY_FRAME" val="{&quot;height&quot;:152.9163779527559,&quot;left&quot;:112.09031496062991,&quot;top&quot;:273.45,&quot;width&quot;:739.8556692913388}"/>
</p:tagLst>
</file>

<file path=ppt/tags/tag16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  <p:tag name="KSO_WM_DIAGRAM_VIRTUALLY_FRAME" val="{&quot;height&quot;:152.9163779527559,&quot;left&quot;:112.09031496062991,&quot;top&quot;:273.45,&quot;width&quot;:739.8556692913388}"/>
</p:tagLst>
</file>

<file path=ppt/tags/tag17.xml><?xml version="1.0" encoding="utf-8"?>
<p:tagLst xmlns:p="http://schemas.openxmlformats.org/presentationml/2006/main">
  <p:tag name="KSO_WM_DIAGRAM_VIRTUALLY_FRAME" val="{&quot;height&quot;:152.9163779527559,&quot;left&quot;:112.09031496062991,&quot;top&quot;:273.45,&quot;width&quot;:739.8556692913388}"/>
</p:tagLst>
</file>

<file path=ppt/tags/tag18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  <p:tag name="KSO_WM_DIAGRAM_VIRTUALLY_FRAME" val="{&quot;height&quot;:152.9163779527559,&quot;left&quot;:112.09031496062991,&quot;top&quot;:273.45,&quot;width&quot;:739.8556692913388}"/>
</p:tagLst>
</file>

<file path=ppt/tags/tag19.xml><?xml version="1.0" encoding="utf-8"?>
<p:tagLst xmlns:p="http://schemas.openxmlformats.org/presentationml/2006/main">
  <p:tag name="KSO_WM_DIAGRAM_VIRTUALLY_FRAME" val="{&quot;height&quot;:152.9163779527559,&quot;left&quot;:112.09031496062991,&quot;top&quot;:273.45,&quot;width&quot;:739.8556692913388}"/>
</p:tagLst>
</file>

<file path=ppt/tags/tag20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  <p:tag name="KSO_WM_DIAGRAM_VIRTUALLY_FRAME" val="{&quot;height&quot;:152.9163779527559,&quot;left&quot;:112.09031496062991,&quot;top&quot;:273.45,&quot;width&quot;:739.8556692913388}"/>
</p:tagLst>
</file>

<file path=ppt/tags/tag21.xml><?xml version="1.0" encoding="utf-8"?>
<p:tagLst xmlns:p="http://schemas.openxmlformats.org/presentationml/2006/main">
  <p:tag name="KSO_WM_DIAGRAM_VIRTUALLY_FRAME" val="{&quot;height&quot;:152.9163779527559,&quot;left&quot;:112.09031496062991,&quot;top&quot;:273.45,&quot;width&quot;:739.8556692913388}"/>
</p:tagLst>
</file>

<file path=ppt/tags/tag22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  <p:tag name="KSO_WM_DIAGRAM_VIRTUALLY_FRAME" val="{&quot;height&quot;:152.9163779527559,&quot;left&quot;:112.09031496062991,&quot;top&quot;:273.45,&quot;width&quot;:739.8556692913388}"/>
</p:tagLst>
</file>

<file path=ppt/tags/tag23.xml><?xml version="1.0" encoding="utf-8"?>
<p:tagLst xmlns:p="http://schemas.openxmlformats.org/presentationml/2006/main">
  <p:tag name="KSO_WM_DIAGRAM_VIRTUALLY_FRAME" val="{&quot;height&quot;:152.9163779527559,&quot;left&quot;:112.09031496062991,&quot;top&quot;:273.45,&quot;width&quot;:739.8556692913388}"/>
</p:tagLst>
</file>

<file path=ppt/tags/tag24.xml><?xml version="1.0" encoding="utf-8"?>
<p:tagLst xmlns:p="http://schemas.openxmlformats.org/presentationml/2006/main">
  <p:tag name="KSO_WM_DIAGRAM_VIRTUALLY_FRAME" val="{&quot;height&quot;:152.9163779527559,&quot;left&quot;:112.09031496062991,&quot;top&quot;:273.45,&quot;width&quot;:739.8556692913388}"/>
</p:tagLst>
</file>

<file path=ppt/tags/tag25.xml><?xml version="1.0" encoding="utf-8"?>
<p:tagLst xmlns:p="http://schemas.openxmlformats.org/presentationml/2006/main">
  <p:tag name="KSO_WM_DIAGRAM_VIRTUALLY_FRAME" val="{&quot;height&quot;:152.9163779527559,&quot;left&quot;:112.09031496062991,&quot;top&quot;:273.45,&quot;width&quot;:739.8556692913388}"/>
</p:tagLst>
</file>

<file path=ppt/tags/tag26.xml><?xml version="1.0" encoding="utf-8"?>
<p:tagLst xmlns:p="http://schemas.openxmlformats.org/presentationml/2006/main">
  <p:tag name="KSO_WM_DIAGRAM_VIRTUALLY_FRAME" val="{&quot;height&quot;:152.9163779527559,&quot;left&quot;:112.09031496062991,&quot;top&quot;:273.45,&quot;width&quot;:739.8556692913388}"/>
</p:tagLst>
</file>

<file path=ppt/tags/tag27.xml><?xml version="1.0" encoding="utf-8"?>
<p:tagLst xmlns:p="http://schemas.openxmlformats.org/presentationml/2006/main">
  <p:tag name="KSO_WM_DIAGRAM_VIRTUALLY_FRAME" val="{&quot;height&quot;:152.9163779527559,&quot;left&quot;:112.09031496062991,&quot;top&quot;:273.45,&quot;width&quot;:739.8556692913388}"/>
</p:tagLst>
</file>

<file path=ppt/tags/tag28.xml><?xml version="1.0" encoding="utf-8"?>
<p:tagLst xmlns:p="http://schemas.openxmlformats.org/presentationml/2006/main">
  <p:tag name="KSO_WM_DIAGRAM_VIRTUALLY_FRAME" val="{&quot;height&quot;:152.9163779527559,&quot;left&quot;:112.09031496062991,&quot;top&quot;:273.45,&quot;width&quot;:739.8556692913388}"/>
</p:tagLst>
</file>

<file path=ppt/tags/tag29.xml><?xml version="1.0" encoding="utf-8"?>
<p:tagLst xmlns:p="http://schemas.openxmlformats.org/presentationml/2006/main">
  <p:tag name="KSO_WM_DIAGRAM_VIRTUALLY_FRAME" val="{&quot;height&quot;:152.9163779527559,&quot;left&quot;:112.09031496062991,&quot;top&quot;:273.45,&quot;width&quot;:739.8556692913388}"/>
</p:tagLst>
</file>

<file path=ppt/tags/tag30.xml><?xml version="1.0" encoding="utf-8"?>
<p:tagLst xmlns:p="http://schemas.openxmlformats.org/presentationml/2006/main">
  <p:tag name="KSO_WM_DIAGRAM_VIRTUALLY_FRAME" val="{&quot;height&quot;:152.9163779527559,&quot;left&quot;:112.09031496062991,&quot;top&quot;:273.45,&quot;width&quot;:739.8556692913388}"/>
</p:tagLst>
</file>

<file path=ppt/tags/tag31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32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33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34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35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36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37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38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39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40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41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42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43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44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45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46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47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48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49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50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51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52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53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54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55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56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57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58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59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60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61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62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63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64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65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66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67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68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69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70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71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72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73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74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75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76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77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78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79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80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81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heme/theme1.xml><?xml version="1.0" encoding="utf-8"?>
<a:theme xmlns:a="http://schemas.openxmlformats.org/drawingml/2006/main" name="Office Theme">
  <a:themeElements>
    <a:clrScheme name="教育笔记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E16162"/>
      </a:accent1>
      <a:accent2>
        <a:srgbClr val="F49461"/>
      </a:accent2>
      <a:accent3>
        <a:srgbClr val="00C5B4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6434</Words>
  <Application>WPS Presentation</Application>
  <PresentationFormat>宽屏</PresentationFormat>
  <Paragraphs>257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Minh Duy Huỳnh</cp:lastModifiedBy>
  <cp:revision>19</cp:revision>
  <dcterms:created xsi:type="dcterms:W3CDTF">2017-08-09T01:33:00Z</dcterms:created>
  <dcterms:modified xsi:type="dcterms:W3CDTF">2025-11-08T03:51:24Z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2057-12.2.0.23149</vt:lpwstr>
  </property>
  <property fmtid="{D5CDD505-2E9C-101B-9397-08002B2CF9AE}" pid="3" name="ICV">
    <vt:lpwstr>44286CA6A2564DF68F1192F6892652FA_11</vt:lpwstr>
  </property>
</Properties>
</file>