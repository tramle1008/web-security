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7" r:id="rId2"/>
    <p:sldId id="258" r:id="rId3"/>
    <p:sldId id="259" r:id="rId4"/>
    <p:sldId id="260" r:id="rId5"/>
    <p:sldId id="295" r:id="rId6"/>
    <p:sldId id="303" r:id="rId7"/>
    <p:sldId id="296" r:id="rId8"/>
    <p:sldId id="301" r:id="rId9"/>
    <p:sldId id="302" r:id="rId10"/>
    <p:sldId id="261" r:id="rId11"/>
    <p:sldId id="262" r:id="rId12"/>
    <p:sldId id="304" r:id="rId13"/>
    <p:sldId id="299" r:id="rId14"/>
    <p:sldId id="305" r:id="rId15"/>
    <p:sldId id="266" r:id="rId16"/>
    <p:sldId id="267" r:id="rId17"/>
    <p:sldId id="268" r:id="rId18"/>
    <p:sldId id="297" r:id="rId19"/>
    <p:sldId id="298" r:id="rId20"/>
    <p:sldId id="300" r:id="rId21"/>
    <p:sldId id="273" r:id="rId22"/>
    <p:sldId id="306" r:id="rId23"/>
    <p:sldId id="307" r:id="rId24"/>
    <p:sldId id="308" r:id="rId25"/>
    <p:sldId id="279" r:id="rId26"/>
    <p:sldId id="278" r:id="rId27"/>
    <p:sldId id="280" r:id="rId28"/>
    <p:sldId id="28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31E1EB-9C12-4820-B3B4-E9D393A9E6B0}" type="datetimeFigureOut">
              <a:rPr lang="en-US" smtClean="0"/>
              <a:t>11/18/2025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5F180F-A49F-48C4-8DF3-27120A6FB943}" type="slidenum">
              <a:rPr lang="en-US" smtClean="0"/>
              <a:t>‹#›</a:t>
            </a:fld>
            <a:endParaRPr lang="en-US"/>
          </a:p>
        </p:txBody>
      </p:sp>
    </p:spTree>
    <p:extLst>
      <p:ext uri="{BB962C8B-B14F-4D97-AF65-F5344CB8AC3E}">
        <p14:creationId xmlns:p14="http://schemas.microsoft.com/office/powerpoint/2010/main" val="607092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2" name="Google Shape;55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9" name="Google Shape;55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5" name="Google Shape;56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0" name="Google Shape;57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9" name="Google Shape;57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7" name="Google Shape;58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2" name="Google Shape;59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5" name="Google Shape;62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0" name="Google Shape;63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9" name="Google Shape;639;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a:extLst>
            <a:ext uri="{FF2B5EF4-FFF2-40B4-BE49-F238E27FC236}">
              <a16:creationId xmlns:a16="http://schemas.microsoft.com/office/drawing/2014/main" id="{3900D24F-37B4-C08C-756A-BCBC4EFFF92F}"/>
            </a:ext>
          </a:extLst>
        </p:cNvPr>
        <p:cNvGrpSpPr/>
        <p:nvPr/>
      </p:nvGrpSpPr>
      <p:grpSpPr>
        <a:xfrm>
          <a:off x="0" y="0"/>
          <a:ext cx="0" cy="0"/>
          <a:chOff x="0" y="0"/>
          <a:chExt cx="0" cy="0"/>
        </a:xfrm>
      </p:grpSpPr>
      <p:sp>
        <p:nvSpPr>
          <p:cNvPr id="638" name="Google Shape;638;p13:notes">
            <a:extLst>
              <a:ext uri="{FF2B5EF4-FFF2-40B4-BE49-F238E27FC236}">
                <a16:creationId xmlns:a16="http://schemas.microsoft.com/office/drawing/2014/main" id="{2ADE6B4E-8FEA-1452-DC6A-BE669E0217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9" name="Google Shape;639;p13:notes">
            <a:extLst>
              <a:ext uri="{FF2B5EF4-FFF2-40B4-BE49-F238E27FC236}">
                <a16:creationId xmlns:a16="http://schemas.microsoft.com/office/drawing/2014/main" id="{82532736-DDD7-5274-1608-140D735EEA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8401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3" name="Google Shape;663;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7" name="Google Shape;67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7" name="Google Shape;67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30546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7" name="Google Shape;67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49615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7" name="Google Shape;67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95962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7" name="Google Shape;73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7" name="Google Shape;727;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9" name="Google Shape;749;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4" name="Google Shape;784;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E693E-2C30-D112-7F7D-8A638C69BD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51E673-9050-7BCE-BA66-BD53D0C8A3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5186A58-041B-FF81-ABA7-40BF62A654C3}"/>
              </a:ext>
            </a:extLst>
          </p:cNvPr>
          <p:cNvSpPr>
            <a:spLocks noGrp="1"/>
          </p:cNvSpPr>
          <p:nvPr>
            <p:ph type="dt" sz="half" idx="10"/>
          </p:nvPr>
        </p:nvSpPr>
        <p:spPr/>
        <p:txBody>
          <a:bodyPr/>
          <a:lstStyle/>
          <a:p>
            <a:fld id="{8AC82BA3-BDD8-44CC-9A4A-FC98D130D045}" type="datetimeFigureOut">
              <a:rPr lang="en-US" smtClean="0"/>
              <a:t>11/18/2025</a:t>
            </a:fld>
            <a:endParaRPr lang="en-US"/>
          </a:p>
        </p:txBody>
      </p:sp>
      <p:sp>
        <p:nvSpPr>
          <p:cNvPr id="5" name="Footer Placeholder 4">
            <a:extLst>
              <a:ext uri="{FF2B5EF4-FFF2-40B4-BE49-F238E27FC236}">
                <a16:creationId xmlns:a16="http://schemas.microsoft.com/office/drawing/2014/main" id="{F149BEAF-ADAE-DBAE-7E04-48F0CF6BD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9CBB6-5883-5A72-3D7B-E92F7EB26739}"/>
              </a:ext>
            </a:extLst>
          </p:cNvPr>
          <p:cNvSpPr>
            <a:spLocks noGrp="1"/>
          </p:cNvSpPr>
          <p:nvPr>
            <p:ph type="sldNum" sz="quarter" idx="12"/>
          </p:nvPr>
        </p:nvSpPr>
        <p:spPr/>
        <p:txBody>
          <a:bodyPr/>
          <a:lstStyle/>
          <a:p>
            <a:fld id="{7E19BF4C-F2A5-4A4D-9694-F8FA77BAF413}" type="slidenum">
              <a:rPr lang="en-US" smtClean="0"/>
              <a:t>‹#›</a:t>
            </a:fld>
            <a:endParaRPr lang="en-US"/>
          </a:p>
        </p:txBody>
      </p:sp>
    </p:spTree>
    <p:extLst>
      <p:ext uri="{BB962C8B-B14F-4D97-AF65-F5344CB8AC3E}">
        <p14:creationId xmlns:p14="http://schemas.microsoft.com/office/powerpoint/2010/main" val="512478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E336F-D523-41F4-27D7-32227A4016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16334-0DE0-DA80-6A55-1B35FB1DD7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DE68FD-7600-1B1D-A4AF-6CEE0E7263ED}"/>
              </a:ext>
            </a:extLst>
          </p:cNvPr>
          <p:cNvSpPr>
            <a:spLocks noGrp="1"/>
          </p:cNvSpPr>
          <p:nvPr>
            <p:ph type="dt" sz="half" idx="10"/>
          </p:nvPr>
        </p:nvSpPr>
        <p:spPr/>
        <p:txBody>
          <a:bodyPr/>
          <a:lstStyle/>
          <a:p>
            <a:fld id="{8AC82BA3-BDD8-44CC-9A4A-FC98D130D045}" type="datetimeFigureOut">
              <a:rPr lang="en-US" smtClean="0"/>
              <a:t>11/18/2025</a:t>
            </a:fld>
            <a:endParaRPr lang="en-US"/>
          </a:p>
        </p:txBody>
      </p:sp>
      <p:sp>
        <p:nvSpPr>
          <p:cNvPr id="5" name="Footer Placeholder 4">
            <a:extLst>
              <a:ext uri="{FF2B5EF4-FFF2-40B4-BE49-F238E27FC236}">
                <a16:creationId xmlns:a16="http://schemas.microsoft.com/office/drawing/2014/main" id="{D92B724C-61A4-8481-F498-98893D54C0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FA556E-DEF6-4C4B-184C-4FBAA103F134}"/>
              </a:ext>
            </a:extLst>
          </p:cNvPr>
          <p:cNvSpPr>
            <a:spLocks noGrp="1"/>
          </p:cNvSpPr>
          <p:nvPr>
            <p:ph type="sldNum" sz="quarter" idx="12"/>
          </p:nvPr>
        </p:nvSpPr>
        <p:spPr/>
        <p:txBody>
          <a:bodyPr/>
          <a:lstStyle/>
          <a:p>
            <a:fld id="{7E19BF4C-F2A5-4A4D-9694-F8FA77BAF413}" type="slidenum">
              <a:rPr lang="en-US" smtClean="0"/>
              <a:t>‹#›</a:t>
            </a:fld>
            <a:endParaRPr lang="en-US"/>
          </a:p>
        </p:txBody>
      </p:sp>
    </p:spTree>
    <p:extLst>
      <p:ext uri="{BB962C8B-B14F-4D97-AF65-F5344CB8AC3E}">
        <p14:creationId xmlns:p14="http://schemas.microsoft.com/office/powerpoint/2010/main" val="1504832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83E0A-1E8A-7057-4F33-80B5D88DBF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D714D27-EFBB-0BEA-C84A-0BECED7CC28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17A50C-084E-04C8-5B21-556EA0475965}"/>
              </a:ext>
            </a:extLst>
          </p:cNvPr>
          <p:cNvSpPr>
            <a:spLocks noGrp="1"/>
          </p:cNvSpPr>
          <p:nvPr>
            <p:ph type="dt" sz="half" idx="10"/>
          </p:nvPr>
        </p:nvSpPr>
        <p:spPr/>
        <p:txBody>
          <a:bodyPr/>
          <a:lstStyle/>
          <a:p>
            <a:fld id="{8AC82BA3-BDD8-44CC-9A4A-FC98D130D045}" type="datetimeFigureOut">
              <a:rPr lang="en-US" smtClean="0"/>
              <a:t>11/18/2025</a:t>
            </a:fld>
            <a:endParaRPr lang="en-US"/>
          </a:p>
        </p:txBody>
      </p:sp>
      <p:sp>
        <p:nvSpPr>
          <p:cNvPr id="5" name="Footer Placeholder 4">
            <a:extLst>
              <a:ext uri="{FF2B5EF4-FFF2-40B4-BE49-F238E27FC236}">
                <a16:creationId xmlns:a16="http://schemas.microsoft.com/office/drawing/2014/main" id="{7303E883-57D9-8F7B-A514-970081A36A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76C36F-527D-917A-5787-F810B4139D95}"/>
              </a:ext>
            </a:extLst>
          </p:cNvPr>
          <p:cNvSpPr>
            <a:spLocks noGrp="1"/>
          </p:cNvSpPr>
          <p:nvPr>
            <p:ph type="sldNum" sz="quarter" idx="12"/>
          </p:nvPr>
        </p:nvSpPr>
        <p:spPr/>
        <p:txBody>
          <a:bodyPr/>
          <a:lstStyle/>
          <a:p>
            <a:fld id="{7E19BF4C-F2A5-4A4D-9694-F8FA77BAF413}" type="slidenum">
              <a:rPr lang="en-US" smtClean="0"/>
              <a:t>‹#›</a:t>
            </a:fld>
            <a:endParaRPr lang="en-US"/>
          </a:p>
        </p:txBody>
      </p:sp>
    </p:spTree>
    <p:extLst>
      <p:ext uri="{BB962C8B-B14F-4D97-AF65-F5344CB8AC3E}">
        <p14:creationId xmlns:p14="http://schemas.microsoft.com/office/powerpoint/2010/main" val="4162350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2533D-CA5E-BC1D-1D40-154E8B7363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7B545A-DB58-FEC1-CB20-AB7289AF13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33AE35-0615-842E-C7D4-2D69F06EB5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B182CF1-F8CB-0A34-38EC-CD1940F4D183}"/>
              </a:ext>
            </a:extLst>
          </p:cNvPr>
          <p:cNvSpPr>
            <a:spLocks noGrp="1"/>
          </p:cNvSpPr>
          <p:nvPr>
            <p:ph type="dt" sz="half" idx="10"/>
          </p:nvPr>
        </p:nvSpPr>
        <p:spPr/>
        <p:txBody>
          <a:bodyPr/>
          <a:lstStyle/>
          <a:p>
            <a:fld id="{8AC82BA3-BDD8-44CC-9A4A-FC98D130D045}" type="datetimeFigureOut">
              <a:rPr lang="en-US" smtClean="0"/>
              <a:t>11/18/2025</a:t>
            </a:fld>
            <a:endParaRPr lang="en-US"/>
          </a:p>
        </p:txBody>
      </p:sp>
      <p:sp>
        <p:nvSpPr>
          <p:cNvPr id="6" name="Footer Placeholder 5">
            <a:extLst>
              <a:ext uri="{FF2B5EF4-FFF2-40B4-BE49-F238E27FC236}">
                <a16:creationId xmlns:a16="http://schemas.microsoft.com/office/drawing/2014/main" id="{2F7F5F36-BE36-A647-ABC8-B385AF94C0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8BAD5F-35FF-F9DA-33AB-E202FA5EB9FE}"/>
              </a:ext>
            </a:extLst>
          </p:cNvPr>
          <p:cNvSpPr>
            <a:spLocks noGrp="1"/>
          </p:cNvSpPr>
          <p:nvPr>
            <p:ph type="sldNum" sz="quarter" idx="12"/>
          </p:nvPr>
        </p:nvSpPr>
        <p:spPr/>
        <p:txBody>
          <a:bodyPr/>
          <a:lstStyle/>
          <a:p>
            <a:fld id="{7E19BF4C-F2A5-4A4D-9694-F8FA77BAF413}" type="slidenum">
              <a:rPr lang="en-US" smtClean="0"/>
              <a:t>‹#›</a:t>
            </a:fld>
            <a:endParaRPr lang="en-US"/>
          </a:p>
        </p:txBody>
      </p:sp>
    </p:spTree>
    <p:extLst>
      <p:ext uri="{BB962C8B-B14F-4D97-AF65-F5344CB8AC3E}">
        <p14:creationId xmlns:p14="http://schemas.microsoft.com/office/powerpoint/2010/main" val="3293408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BF114-A5A3-1FE7-CBD0-D2DA69DAF25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4254258-27AD-510C-E1EB-8CADE0CF5F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273B3D-0C3D-7802-CC9C-B8ED818889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5D8239-01E1-5658-BEE2-91DECEF6C9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282CA2-D4D0-1A08-8074-647A5E3B7E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8E9A20B-D464-05C5-B805-90189CC2C428}"/>
              </a:ext>
            </a:extLst>
          </p:cNvPr>
          <p:cNvSpPr>
            <a:spLocks noGrp="1"/>
          </p:cNvSpPr>
          <p:nvPr>
            <p:ph type="dt" sz="half" idx="10"/>
          </p:nvPr>
        </p:nvSpPr>
        <p:spPr/>
        <p:txBody>
          <a:bodyPr/>
          <a:lstStyle/>
          <a:p>
            <a:fld id="{8AC82BA3-BDD8-44CC-9A4A-FC98D130D045}" type="datetimeFigureOut">
              <a:rPr lang="en-US" smtClean="0"/>
              <a:t>11/18/2025</a:t>
            </a:fld>
            <a:endParaRPr lang="en-US"/>
          </a:p>
        </p:txBody>
      </p:sp>
      <p:sp>
        <p:nvSpPr>
          <p:cNvPr id="8" name="Footer Placeholder 7">
            <a:extLst>
              <a:ext uri="{FF2B5EF4-FFF2-40B4-BE49-F238E27FC236}">
                <a16:creationId xmlns:a16="http://schemas.microsoft.com/office/drawing/2014/main" id="{B06FCFA3-661A-5E55-20A5-5648E586A07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70805AB-8A7A-A9DF-3516-3EE695289828}"/>
              </a:ext>
            </a:extLst>
          </p:cNvPr>
          <p:cNvSpPr>
            <a:spLocks noGrp="1"/>
          </p:cNvSpPr>
          <p:nvPr>
            <p:ph type="sldNum" sz="quarter" idx="12"/>
          </p:nvPr>
        </p:nvSpPr>
        <p:spPr/>
        <p:txBody>
          <a:bodyPr/>
          <a:lstStyle/>
          <a:p>
            <a:fld id="{7E19BF4C-F2A5-4A4D-9694-F8FA77BAF413}" type="slidenum">
              <a:rPr lang="en-US" smtClean="0"/>
              <a:t>‹#›</a:t>
            </a:fld>
            <a:endParaRPr lang="en-US"/>
          </a:p>
        </p:txBody>
      </p:sp>
    </p:spTree>
    <p:extLst>
      <p:ext uri="{BB962C8B-B14F-4D97-AF65-F5344CB8AC3E}">
        <p14:creationId xmlns:p14="http://schemas.microsoft.com/office/powerpoint/2010/main" val="1640217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5913D-FBF8-C547-AA99-B62C4CE896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1712B9-DF6A-94D9-B230-D0F1DBA89315}"/>
              </a:ext>
            </a:extLst>
          </p:cNvPr>
          <p:cNvSpPr>
            <a:spLocks noGrp="1"/>
          </p:cNvSpPr>
          <p:nvPr>
            <p:ph type="dt" sz="half" idx="10"/>
          </p:nvPr>
        </p:nvSpPr>
        <p:spPr/>
        <p:txBody>
          <a:bodyPr/>
          <a:lstStyle/>
          <a:p>
            <a:fld id="{8AC82BA3-BDD8-44CC-9A4A-FC98D130D045}" type="datetimeFigureOut">
              <a:rPr lang="en-US" smtClean="0"/>
              <a:t>11/18/2025</a:t>
            </a:fld>
            <a:endParaRPr lang="en-US"/>
          </a:p>
        </p:txBody>
      </p:sp>
      <p:sp>
        <p:nvSpPr>
          <p:cNvPr id="4" name="Footer Placeholder 3">
            <a:extLst>
              <a:ext uri="{FF2B5EF4-FFF2-40B4-BE49-F238E27FC236}">
                <a16:creationId xmlns:a16="http://schemas.microsoft.com/office/drawing/2014/main" id="{08F0F120-9587-72E4-6BB3-BF64C781B8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A7DA8A0-E551-DB15-4277-7F2B64CDD565}"/>
              </a:ext>
            </a:extLst>
          </p:cNvPr>
          <p:cNvSpPr>
            <a:spLocks noGrp="1"/>
          </p:cNvSpPr>
          <p:nvPr>
            <p:ph type="sldNum" sz="quarter" idx="12"/>
          </p:nvPr>
        </p:nvSpPr>
        <p:spPr/>
        <p:txBody>
          <a:bodyPr/>
          <a:lstStyle/>
          <a:p>
            <a:fld id="{7E19BF4C-F2A5-4A4D-9694-F8FA77BAF413}" type="slidenum">
              <a:rPr lang="en-US" smtClean="0"/>
              <a:t>‹#›</a:t>
            </a:fld>
            <a:endParaRPr lang="en-US"/>
          </a:p>
        </p:txBody>
      </p:sp>
    </p:spTree>
    <p:extLst>
      <p:ext uri="{BB962C8B-B14F-4D97-AF65-F5344CB8AC3E}">
        <p14:creationId xmlns:p14="http://schemas.microsoft.com/office/powerpoint/2010/main" val="2027597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337B5B-FE56-7F08-3D78-88EB7E99091A}"/>
              </a:ext>
            </a:extLst>
          </p:cNvPr>
          <p:cNvSpPr>
            <a:spLocks noGrp="1"/>
          </p:cNvSpPr>
          <p:nvPr>
            <p:ph type="dt" sz="half" idx="10"/>
          </p:nvPr>
        </p:nvSpPr>
        <p:spPr/>
        <p:txBody>
          <a:bodyPr/>
          <a:lstStyle/>
          <a:p>
            <a:fld id="{8AC82BA3-BDD8-44CC-9A4A-FC98D130D045}" type="datetimeFigureOut">
              <a:rPr lang="en-US" smtClean="0"/>
              <a:t>11/18/2025</a:t>
            </a:fld>
            <a:endParaRPr lang="en-US"/>
          </a:p>
        </p:txBody>
      </p:sp>
      <p:sp>
        <p:nvSpPr>
          <p:cNvPr id="3" name="Footer Placeholder 2">
            <a:extLst>
              <a:ext uri="{FF2B5EF4-FFF2-40B4-BE49-F238E27FC236}">
                <a16:creationId xmlns:a16="http://schemas.microsoft.com/office/drawing/2014/main" id="{AD591F82-8C93-C420-1764-CE6085ADF8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F03768C-543D-ED27-04DF-6FD375E9181A}"/>
              </a:ext>
            </a:extLst>
          </p:cNvPr>
          <p:cNvSpPr>
            <a:spLocks noGrp="1"/>
          </p:cNvSpPr>
          <p:nvPr>
            <p:ph type="sldNum" sz="quarter" idx="12"/>
          </p:nvPr>
        </p:nvSpPr>
        <p:spPr/>
        <p:txBody>
          <a:bodyPr/>
          <a:lstStyle/>
          <a:p>
            <a:fld id="{7E19BF4C-F2A5-4A4D-9694-F8FA77BAF413}" type="slidenum">
              <a:rPr lang="en-US" smtClean="0"/>
              <a:t>‹#›</a:t>
            </a:fld>
            <a:endParaRPr lang="en-US"/>
          </a:p>
        </p:txBody>
      </p:sp>
    </p:spTree>
    <p:extLst>
      <p:ext uri="{BB962C8B-B14F-4D97-AF65-F5344CB8AC3E}">
        <p14:creationId xmlns:p14="http://schemas.microsoft.com/office/powerpoint/2010/main" val="31572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7BB78-7D8F-1586-65FE-F761AD2952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D51D53-BFFB-33FB-3C6D-724BAA58B6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7C967B9-F662-70A4-7F85-30CBC26F98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576C4D-D2CE-071E-6980-CF61BC923AE0}"/>
              </a:ext>
            </a:extLst>
          </p:cNvPr>
          <p:cNvSpPr>
            <a:spLocks noGrp="1"/>
          </p:cNvSpPr>
          <p:nvPr>
            <p:ph type="dt" sz="half" idx="10"/>
          </p:nvPr>
        </p:nvSpPr>
        <p:spPr/>
        <p:txBody>
          <a:bodyPr/>
          <a:lstStyle/>
          <a:p>
            <a:fld id="{8AC82BA3-BDD8-44CC-9A4A-FC98D130D045}" type="datetimeFigureOut">
              <a:rPr lang="en-US" smtClean="0"/>
              <a:t>11/18/2025</a:t>
            </a:fld>
            <a:endParaRPr lang="en-US"/>
          </a:p>
        </p:txBody>
      </p:sp>
      <p:sp>
        <p:nvSpPr>
          <p:cNvPr id="6" name="Footer Placeholder 5">
            <a:extLst>
              <a:ext uri="{FF2B5EF4-FFF2-40B4-BE49-F238E27FC236}">
                <a16:creationId xmlns:a16="http://schemas.microsoft.com/office/drawing/2014/main" id="{FE801C70-7CB4-F588-16B3-32F51C3885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455165-350D-7CAD-991E-E596DF45CC95}"/>
              </a:ext>
            </a:extLst>
          </p:cNvPr>
          <p:cNvSpPr>
            <a:spLocks noGrp="1"/>
          </p:cNvSpPr>
          <p:nvPr>
            <p:ph type="sldNum" sz="quarter" idx="12"/>
          </p:nvPr>
        </p:nvSpPr>
        <p:spPr/>
        <p:txBody>
          <a:bodyPr/>
          <a:lstStyle/>
          <a:p>
            <a:fld id="{7E19BF4C-F2A5-4A4D-9694-F8FA77BAF413}" type="slidenum">
              <a:rPr lang="en-US" smtClean="0"/>
              <a:t>‹#›</a:t>
            </a:fld>
            <a:endParaRPr lang="en-US"/>
          </a:p>
        </p:txBody>
      </p:sp>
    </p:spTree>
    <p:extLst>
      <p:ext uri="{BB962C8B-B14F-4D97-AF65-F5344CB8AC3E}">
        <p14:creationId xmlns:p14="http://schemas.microsoft.com/office/powerpoint/2010/main" val="2684910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240DD-E030-A518-2B3A-15E90F4DA6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61CCDE2-FD87-714F-4ED0-86EFD13179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5340BE1-61B9-E518-DDCA-93336BA7A7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F4814F-62C6-37EE-5EAE-19BCF63F1D70}"/>
              </a:ext>
            </a:extLst>
          </p:cNvPr>
          <p:cNvSpPr>
            <a:spLocks noGrp="1"/>
          </p:cNvSpPr>
          <p:nvPr>
            <p:ph type="dt" sz="half" idx="10"/>
          </p:nvPr>
        </p:nvSpPr>
        <p:spPr/>
        <p:txBody>
          <a:bodyPr/>
          <a:lstStyle/>
          <a:p>
            <a:fld id="{8AC82BA3-BDD8-44CC-9A4A-FC98D130D045}" type="datetimeFigureOut">
              <a:rPr lang="en-US" smtClean="0"/>
              <a:t>11/18/2025</a:t>
            </a:fld>
            <a:endParaRPr lang="en-US"/>
          </a:p>
        </p:txBody>
      </p:sp>
      <p:sp>
        <p:nvSpPr>
          <p:cNvPr id="6" name="Footer Placeholder 5">
            <a:extLst>
              <a:ext uri="{FF2B5EF4-FFF2-40B4-BE49-F238E27FC236}">
                <a16:creationId xmlns:a16="http://schemas.microsoft.com/office/drawing/2014/main" id="{FADEE3D4-4DEA-8B28-0EBB-E40792019B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9375EB-3232-FBA5-2530-729F1DB548D4}"/>
              </a:ext>
            </a:extLst>
          </p:cNvPr>
          <p:cNvSpPr>
            <a:spLocks noGrp="1"/>
          </p:cNvSpPr>
          <p:nvPr>
            <p:ph type="sldNum" sz="quarter" idx="12"/>
          </p:nvPr>
        </p:nvSpPr>
        <p:spPr/>
        <p:txBody>
          <a:bodyPr/>
          <a:lstStyle/>
          <a:p>
            <a:fld id="{7E19BF4C-F2A5-4A4D-9694-F8FA77BAF413}" type="slidenum">
              <a:rPr lang="en-US" smtClean="0"/>
              <a:t>‹#›</a:t>
            </a:fld>
            <a:endParaRPr lang="en-US"/>
          </a:p>
        </p:txBody>
      </p:sp>
    </p:spTree>
    <p:extLst>
      <p:ext uri="{BB962C8B-B14F-4D97-AF65-F5344CB8AC3E}">
        <p14:creationId xmlns:p14="http://schemas.microsoft.com/office/powerpoint/2010/main" val="2349682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FAE84-8359-2C50-78F5-537BBFE43C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72E3EF4-D927-B70C-13A5-AC5317F1E4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E129CC-763F-1D1C-F03E-3FAF4DB1E6B3}"/>
              </a:ext>
            </a:extLst>
          </p:cNvPr>
          <p:cNvSpPr>
            <a:spLocks noGrp="1"/>
          </p:cNvSpPr>
          <p:nvPr>
            <p:ph type="dt" sz="half" idx="10"/>
          </p:nvPr>
        </p:nvSpPr>
        <p:spPr/>
        <p:txBody>
          <a:bodyPr/>
          <a:lstStyle/>
          <a:p>
            <a:fld id="{8AC82BA3-BDD8-44CC-9A4A-FC98D130D045}" type="datetimeFigureOut">
              <a:rPr lang="en-US" smtClean="0"/>
              <a:t>11/18/2025</a:t>
            </a:fld>
            <a:endParaRPr lang="en-US"/>
          </a:p>
        </p:txBody>
      </p:sp>
      <p:sp>
        <p:nvSpPr>
          <p:cNvPr id="5" name="Footer Placeholder 4">
            <a:extLst>
              <a:ext uri="{FF2B5EF4-FFF2-40B4-BE49-F238E27FC236}">
                <a16:creationId xmlns:a16="http://schemas.microsoft.com/office/drawing/2014/main" id="{9AB2FA69-8369-A3A9-EE86-A7E219948F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824209-FD0C-0B96-C857-2E2CB91C8C45}"/>
              </a:ext>
            </a:extLst>
          </p:cNvPr>
          <p:cNvSpPr>
            <a:spLocks noGrp="1"/>
          </p:cNvSpPr>
          <p:nvPr>
            <p:ph type="sldNum" sz="quarter" idx="12"/>
          </p:nvPr>
        </p:nvSpPr>
        <p:spPr/>
        <p:txBody>
          <a:bodyPr/>
          <a:lstStyle/>
          <a:p>
            <a:fld id="{7E19BF4C-F2A5-4A4D-9694-F8FA77BAF413}" type="slidenum">
              <a:rPr lang="en-US" smtClean="0"/>
              <a:t>‹#›</a:t>
            </a:fld>
            <a:endParaRPr lang="en-US"/>
          </a:p>
        </p:txBody>
      </p:sp>
    </p:spTree>
    <p:extLst>
      <p:ext uri="{BB962C8B-B14F-4D97-AF65-F5344CB8AC3E}">
        <p14:creationId xmlns:p14="http://schemas.microsoft.com/office/powerpoint/2010/main" val="73093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321C14-C367-4563-E8AB-DF541D1339B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5AB8E43-C92A-951A-7BA4-CB55AF5EB7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F85A84-1CB8-ECAB-3BF4-850E254C7CE1}"/>
              </a:ext>
            </a:extLst>
          </p:cNvPr>
          <p:cNvSpPr>
            <a:spLocks noGrp="1"/>
          </p:cNvSpPr>
          <p:nvPr>
            <p:ph type="dt" sz="half" idx="10"/>
          </p:nvPr>
        </p:nvSpPr>
        <p:spPr/>
        <p:txBody>
          <a:bodyPr/>
          <a:lstStyle/>
          <a:p>
            <a:fld id="{8AC82BA3-BDD8-44CC-9A4A-FC98D130D045}" type="datetimeFigureOut">
              <a:rPr lang="en-US" smtClean="0"/>
              <a:t>11/18/2025</a:t>
            </a:fld>
            <a:endParaRPr lang="en-US"/>
          </a:p>
        </p:txBody>
      </p:sp>
      <p:sp>
        <p:nvSpPr>
          <p:cNvPr id="5" name="Footer Placeholder 4">
            <a:extLst>
              <a:ext uri="{FF2B5EF4-FFF2-40B4-BE49-F238E27FC236}">
                <a16:creationId xmlns:a16="http://schemas.microsoft.com/office/drawing/2014/main" id="{C3A79E60-BD57-CC0C-FE7E-671CF3C796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2A4809-C0BE-E62A-D223-2EE64AC1898E}"/>
              </a:ext>
            </a:extLst>
          </p:cNvPr>
          <p:cNvSpPr>
            <a:spLocks noGrp="1"/>
          </p:cNvSpPr>
          <p:nvPr>
            <p:ph type="sldNum" sz="quarter" idx="12"/>
          </p:nvPr>
        </p:nvSpPr>
        <p:spPr/>
        <p:txBody>
          <a:bodyPr/>
          <a:lstStyle/>
          <a:p>
            <a:fld id="{7E19BF4C-F2A5-4A4D-9694-F8FA77BAF413}" type="slidenum">
              <a:rPr lang="en-US" smtClean="0"/>
              <a:t>‹#›</a:t>
            </a:fld>
            <a:endParaRPr lang="en-US"/>
          </a:p>
        </p:txBody>
      </p:sp>
    </p:spTree>
    <p:extLst>
      <p:ext uri="{BB962C8B-B14F-4D97-AF65-F5344CB8AC3E}">
        <p14:creationId xmlns:p14="http://schemas.microsoft.com/office/powerpoint/2010/main" val="35793594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1_Title Slide">
    <p:bg>
      <p:bgPr>
        <a:solidFill>
          <a:srgbClr val="1F5CAA"/>
        </a:solidFill>
        <a:effectLst/>
      </p:bgPr>
    </p:bg>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493144" y="2008231"/>
            <a:ext cx="11205713" cy="185531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chemeClr val="lt1"/>
              </a:buClr>
              <a:buSzPts val="4400"/>
              <a:buFont typeface="K2D"/>
              <a:buNone/>
              <a:defRPr sz="4400" b="1">
                <a:solidFill>
                  <a:schemeClr val="lt1"/>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493144" y="3863542"/>
            <a:ext cx="11205713" cy="1036706"/>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3200"/>
              <a:buNone/>
              <a:defRPr sz="3200">
                <a:solidFill>
                  <a:schemeClr val="lt1"/>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4" name="Google Shape;14;p2"/>
          <p:cNvPicPr preferRelativeResize="0"/>
          <p:nvPr/>
        </p:nvPicPr>
        <p:blipFill rotWithShape="1">
          <a:blip r:embed="rId2">
            <a:alphaModFix/>
          </a:blip>
          <a:srcRect/>
          <a:stretch/>
        </p:blipFill>
        <p:spPr>
          <a:xfrm>
            <a:off x="5565071" y="682737"/>
            <a:ext cx="1061859" cy="1062060"/>
          </a:xfrm>
          <a:prstGeom prst="rect">
            <a:avLst/>
          </a:prstGeom>
          <a:noFill/>
          <a:ln>
            <a:noFill/>
          </a:ln>
        </p:spPr>
      </p:pic>
      <p:sp>
        <p:nvSpPr>
          <p:cNvPr id="15" name="Google Shape;15;p2"/>
          <p:cNvSpPr txBox="1">
            <a:spLocks noGrp="1"/>
          </p:cNvSpPr>
          <p:nvPr>
            <p:ph type="body" idx="2"/>
          </p:nvPr>
        </p:nvSpPr>
        <p:spPr>
          <a:xfrm>
            <a:off x="493144" y="4924425"/>
            <a:ext cx="11205713" cy="492125"/>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2000"/>
              <a:buNone/>
              <a:defRPr sz="2000" b="0">
                <a:solidFill>
                  <a:schemeClr val="lt1"/>
                </a:solidFill>
                <a:latin typeface="Readex Pro"/>
                <a:ea typeface="Readex Pro"/>
                <a:cs typeface="Readex Pro"/>
                <a:sym typeface="Readex Pro"/>
              </a:defRPr>
            </a:lvl1pPr>
            <a:lvl2pPr marL="914400" lvl="1" indent="-228600" algn="l">
              <a:lnSpc>
                <a:spcPct val="90000"/>
              </a:lnSpc>
              <a:spcBef>
                <a:spcPts val="500"/>
              </a:spcBef>
              <a:spcAft>
                <a:spcPts val="0"/>
              </a:spcAft>
              <a:buClr>
                <a:schemeClr val="lt1"/>
              </a:buClr>
              <a:buSzPts val="1400"/>
              <a:buNone/>
              <a:defRPr sz="1400">
                <a:solidFill>
                  <a:schemeClr val="lt1"/>
                </a:solidFill>
                <a:latin typeface="Barlow"/>
                <a:ea typeface="Barlow"/>
                <a:cs typeface="Barlow"/>
                <a:sym typeface="Barlow"/>
              </a:defRPr>
            </a:lvl2pPr>
            <a:lvl3pPr marL="1371600" lvl="2" indent="-228600" algn="l">
              <a:lnSpc>
                <a:spcPct val="90000"/>
              </a:lnSpc>
              <a:spcBef>
                <a:spcPts val="500"/>
              </a:spcBef>
              <a:spcAft>
                <a:spcPts val="0"/>
              </a:spcAft>
              <a:buClr>
                <a:schemeClr val="lt1"/>
              </a:buClr>
              <a:buSzPts val="1200"/>
              <a:buNone/>
              <a:defRPr sz="1200">
                <a:solidFill>
                  <a:schemeClr val="lt1"/>
                </a:solidFill>
                <a:latin typeface="Barlow"/>
                <a:ea typeface="Barlow"/>
                <a:cs typeface="Barlow"/>
                <a:sym typeface="Barlow"/>
              </a:defRPr>
            </a:lvl3pPr>
            <a:lvl4pPr marL="1828800" lvl="3" indent="-228600" algn="l">
              <a:lnSpc>
                <a:spcPct val="90000"/>
              </a:lnSpc>
              <a:spcBef>
                <a:spcPts val="500"/>
              </a:spcBef>
              <a:spcAft>
                <a:spcPts val="0"/>
              </a:spcAft>
              <a:buClr>
                <a:schemeClr val="lt1"/>
              </a:buClr>
              <a:buSzPts val="1100"/>
              <a:buNone/>
              <a:defRPr sz="1100">
                <a:solidFill>
                  <a:schemeClr val="lt1"/>
                </a:solidFill>
                <a:latin typeface="Barlow"/>
                <a:ea typeface="Barlow"/>
                <a:cs typeface="Barlow"/>
                <a:sym typeface="Barlow"/>
              </a:defRPr>
            </a:lvl4pPr>
            <a:lvl5pPr marL="2286000" lvl="4" indent="-228600" algn="l">
              <a:lnSpc>
                <a:spcPct val="90000"/>
              </a:lnSpc>
              <a:spcBef>
                <a:spcPts val="500"/>
              </a:spcBef>
              <a:spcAft>
                <a:spcPts val="0"/>
              </a:spcAft>
              <a:buClr>
                <a:schemeClr val="lt1"/>
              </a:buClr>
              <a:buSzPts val="1100"/>
              <a:buNone/>
              <a:defRPr sz="1100">
                <a:solidFill>
                  <a:schemeClr val="lt1"/>
                </a:solidFill>
                <a:latin typeface="Barlow"/>
                <a:ea typeface="Barlow"/>
                <a:cs typeface="Barlow"/>
                <a:sym typeface="Barlow"/>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 name="Google Shape;16;p2"/>
          <p:cNvSpPr/>
          <p:nvPr/>
        </p:nvSpPr>
        <p:spPr>
          <a:xfrm>
            <a:off x="4998720" y="4782423"/>
            <a:ext cx="2194560" cy="27432"/>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K2D"/>
              <a:ea typeface="K2D"/>
              <a:cs typeface="K2D"/>
              <a:sym typeface="K2D"/>
            </a:endParaRPr>
          </a:p>
        </p:txBody>
      </p:sp>
      <p:grpSp>
        <p:nvGrpSpPr>
          <p:cNvPr id="17" name="Google Shape;17;p2"/>
          <p:cNvGrpSpPr/>
          <p:nvPr/>
        </p:nvGrpSpPr>
        <p:grpSpPr>
          <a:xfrm rot="5400000" flipH="1">
            <a:off x="11994349" y="89858"/>
            <a:ext cx="108319" cy="107166"/>
            <a:chOff x="9886950" y="442913"/>
            <a:chExt cx="216694" cy="214386"/>
          </a:xfrm>
        </p:grpSpPr>
        <p:sp>
          <p:nvSpPr>
            <p:cNvPr id="18" name="Google Shape;18;p2"/>
            <p:cNvSpPr/>
            <p:nvPr/>
          </p:nvSpPr>
          <p:spPr>
            <a:xfrm>
              <a:off x="9886950" y="442913"/>
              <a:ext cx="97631" cy="97631"/>
            </a:xfrm>
            <a:prstGeom prst="roundRect">
              <a:avLst>
                <a:gd name="adj" fmla="val 16667"/>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 name="Google Shape;19;p2"/>
            <p:cNvSpPr/>
            <p:nvPr/>
          </p:nvSpPr>
          <p:spPr>
            <a:xfrm>
              <a:off x="10006013" y="559668"/>
              <a:ext cx="97631" cy="97631"/>
            </a:xfrm>
            <a:prstGeom prst="roundRect">
              <a:avLst>
                <a:gd name="adj" fmla="val 16667"/>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 name="Google Shape;20;p2"/>
            <p:cNvSpPr/>
            <p:nvPr/>
          </p:nvSpPr>
          <p:spPr>
            <a:xfrm>
              <a:off x="10006013" y="442913"/>
              <a:ext cx="97631" cy="97631"/>
            </a:xfrm>
            <a:prstGeom prst="roundRect">
              <a:avLst>
                <a:gd name="adj" fmla="val 16667"/>
              </a:avLst>
            </a:prstGeom>
            <a:solidFill>
              <a:srgbClr val="CC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pic>
        <p:nvPicPr>
          <p:cNvPr id="21" name="Google Shape;21;p2"/>
          <p:cNvPicPr preferRelativeResize="0"/>
          <p:nvPr/>
        </p:nvPicPr>
        <p:blipFill rotWithShape="1">
          <a:blip r:embed="rId3">
            <a:alphaModFix/>
          </a:blip>
          <a:srcRect/>
          <a:stretch/>
        </p:blipFill>
        <p:spPr>
          <a:xfrm>
            <a:off x="2585036" y="6478829"/>
            <a:ext cx="9326880" cy="118101"/>
          </a:xfrm>
          <a:prstGeom prst="rect">
            <a:avLst/>
          </a:prstGeom>
          <a:noFill/>
          <a:ln>
            <a:noFill/>
          </a:ln>
        </p:spPr>
      </p:pic>
      <p:sp>
        <p:nvSpPr>
          <p:cNvPr id="22" name="Google Shape;22;p2"/>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b="0" i="0" u="none" strike="noStrike" cap="none">
                <a:solidFill>
                  <a:schemeClr val="lt1"/>
                </a:solidFill>
                <a:latin typeface="K2D"/>
                <a:ea typeface="K2D"/>
                <a:cs typeface="K2D"/>
                <a:sym typeface="K2D"/>
              </a:rPr>
              <a:t>‹#›</a:t>
            </a:fld>
            <a:endParaRPr sz="1200" b="0" i="0" u="none" strike="noStrike" cap="none">
              <a:solidFill>
                <a:schemeClr val="lt1"/>
              </a:solidFill>
              <a:latin typeface="K2D"/>
              <a:ea typeface="K2D"/>
              <a:cs typeface="K2D"/>
              <a:sym typeface="K2D"/>
            </a:endParaRPr>
          </a:p>
        </p:txBody>
      </p:sp>
      <p:sp>
        <p:nvSpPr>
          <p:cNvPr id="23" name="Google Shape;23;p2"/>
          <p:cNvSpPr/>
          <p:nvPr/>
        </p:nvSpPr>
        <p:spPr>
          <a:xfrm>
            <a:off x="159150" y="6474525"/>
            <a:ext cx="653867" cy="298450"/>
          </a:xfrm>
          <a:prstGeom prst="rect">
            <a:avLst/>
          </a:prstGeom>
          <a:solidFill>
            <a:srgbClr val="27ACE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u="none" strike="noStrike" cap="none">
                <a:solidFill>
                  <a:schemeClr val="lt1"/>
                </a:solidFill>
                <a:latin typeface="K2D"/>
                <a:ea typeface="K2D"/>
                <a:cs typeface="K2D"/>
                <a:sym typeface="K2D"/>
              </a:rPr>
              <a:t>CTU</a:t>
            </a:r>
            <a:endParaRPr/>
          </a:p>
        </p:txBody>
      </p:sp>
      <p:grpSp>
        <p:nvGrpSpPr>
          <p:cNvPr id="24" name="Google Shape;24;p2"/>
          <p:cNvGrpSpPr/>
          <p:nvPr/>
        </p:nvGrpSpPr>
        <p:grpSpPr>
          <a:xfrm>
            <a:off x="817685" y="6410864"/>
            <a:ext cx="2760487" cy="403790"/>
            <a:chOff x="741485" y="6410864"/>
            <a:chExt cx="2760487" cy="403790"/>
          </a:xfrm>
        </p:grpSpPr>
        <p:sp>
          <p:nvSpPr>
            <p:cNvPr id="25" name="Google Shape;25;p2"/>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800"/>
                <a:buFont typeface="Readex Pro"/>
                <a:buNone/>
              </a:pPr>
              <a:r>
                <a:rPr lang="en-US" sz="800" b="0" i="0" u="none" strike="noStrike" cap="none">
                  <a:solidFill>
                    <a:schemeClr val="lt1"/>
                  </a:solidFill>
                  <a:latin typeface="Readex Pro"/>
                  <a:ea typeface="Readex Pro"/>
                  <a:cs typeface="Readex Pro"/>
                  <a:sym typeface="Readex Pro"/>
                </a:rPr>
                <a:t>Cộng đồng – Toàn diện – Ưu việt</a:t>
              </a:r>
              <a:endParaRPr sz="800" b="0" i="0" u="none" strike="noStrike" cap="none">
                <a:solidFill>
                  <a:schemeClr val="lt1"/>
                </a:solidFill>
                <a:latin typeface="Readex Pro"/>
                <a:ea typeface="Readex Pro"/>
                <a:cs typeface="Readex Pro"/>
                <a:sym typeface="Readex Pro"/>
              </a:endParaRPr>
            </a:p>
          </p:txBody>
        </p:sp>
        <p:sp>
          <p:nvSpPr>
            <p:cNvPr id="26" name="Google Shape;26;p2"/>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chemeClr val="lt1"/>
                  </a:solidFill>
                  <a:latin typeface="K2D"/>
                  <a:ea typeface="K2D"/>
                  <a:cs typeface="K2D"/>
                  <a:sym typeface="K2D"/>
                </a:rPr>
                <a:t>ĐẠI HỌC CẦN THƠ</a:t>
              </a:r>
              <a:endParaRPr sz="1400" b="1">
                <a:solidFill>
                  <a:schemeClr val="lt1"/>
                </a:solidFill>
                <a:latin typeface="K2D"/>
                <a:ea typeface="K2D"/>
                <a:cs typeface="K2D"/>
                <a:sym typeface="K2D"/>
              </a:endParaRPr>
            </a:p>
          </p:txBody>
        </p:sp>
      </p:grpSp>
      <p:sp>
        <p:nvSpPr>
          <p:cNvPr id="27" name="Google Shape;27;p2"/>
          <p:cNvSpPr txBox="1"/>
          <p:nvPr/>
        </p:nvSpPr>
        <p:spPr>
          <a:xfrm>
            <a:off x="10529596" y="6467840"/>
            <a:ext cx="148309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chemeClr val="lt1"/>
                </a:solidFill>
                <a:latin typeface="K2D"/>
                <a:ea typeface="K2D"/>
                <a:cs typeface="K2D"/>
                <a:sym typeface="K2D"/>
              </a:rPr>
              <a:t>www.ctu.edu.vn</a:t>
            </a:r>
            <a:endParaRPr/>
          </a:p>
        </p:txBody>
      </p:sp>
      <p:sp>
        <p:nvSpPr>
          <p:cNvPr id="28" name="Google Shape;28;p2"/>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solidFill>
                  <a:schemeClr val="lt1"/>
                </a:solidFill>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chemeClr val="lt1"/>
                </a:solidFill>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3065927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xEl>
                                              <p:pRg st="0" end="0"/>
                                            </p:txEl>
                                          </p:spTgt>
                                        </p:tgtEl>
                                        <p:attrNameLst>
                                          <p:attrName>style.visibility</p:attrName>
                                        </p:attrNameLst>
                                      </p:cBhvr>
                                      <p:to>
                                        <p:strVal val="visible"/>
                                      </p:to>
                                    </p:set>
                                    <p:animEffect transition="in" filter="fade">
                                      <p:cBhvr>
                                        <p:cTn id="10" dur="1000"/>
                                        <p:tgtEl>
                                          <p:spTgt spid="13">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xEl>
                                              <p:charRg st="1" end="1"/>
                                            </p:txEl>
                                          </p:spTgt>
                                        </p:tgtEl>
                                        <p:attrNameLst>
                                          <p:attrName>style.visibility</p:attrName>
                                        </p:attrNameLst>
                                      </p:cBhvr>
                                      <p:to>
                                        <p:strVal val="visible"/>
                                      </p:to>
                                    </p:set>
                                    <p:animEffect transition="in" filter="fade">
                                      <p:cBhvr>
                                        <p:cTn id="13" dur="1000"/>
                                        <p:tgtEl>
                                          <p:spTgt spid="13">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xEl>
                                              <p:charRg st="1" end="1"/>
                                            </p:txEl>
                                          </p:spTgt>
                                        </p:tgtEl>
                                        <p:attrNameLst>
                                          <p:attrName>style.visibility</p:attrName>
                                        </p:attrNameLst>
                                      </p:cBhvr>
                                      <p:to>
                                        <p:strVal val="visible"/>
                                      </p:to>
                                    </p:set>
                                    <p:animEffect transition="in" filter="fade">
                                      <p:cBhvr>
                                        <p:cTn id="16" dur="1000"/>
                                        <p:tgtEl>
                                          <p:spTgt spid="13">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xEl>
                                              <p:charRg st="1" end="1"/>
                                            </p:txEl>
                                          </p:spTgt>
                                        </p:tgtEl>
                                        <p:attrNameLst>
                                          <p:attrName>style.visibility</p:attrName>
                                        </p:attrNameLst>
                                      </p:cBhvr>
                                      <p:to>
                                        <p:strVal val="visible"/>
                                      </p:to>
                                    </p:set>
                                    <p:animEffect transition="in" filter="fade">
                                      <p:cBhvr>
                                        <p:cTn id="19" dur="1000"/>
                                        <p:tgtEl>
                                          <p:spTgt spid="13">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xEl>
                                              <p:charRg st="1" end="1"/>
                                            </p:txEl>
                                          </p:spTgt>
                                        </p:tgtEl>
                                        <p:attrNameLst>
                                          <p:attrName>style.visibility</p:attrName>
                                        </p:attrNameLst>
                                      </p:cBhvr>
                                      <p:to>
                                        <p:strVal val="visible"/>
                                      </p:to>
                                    </p:set>
                                    <p:animEffect transition="in" filter="fade">
                                      <p:cBhvr>
                                        <p:cTn id="22" dur="1000"/>
                                        <p:tgtEl>
                                          <p:spTgt spid="13">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xEl>
                                              <p:charRg st="1" end="1"/>
                                            </p:txEl>
                                          </p:spTgt>
                                        </p:tgtEl>
                                        <p:attrNameLst>
                                          <p:attrName>style.visibility</p:attrName>
                                        </p:attrNameLst>
                                      </p:cBhvr>
                                      <p:to>
                                        <p:strVal val="visible"/>
                                      </p:to>
                                    </p:set>
                                    <p:animEffect transition="in" filter="fade">
                                      <p:cBhvr>
                                        <p:cTn id="25" dur="1000"/>
                                        <p:tgtEl>
                                          <p:spTgt spid="13">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xEl>
                                              <p:charRg st="1" end="1"/>
                                            </p:txEl>
                                          </p:spTgt>
                                        </p:tgtEl>
                                        <p:attrNameLst>
                                          <p:attrName>style.visibility</p:attrName>
                                        </p:attrNameLst>
                                      </p:cBhvr>
                                      <p:to>
                                        <p:strVal val="visible"/>
                                      </p:to>
                                    </p:set>
                                    <p:animEffect transition="in" filter="fade">
                                      <p:cBhvr>
                                        <p:cTn id="28" dur="1000"/>
                                        <p:tgtEl>
                                          <p:spTgt spid="13">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3">
                                            <p:txEl>
                                              <p:charRg st="1" end="1"/>
                                            </p:txEl>
                                          </p:spTgt>
                                        </p:tgtEl>
                                        <p:attrNameLst>
                                          <p:attrName>style.visibility</p:attrName>
                                        </p:attrNameLst>
                                      </p:cBhvr>
                                      <p:to>
                                        <p:strVal val="visible"/>
                                      </p:to>
                                    </p:set>
                                    <p:animEffect transition="in" filter="fade">
                                      <p:cBhvr>
                                        <p:cTn id="31" dur="1000"/>
                                        <p:tgtEl>
                                          <p:spTgt spid="13">
                                            <p:txEl>
                                              <p:charRg st="1" end="1"/>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xEl>
                                              <p:charRg st="1" end="1"/>
                                            </p:txEl>
                                          </p:spTgt>
                                        </p:tgtEl>
                                        <p:attrNameLst>
                                          <p:attrName>style.visibility</p:attrName>
                                        </p:attrNameLst>
                                      </p:cBhvr>
                                      <p:to>
                                        <p:strVal val="visible"/>
                                      </p:to>
                                    </p:set>
                                    <p:animEffect transition="in" filter="fade">
                                      <p:cBhvr>
                                        <p:cTn id="34" dur="1000"/>
                                        <p:tgtEl>
                                          <p:spTgt spid="13">
                                            <p:txEl>
                                              <p:charRg st="1" end="1"/>
                                            </p:txEl>
                                          </p:spTgt>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1250"/>
                                        <p:tgtEl>
                                          <p:spTgt spid="16"/>
                                        </p:tgtEl>
                                      </p:cBhvr>
                                    </p:animEffect>
                                  </p:childTnLst>
                                </p:cTn>
                              </p:par>
                              <p:par>
                                <p:cTn id="39" presetID="10" presetClass="entr" presetSubtype="0" fill="hold" nodeType="withEffect">
                                  <p:stCondLst>
                                    <p:cond delay="0"/>
                                  </p:stCondLst>
                                  <p:childTnLst>
                                    <p:set>
                                      <p:cBhvr>
                                        <p:cTn id="40" dur="1" fill="hold">
                                          <p:stCondLst>
                                            <p:cond delay="0"/>
                                          </p:stCondLst>
                                        </p:cTn>
                                        <p:tgtEl>
                                          <p:spTgt spid="15">
                                            <p:txEl>
                                              <p:pRg st="0" end="0"/>
                                            </p:txEl>
                                          </p:spTgt>
                                        </p:tgtEl>
                                        <p:attrNameLst>
                                          <p:attrName>style.visibility</p:attrName>
                                        </p:attrNameLst>
                                      </p:cBhvr>
                                      <p:to>
                                        <p:strVal val="visible"/>
                                      </p:to>
                                    </p:set>
                                    <p:animEffect transition="in" filter="fade">
                                      <p:cBhvr>
                                        <p:cTn id="41" dur="1000"/>
                                        <p:tgtEl>
                                          <p:spTgt spid="15">
                                            <p:txEl>
                                              <p:pRg st="0" end="0"/>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xEl>
                                              <p:charRg st="1" end="1"/>
                                            </p:txEl>
                                          </p:spTgt>
                                        </p:tgtEl>
                                        <p:attrNameLst>
                                          <p:attrName>style.visibility</p:attrName>
                                        </p:attrNameLst>
                                      </p:cBhvr>
                                      <p:to>
                                        <p:strVal val="visible"/>
                                      </p:to>
                                    </p:set>
                                    <p:animEffect transition="in" filter="fade">
                                      <p:cBhvr>
                                        <p:cTn id="44" dur="1000"/>
                                        <p:tgtEl>
                                          <p:spTgt spid="15">
                                            <p:txEl>
                                              <p:charRg st="1" end="1"/>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15">
                                            <p:txEl>
                                              <p:charRg st="1" end="1"/>
                                            </p:txEl>
                                          </p:spTgt>
                                        </p:tgtEl>
                                        <p:attrNameLst>
                                          <p:attrName>style.visibility</p:attrName>
                                        </p:attrNameLst>
                                      </p:cBhvr>
                                      <p:to>
                                        <p:strVal val="visible"/>
                                      </p:to>
                                    </p:set>
                                    <p:animEffect transition="in" filter="fade">
                                      <p:cBhvr>
                                        <p:cTn id="47" dur="1000"/>
                                        <p:tgtEl>
                                          <p:spTgt spid="15">
                                            <p:txEl>
                                              <p:charRg st="1" end="1"/>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15">
                                            <p:txEl>
                                              <p:charRg st="1" end="1"/>
                                            </p:txEl>
                                          </p:spTgt>
                                        </p:tgtEl>
                                        <p:attrNameLst>
                                          <p:attrName>style.visibility</p:attrName>
                                        </p:attrNameLst>
                                      </p:cBhvr>
                                      <p:to>
                                        <p:strVal val="visible"/>
                                      </p:to>
                                    </p:set>
                                    <p:animEffect transition="in" filter="fade">
                                      <p:cBhvr>
                                        <p:cTn id="50" dur="1000"/>
                                        <p:tgtEl>
                                          <p:spTgt spid="15">
                                            <p:txEl>
                                              <p:charRg st="1" end="1"/>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15">
                                            <p:txEl>
                                              <p:charRg st="1" end="1"/>
                                            </p:txEl>
                                          </p:spTgt>
                                        </p:tgtEl>
                                        <p:attrNameLst>
                                          <p:attrName>style.visibility</p:attrName>
                                        </p:attrNameLst>
                                      </p:cBhvr>
                                      <p:to>
                                        <p:strVal val="visible"/>
                                      </p:to>
                                    </p:set>
                                    <p:animEffect transition="in" filter="fade">
                                      <p:cBhvr>
                                        <p:cTn id="53" dur="1000"/>
                                        <p:tgtEl>
                                          <p:spTgt spid="15">
                                            <p:txEl>
                                              <p:charRg st="1" end="1"/>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15">
                                            <p:txEl>
                                              <p:charRg st="1" end="1"/>
                                            </p:txEl>
                                          </p:spTgt>
                                        </p:tgtEl>
                                        <p:attrNameLst>
                                          <p:attrName>style.visibility</p:attrName>
                                        </p:attrNameLst>
                                      </p:cBhvr>
                                      <p:to>
                                        <p:strVal val="visible"/>
                                      </p:to>
                                    </p:set>
                                    <p:animEffect transition="in" filter="fade">
                                      <p:cBhvr>
                                        <p:cTn id="56" dur="1000"/>
                                        <p:tgtEl>
                                          <p:spTgt spid="15">
                                            <p:txEl>
                                              <p:charRg st="1" end="1"/>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15">
                                            <p:txEl>
                                              <p:charRg st="1" end="1"/>
                                            </p:txEl>
                                          </p:spTgt>
                                        </p:tgtEl>
                                        <p:attrNameLst>
                                          <p:attrName>style.visibility</p:attrName>
                                        </p:attrNameLst>
                                      </p:cBhvr>
                                      <p:to>
                                        <p:strVal val="visible"/>
                                      </p:to>
                                    </p:set>
                                    <p:animEffect transition="in" filter="fade">
                                      <p:cBhvr>
                                        <p:cTn id="59" dur="1000"/>
                                        <p:tgtEl>
                                          <p:spTgt spid="15">
                                            <p:txEl>
                                              <p:charRg st="1" end="1"/>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15">
                                            <p:txEl>
                                              <p:charRg st="1" end="1"/>
                                            </p:txEl>
                                          </p:spTgt>
                                        </p:tgtEl>
                                        <p:attrNameLst>
                                          <p:attrName>style.visibility</p:attrName>
                                        </p:attrNameLst>
                                      </p:cBhvr>
                                      <p:to>
                                        <p:strVal val="visible"/>
                                      </p:to>
                                    </p:set>
                                    <p:animEffect transition="in" filter="fade">
                                      <p:cBhvr>
                                        <p:cTn id="62" dur="1000"/>
                                        <p:tgtEl>
                                          <p:spTgt spid="15">
                                            <p:txEl>
                                              <p:charRg st="1" end="1"/>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15">
                                            <p:txEl>
                                              <p:charRg st="1" end="1"/>
                                            </p:txEl>
                                          </p:spTgt>
                                        </p:tgtEl>
                                        <p:attrNameLst>
                                          <p:attrName>style.visibility</p:attrName>
                                        </p:attrNameLst>
                                      </p:cBhvr>
                                      <p:to>
                                        <p:strVal val="visible"/>
                                      </p:to>
                                    </p:set>
                                    <p:animEffect transition="in" filter="fade">
                                      <p:cBhvr>
                                        <p:cTn id="65" dur="1000"/>
                                        <p:tgtEl>
                                          <p:spTgt spid="15">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with logo">
  <p:cSld name="Title and Content with logo">
    <p:spTree>
      <p:nvGrpSpPr>
        <p:cNvPr id="1" name="Shape 30"/>
        <p:cNvGrpSpPr/>
        <p:nvPr/>
      </p:nvGrpSpPr>
      <p:grpSpPr>
        <a:xfrm>
          <a:off x="0" y="0"/>
          <a:ext cx="0" cy="0"/>
          <a:chOff x="0" y="0"/>
          <a:chExt cx="0" cy="0"/>
        </a:xfrm>
      </p:grpSpPr>
      <p:sp>
        <p:nvSpPr>
          <p:cNvPr id="31" name="Google Shape;31;p3"/>
          <p:cNvSpPr txBox="1">
            <a:spLocks noGrp="1"/>
          </p:cNvSpPr>
          <p:nvPr>
            <p:ph type="title"/>
          </p:nvPr>
        </p:nvSpPr>
        <p:spPr>
          <a:xfrm>
            <a:off x="838200" y="15200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70C0"/>
              </a:buClr>
              <a:buSzPts val="3600"/>
              <a:buFont typeface="K2D"/>
              <a:buNone/>
              <a:defRPr sz="3600" b="1">
                <a:solidFill>
                  <a:srgbClr val="0070C0"/>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228600" algn="just">
              <a:lnSpc>
                <a:spcPct val="100000"/>
              </a:lnSpc>
              <a:spcBef>
                <a:spcPts val="1200"/>
              </a:spcBef>
              <a:spcAft>
                <a:spcPts val="0"/>
              </a:spcAft>
              <a:buClr>
                <a:schemeClr val="dk1"/>
              </a:buClr>
              <a:buSzPts val="2400"/>
              <a:buNone/>
              <a:defRPr sz="2400">
                <a:latin typeface="Readex Pro"/>
                <a:ea typeface="Readex Pro"/>
                <a:cs typeface="Readex Pro"/>
                <a:sym typeface="Readex Pro"/>
              </a:defRPr>
            </a:lvl1pPr>
            <a:lvl2pPr marL="914400" lvl="1" indent="-228600" algn="just">
              <a:lnSpc>
                <a:spcPct val="100000"/>
              </a:lnSpc>
              <a:spcBef>
                <a:spcPts val="500"/>
              </a:spcBef>
              <a:spcAft>
                <a:spcPts val="0"/>
              </a:spcAft>
              <a:buClr>
                <a:schemeClr val="dk1"/>
              </a:buClr>
              <a:buSzPts val="2400"/>
              <a:buNone/>
              <a:defRPr sz="2400">
                <a:latin typeface="Readex Pro"/>
                <a:ea typeface="Readex Pro"/>
                <a:cs typeface="Readex Pro"/>
                <a:sym typeface="Readex Pro"/>
              </a:defRPr>
            </a:lvl2pPr>
            <a:lvl3pPr marL="1371600" lvl="2" indent="-228600" algn="just">
              <a:lnSpc>
                <a:spcPct val="100000"/>
              </a:lnSpc>
              <a:spcBef>
                <a:spcPts val="500"/>
              </a:spcBef>
              <a:spcAft>
                <a:spcPts val="0"/>
              </a:spcAft>
              <a:buClr>
                <a:schemeClr val="dk1"/>
              </a:buClr>
              <a:buSzPts val="2000"/>
              <a:buNone/>
              <a:defRPr sz="2000">
                <a:latin typeface="Readex Pro"/>
                <a:ea typeface="Readex Pro"/>
                <a:cs typeface="Readex Pro"/>
                <a:sym typeface="Readex Pro"/>
              </a:defRPr>
            </a:lvl3pPr>
            <a:lvl4pPr marL="1828800" lvl="3" indent="-228600" algn="just">
              <a:lnSpc>
                <a:spcPct val="100000"/>
              </a:lnSpc>
              <a:spcBef>
                <a:spcPts val="500"/>
              </a:spcBef>
              <a:spcAft>
                <a:spcPts val="0"/>
              </a:spcAft>
              <a:buClr>
                <a:schemeClr val="dk1"/>
              </a:buClr>
              <a:buSzPts val="1800"/>
              <a:buNone/>
              <a:defRPr sz="1800">
                <a:latin typeface="Readex Pro"/>
                <a:ea typeface="Readex Pro"/>
                <a:cs typeface="Readex Pro"/>
                <a:sym typeface="Readex Pro"/>
              </a:defRPr>
            </a:lvl4pPr>
            <a:lvl5pPr marL="2286000" lvl="4" indent="-228600" algn="just">
              <a:lnSpc>
                <a:spcPct val="100000"/>
              </a:lnSpc>
              <a:spcBef>
                <a:spcPts val="500"/>
              </a:spcBef>
              <a:spcAft>
                <a:spcPts val="0"/>
              </a:spcAft>
              <a:buClr>
                <a:schemeClr val="dk1"/>
              </a:buClr>
              <a:buSzPts val="1800"/>
              <a:buNone/>
              <a:defRPr sz="180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3" name="Google Shape;33;p3"/>
          <p:cNvPicPr preferRelativeResize="0"/>
          <p:nvPr/>
        </p:nvPicPr>
        <p:blipFill rotWithShape="1">
          <a:blip r:embed="rId2">
            <a:alphaModFix amt="85000"/>
          </a:blip>
          <a:srcRect/>
          <a:stretch/>
        </p:blipFill>
        <p:spPr>
          <a:xfrm>
            <a:off x="4369124" y="1727802"/>
            <a:ext cx="3453753" cy="3402396"/>
          </a:xfrm>
          <a:prstGeom prst="rect">
            <a:avLst/>
          </a:prstGeom>
          <a:noFill/>
          <a:ln>
            <a:noFill/>
          </a:ln>
        </p:spPr>
      </p:pic>
      <p:pic>
        <p:nvPicPr>
          <p:cNvPr id="34" name="Google Shape;34;p3"/>
          <p:cNvPicPr preferRelativeResize="0"/>
          <p:nvPr/>
        </p:nvPicPr>
        <p:blipFill rotWithShape="1">
          <a:blip r:embed="rId3">
            <a:alphaModFix/>
          </a:blip>
          <a:srcRect/>
          <a:stretch/>
        </p:blipFill>
        <p:spPr>
          <a:xfrm>
            <a:off x="478656" y="656757"/>
            <a:ext cx="292100" cy="292100"/>
          </a:xfrm>
          <a:prstGeom prst="rect">
            <a:avLst/>
          </a:prstGeom>
          <a:noFill/>
          <a:ln>
            <a:noFill/>
          </a:ln>
        </p:spPr>
      </p:pic>
      <p:pic>
        <p:nvPicPr>
          <p:cNvPr id="35" name="Google Shape;35;p3"/>
          <p:cNvPicPr preferRelativeResize="0"/>
          <p:nvPr/>
        </p:nvPicPr>
        <p:blipFill rotWithShape="1">
          <a:blip r:embed="rId4">
            <a:alphaModFix/>
          </a:blip>
          <a:srcRect/>
          <a:stretch/>
        </p:blipFill>
        <p:spPr>
          <a:xfrm>
            <a:off x="11987783" y="93587"/>
            <a:ext cx="107165" cy="107007"/>
          </a:xfrm>
          <a:prstGeom prst="rect">
            <a:avLst/>
          </a:prstGeom>
          <a:noFill/>
          <a:ln>
            <a:noFill/>
          </a:ln>
        </p:spPr>
      </p:pic>
      <p:sp>
        <p:nvSpPr>
          <p:cNvPr id="36" name="Google Shape;36;p3"/>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37" name="Google Shape;37;p3"/>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38" name="Google Shape;38;p3"/>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39" name="Google Shape;39;p3"/>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40" name="Google Shape;40;p3"/>
          <p:cNvGrpSpPr/>
          <p:nvPr/>
        </p:nvGrpSpPr>
        <p:grpSpPr>
          <a:xfrm>
            <a:off x="817685" y="6410864"/>
            <a:ext cx="2760487" cy="403790"/>
            <a:chOff x="741485" y="6410864"/>
            <a:chExt cx="2760487" cy="403790"/>
          </a:xfrm>
        </p:grpSpPr>
        <p:sp>
          <p:nvSpPr>
            <p:cNvPr id="41" name="Google Shape;41;p3"/>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42" name="Google Shape;42;p3"/>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43" name="Google Shape;43;p3"/>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44" name="Google Shape;44;p3"/>
          <p:cNvPicPr preferRelativeResize="0"/>
          <p:nvPr/>
        </p:nvPicPr>
        <p:blipFill rotWithShape="1">
          <a:blip r:embed="rId5">
            <a:alphaModFix/>
          </a:blip>
          <a:srcRect/>
          <a:stretch/>
        </p:blipFill>
        <p:spPr>
          <a:xfrm>
            <a:off x="2583391" y="6481985"/>
            <a:ext cx="9339545" cy="118261"/>
          </a:xfrm>
          <a:prstGeom prst="rect">
            <a:avLst/>
          </a:prstGeom>
          <a:noFill/>
          <a:ln>
            <a:noFill/>
          </a:ln>
        </p:spPr>
      </p:pic>
      <p:sp>
        <p:nvSpPr>
          <p:cNvPr id="45" name="Google Shape;45;p3"/>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3"/>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996674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White Pure">
  <p:cSld name="Title White Pure">
    <p:spTree>
      <p:nvGrpSpPr>
        <p:cNvPr id="1" name="Shape 47"/>
        <p:cNvGrpSpPr/>
        <p:nvPr/>
      </p:nvGrpSpPr>
      <p:grpSpPr>
        <a:xfrm>
          <a:off x="0" y="0"/>
          <a:ext cx="0" cy="0"/>
          <a:chOff x="0" y="0"/>
          <a:chExt cx="0" cy="0"/>
        </a:xfrm>
      </p:grpSpPr>
      <p:sp>
        <p:nvSpPr>
          <p:cNvPr id="48" name="Google Shape;48;p4"/>
          <p:cNvSpPr txBox="1">
            <a:spLocks noGrp="1"/>
          </p:cNvSpPr>
          <p:nvPr>
            <p:ph type="ctrTitle"/>
          </p:nvPr>
        </p:nvSpPr>
        <p:spPr>
          <a:xfrm>
            <a:off x="1443567" y="1773238"/>
            <a:ext cx="10029565" cy="1655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1F5CA9"/>
              </a:buClr>
              <a:buSzPts val="4000"/>
              <a:buFont typeface="K2D"/>
              <a:buNone/>
              <a:defRPr sz="4000" b="1">
                <a:solidFill>
                  <a:srgbClr val="1F5CA9"/>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4"/>
          <p:cNvSpPr txBox="1">
            <a:spLocks noGrp="1"/>
          </p:cNvSpPr>
          <p:nvPr>
            <p:ph type="subTitle" idx="1"/>
          </p:nvPr>
        </p:nvSpPr>
        <p:spPr>
          <a:xfrm>
            <a:off x="1443566" y="3428999"/>
            <a:ext cx="10029565" cy="796491"/>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00AFEF"/>
              </a:buClr>
              <a:buSzPts val="3200"/>
              <a:buNone/>
              <a:defRPr sz="3200">
                <a:solidFill>
                  <a:srgbClr val="00AFEF"/>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50" name="Google Shape;50;p4"/>
          <p:cNvPicPr preferRelativeResize="0"/>
          <p:nvPr/>
        </p:nvPicPr>
        <p:blipFill rotWithShape="1">
          <a:blip r:embed="rId2">
            <a:alphaModFix/>
          </a:blip>
          <a:srcRect/>
          <a:stretch/>
        </p:blipFill>
        <p:spPr>
          <a:xfrm>
            <a:off x="1151466" y="2942152"/>
            <a:ext cx="292100" cy="292100"/>
          </a:xfrm>
          <a:prstGeom prst="rect">
            <a:avLst/>
          </a:prstGeom>
          <a:noFill/>
          <a:ln>
            <a:noFill/>
          </a:ln>
        </p:spPr>
      </p:pic>
      <p:pic>
        <p:nvPicPr>
          <p:cNvPr id="51" name="Google Shape;51;p4"/>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52" name="Google Shape;52;p4"/>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53" name="Google Shape;53;p4"/>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54" name="Google Shape;54;p4"/>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55" name="Google Shape;55;p4"/>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56" name="Google Shape;56;p4"/>
          <p:cNvGrpSpPr/>
          <p:nvPr/>
        </p:nvGrpSpPr>
        <p:grpSpPr>
          <a:xfrm>
            <a:off x="817685" y="6410864"/>
            <a:ext cx="2760487" cy="403790"/>
            <a:chOff x="741485" y="6410864"/>
            <a:chExt cx="2760487" cy="403790"/>
          </a:xfrm>
        </p:grpSpPr>
        <p:sp>
          <p:nvSpPr>
            <p:cNvPr id="57" name="Google Shape;57;p4"/>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58" name="Google Shape;58;p4"/>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59" name="Google Shape;59;p4"/>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60" name="Google Shape;60;p4"/>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61" name="Google Shape;61;p4"/>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4"/>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3226374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9">
                                            <p:txEl>
                                              <p:pRg st="0" end="0"/>
                                            </p:txEl>
                                          </p:spTgt>
                                        </p:tgtEl>
                                        <p:attrNameLst>
                                          <p:attrName>style.visibility</p:attrName>
                                        </p:attrNameLst>
                                      </p:cBhvr>
                                      <p:to>
                                        <p:strVal val="visible"/>
                                      </p:to>
                                    </p:set>
                                    <p:animEffect transition="in" filter="fade">
                                      <p:cBhvr>
                                        <p:cTn id="11" dur="500"/>
                                        <p:tgtEl>
                                          <p:spTgt spid="49">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9">
                                            <p:txEl>
                                              <p:charRg st="1" end="1"/>
                                            </p:txEl>
                                          </p:spTgt>
                                        </p:tgtEl>
                                        <p:attrNameLst>
                                          <p:attrName>style.visibility</p:attrName>
                                        </p:attrNameLst>
                                      </p:cBhvr>
                                      <p:to>
                                        <p:strVal val="visible"/>
                                      </p:to>
                                    </p:set>
                                    <p:animEffect transition="in" filter="fade">
                                      <p:cBhvr>
                                        <p:cTn id="15" dur="500"/>
                                        <p:tgtEl>
                                          <p:spTgt spid="49">
                                            <p:txEl>
                                              <p:charRg st="1" end="1"/>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9">
                                            <p:txEl>
                                              <p:charRg st="1" end="1"/>
                                            </p:txEl>
                                          </p:spTgt>
                                        </p:tgtEl>
                                        <p:attrNameLst>
                                          <p:attrName>style.visibility</p:attrName>
                                        </p:attrNameLst>
                                      </p:cBhvr>
                                      <p:to>
                                        <p:strVal val="visible"/>
                                      </p:to>
                                    </p:set>
                                    <p:animEffect transition="in" filter="fade">
                                      <p:cBhvr>
                                        <p:cTn id="19" dur="500"/>
                                        <p:tgtEl>
                                          <p:spTgt spid="49">
                                            <p:txEl>
                                              <p:charRg st="1" end="1"/>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49">
                                            <p:txEl>
                                              <p:charRg st="1" end="1"/>
                                            </p:txEl>
                                          </p:spTgt>
                                        </p:tgtEl>
                                        <p:attrNameLst>
                                          <p:attrName>style.visibility</p:attrName>
                                        </p:attrNameLst>
                                      </p:cBhvr>
                                      <p:to>
                                        <p:strVal val="visible"/>
                                      </p:to>
                                    </p:set>
                                    <p:animEffect transition="in" filter="fade">
                                      <p:cBhvr>
                                        <p:cTn id="23" dur="500"/>
                                        <p:tgtEl>
                                          <p:spTgt spid="49">
                                            <p:txEl>
                                              <p:charRg st="1" end="1"/>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49">
                                            <p:txEl>
                                              <p:charRg st="1" end="1"/>
                                            </p:txEl>
                                          </p:spTgt>
                                        </p:tgtEl>
                                        <p:attrNameLst>
                                          <p:attrName>style.visibility</p:attrName>
                                        </p:attrNameLst>
                                      </p:cBhvr>
                                      <p:to>
                                        <p:strVal val="visible"/>
                                      </p:to>
                                    </p:set>
                                    <p:animEffect transition="in" filter="fade">
                                      <p:cBhvr>
                                        <p:cTn id="27" dur="500"/>
                                        <p:tgtEl>
                                          <p:spTgt spid="49">
                                            <p:txEl>
                                              <p:charRg st="1" end="1"/>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49">
                                            <p:txEl>
                                              <p:charRg st="1" end="1"/>
                                            </p:txEl>
                                          </p:spTgt>
                                        </p:tgtEl>
                                        <p:attrNameLst>
                                          <p:attrName>style.visibility</p:attrName>
                                        </p:attrNameLst>
                                      </p:cBhvr>
                                      <p:to>
                                        <p:strVal val="visible"/>
                                      </p:to>
                                    </p:set>
                                    <p:animEffect transition="in" filter="fade">
                                      <p:cBhvr>
                                        <p:cTn id="31" dur="500"/>
                                        <p:tgtEl>
                                          <p:spTgt spid="49">
                                            <p:txEl>
                                              <p:charRg st="1" end="1"/>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49">
                                            <p:txEl>
                                              <p:charRg st="1" end="1"/>
                                            </p:txEl>
                                          </p:spTgt>
                                        </p:tgtEl>
                                        <p:attrNameLst>
                                          <p:attrName>style.visibility</p:attrName>
                                        </p:attrNameLst>
                                      </p:cBhvr>
                                      <p:to>
                                        <p:strVal val="visible"/>
                                      </p:to>
                                    </p:set>
                                    <p:animEffect transition="in" filter="fade">
                                      <p:cBhvr>
                                        <p:cTn id="35" dur="500"/>
                                        <p:tgtEl>
                                          <p:spTgt spid="49">
                                            <p:txEl>
                                              <p:charRg st="1" end="1"/>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49">
                                            <p:txEl>
                                              <p:charRg st="1" end="1"/>
                                            </p:txEl>
                                          </p:spTgt>
                                        </p:tgtEl>
                                        <p:attrNameLst>
                                          <p:attrName>style.visibility</p:attrName>
                                        </p:attrNameLst>
                                      </p:cBhvr>
                                      <p:to>
                                        <p:strVal val="visible"/>
                                      </p:to>
                                    </p:set>
                                    <p:animEffect transition="in" filter="fade">
                                      <p:cBhvr>
                                        <p:cTn id="39" dur="500"/>
                                        <p:tgtEl>
                                          <p:spTgt spid="49">
                                            <p:txEl>
                                              <p:charRg st="1" end="1"/>
                                            </p:txEl>
                                          </p:spTgt>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49">
                                            <p:txEl>
                                              <p:charRg st="1" end="1"/>
                                            </p:txEl>
                                          </p:spTgt>
                                        </p:tgtEl>
                                        <p:attrNameLst>
                                          <p:attrName>style.visibility</p:attrName>
                                        </p:attrNameLst>
                                      </p:cBhvr>
                                      <p:to>
                                        <p:strVal val="visible"/>
                                      </p:to>
                                    </p:set>
                                    <p:animEffect transition="in" filter="fade">
                                      <p:cBhvr>
                                        <p:cTn id="43" dur="500"/>
                                        <p:tgtEl>
                                          <p:spTgt spid="49">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Slide_white">
  <p:cSld name="Title Slide_white">
    <p:bg>
      <p:bgPr>
        <a:solidFill>
          <a:schemeClr val="lt1"/>
        </a:solidFill>
        <a:effectLst/>
      </p:bgPr>
    </p:bg>
    <p:spTree>
      <p:nvGrpSpPr>
        <p:cNvPr id="1" name="Shape 63"/>
        <p:cNvGrpSpPr/>
        <p:nvPr/>
      </p:nvGrpSpPr>
      <p:grpSpPr>
        <a:xfrm>
          <a:off x="0" y="0"/>
          <a:ext cx="0" cy="0"/>
          <a:chOff x="0" y="0"/>
          <a:chExt cx="0" cy="0"/>
        </a:xfrm>
      </p:grpSpPr>
      <p:sp>
        <p:nvSpPr>
          <p:cNvPr id="64" name="Google Shape;64;p5"/>
          <p:cNvSpPr txBox="1">
            <a:spLocks noGrp="1"/>
          </p:cNvSpPr>
          <p:nvPr>
            <p:ph type="ctrTitle"/>
          </p:nvPr>
        </p:nvSpPr>
        <p:spPr>
          <a:xfrm>
            <a:off x="493144" y="2008231"/>
            <a:ext cx="11205713" cy="185531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rgbClr val="0070C0"/>
              </a:buClr>
              <a:buSzPts val="4400"/>
              <a:buFont typeface="K2D" panose="00000500000000000000"/>
              <a:buNone/>
              <a:defRPr sz="4400" b="1">
                <a:solidFill>
                  <a:srgbClr val="0070C0"/>
                </a:solidFill>
                <a:latin typeface="K2D" panose="00000500000000000000"/>
                <a:ea typeface="K2D" panose="00000500000000000000"/>
                <a:cs typeface="K2D" panose="00000500000000000000"/>
                <a:sym typeface="K2D" panose="0000050000000000000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5"/>
          <p:cNvSpPr txBox="1">
            <a:spLocks noGrp="1"/>
          </p:cNvSpPr>
          <p:nvPr>
            <p:ph type="subTitle" idx="1"/>
          </p:nvPr>
        </p:nvSpPr>
        <p:spPr>
          <a:xfrm>
            <a:off x="493144" y="3863542"/>
            <a:ext cx="11205713" cy="1036706"/>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0070C0"/>
              </a:buClr>
              <a:buSzPts val="3200"/>
              <a:buNone/>
              <a:defRPr sz="3200">
                <a:solidFill>
                  <a:srgbClr val="0070C0"/>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66" name="Google Shape;66;p5"/>
          <p:cNvPicPr preferRelativeResize="0"/>
          <p:nvPr/>
        </p:nvPicPr>
        <p:blipFill rotWithShape="1">
          <a:blip r:embed="rId2"/>
          <a:srcRect/>
          <a:stretch>
            <a:fillRect/>
          </a:stretch>
        </p:blipFill>
        <p:spPr>
          <a:xfrm>
            <a:off x="5565071" y="682679"/>
            <a:ext cx="1061859" cy="1062177"/>
          </a:xfrm>
          <a:prstGeom prst="rect">
            <a:avLst/>
          </a:prstGeom>
          <a:noFill/>
          <a:ln>
            <a:noFill/>
          </a:ln>
        </p:spPr>
      </p:pic>
      <p:sp>
        <p:nvSpPr>
          <p:cNvPr id="67" name="Google Shape;67;p5"/>
          <p:cNvSpPr txBox="1">
            <a:spLocks noGrp="1"/>
          </p:cNvSpPr>
          <p:nvPr>
            <p:ph type="body" idx="2"/>
          </p:nvPr>
        </p:nvSpPr>
        <p:spPr>
          <a:xfrm>
            <a:off x="493144" y="4924425"/>
            <a:ext cx="11205713" cy="492125"/>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00AFEF"/>
              </a:buClr>
              <a:buSzPts val="2000"/>
              <a:buNone/>
              <a:defRPr sz="2000" b="0">
                <a:solidFill>
                  <a:srgbClr val="00AFEF"/>
                </a:solidFill>
                <a:latin typeface="Readex Pro"/>
                <a:ea typeface="Readex Pro"/>
                <a:cs typeface="Readex Pro"/>
                <a:sym typeface="Readex Pro"/>
              </a:defRPr>
            </a:lvl1pPr>
            <a:lvl2pPr marL="914400" lvl="1" indent="-228600" algn="l">
              <a:lnSpc>
                <a:spcPct val="90000"/>
              </a:lnSpc>
              <a:spcBef>
                <a:spcPts val="500"/>
              </a:spcBef>
              <a:spcAft>
                <a:spcPts val="0"/>
              </a:spcAft>
              <a:buClr>
                <a:schemeClr val="lt1"/>
              </a:buClr>
              <a:buSzPts val="1400"/>
              <a:buNone/>
              <a:defRPr sz="1400">
                <a:solidFill>
                  <a:schemeClr val="lt1"/>
                </a:solidFill>
                <a:latin typeface="Barlow" panose="00000500000000000000"/>
                <a:ea typeface="Barlow" panose="00000500000000000000"/>
                <a:cs typeface="Barlow" panose="00000500000000000000"/>
                <a:sym typeface="Barlow" panose="00000500000000000000"/>
              </a:defRPr>
            </a:lvl2pPr>
            <a:lvl3pPr marL="1371600" lvl="2" indent="-228600" algn="l">
              <a:lnSpc>
                <a:spcPct val="90000"/>
              </a:lnSpc>
              <a:spcBef>
                <a:spcPts val="500"/>
              </a:spcBef>
              <a:spcAft>
                <a:spcPts val="0"/>
              </a:spcAft>
              <a:buClr>
                <a:schemeClr val="lt1"/>
              </a:buClr>
              <a:buSzPts val="1200"/>
              <a:buNone/>
              <a:defRPr sz="1200">
                <a:solidFill>
                  <a:schemeClr val="lt1"/>
                </a:solidFill>
                <a:latin typeface="Barlow" panose="00000500000000000000"/>
                <a:ea typeface="Barlow" panose="00000500000000000000"/>
                <a:cs typeface="Barlow" panose="00000500000000000000"/>
                <a:sym typeface="Barlow" panose="00000500000000000000"/>
              </a:defRPr>
            </a:lvl3pPr>
            <a:lvl4pPr marL="1828800" lvl="3" indent="-228600" algn="l">
              <a:lnSpc>
                <a:spcPct val="90000"/>
              </a:lnSpc>
              <a:spcBef>
                <a:spcPts val="500"/>
              </a:spcBef>
              <a:spcAft>
                <a:spcPts val="0"/>
              </a:spcAft>
              <a:buClr>
                <a:schemeClr val="lt1"/>
              </a:buClr>
              <a:buSzPts val="1100"/>
              <a:buNone/>
              <a:defRPr sz="1100">
                <a:solidFill>
                  <a:schemeClr val="lt1"/>
                </a:solidFill>
                <a:latin typeface="Barlow" panose="00000500000000000000"/>
                <a:ea typeface="Barlow" panose="00000500000000000000"/>
                <a:cs typeface="Barlow" panose="00000500000000000000"/>
                <a:sym typeface="Barlow" panose="00000500000000000000"/>
              </a:defRPr>
            </a:lvl4pPr>
            <a:lvl5pPr marL="2286000" lvl="4" indent="-228600" algn="l">
              <a:lnSpc>
                <a:spcPct val="90000"/>
              </a:lnSpc>
              <a:spcBef>
                <a:spcPts val="500"/>
              </a:spcBef>
              <a:spcAft>
                <a:spcPts val="0"/>
              </a:spcAft>
              <a:buClr>
                <a:schemeClr val="lt1"/>
              </a:buClr>
              <a:buSzPts val="1100"/>
              <a:buNone/>
              <a:defRPr sz="1100">
                <a:solidFill>
                  <a:schemeClr val="lt1"/>
                </a:solidFill>
                <a:latin typeface="Barlow" panose="00000500000000000000"/>
                <a:ea typeface="Barlow" panose="00000500000000000000"/>
                <a:cs typeface="Barlow" panose="00000500000000000000"/>
                <a:sym typeface="Barlow" panose="00000500000000000000"/>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5"/>
          <p:cNvSpPr/>
          <p:nvPr/>
        </p:nvSpPr>
        <p:spPr>
          <a:xfrm>
            <a:off x="4998720" y="4782423"/>
            <a:ext cx="2194560" cy="27432"/>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panose="00000500000000000000"/>
              <a:ea typeface="K2D" panose="00000500000000000000"/>
              <a:cs typeface="K2D" panose="00000500000000000000"/>
              <a:sym typeface="K2D" panose="00000500000000000000"/>
            </a:endParaRPr>
          </a:p>
        </p:txBody>
      </p:sp>
      <p:pic>
        <p:nvPicPr>
          <p:cNvPr id="69" name="Google Shape;69;p5"/>
          <p:cNvPicPr preferRelativeResize="0"/>
          <p:nvPr/>
        </p:nvPicPr>
        <p:blipFill rotWithShape="1">
          <a:blip r:embed="rId3"/>
          <a:srcRect/>
          <a:stretch>
            <a:fillRect/>
          </a:stretch>
        </p:blipFill>
        <p:spPr>
          <a:xfrm>
            <a:off x="11987783" y="93587"/>
            <a:ext cx="107165" cy="107007"/>
          </a:xfrm>
          <a:prstGeom prst="rect">
            <a:avLst/>
          </a:prstGeom>
          <a:noFill/>
          <a:ln>
            <a:noFill/>
          </a:ln>
        </p:spPr>
      </p:pic>
      <p:sp>
        <p:nvSpPr>
          <p:cNvPr id="70" name="Google Shape;70;p5"/>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panose="00000500000000000000"/>
                <a:ea typeface="K2D" panose="00000500000000000000"/>
                <a:cs typeface="K2D" panose="00000500000000000000"/>
                <a:sym typeface="K2D" panose="00000500000000000000"/>
              </a:rPr>
              <a:t>‹#›</a:t>
            </a:fld>
            <a:endParaRPr sz="1200">
              <a:solidFill>
                <a:schemeClr val="lt1"/>
              </a:solidFill>
              <a:latin typeface="K2D" panose="00000500000000000000"/>
              <a:ea typeface="K2D" panose="00000500000000000000"/>
              <a:cs typeface="K2D" panose="00000500000000000000"/>
              <a:sym typeface="K2D" panose="00000500000000000000"/>
            </a:endParaRPr>
          </a:p>
        </p:txBody>
      </p:sp>
      <p:sp>
        <p:nvSpPr>
          <p:cNvPr id="71" name="Google Shape;71;p5"/>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panose="00000500000000000000"/>
                <a:ea typeface="K2D" panose="00000500000000000000"/>
                <a:cs typeface="K2D" panose="00000500000000000000"/>
                <a:sym typeface="K2D" panose="00000500000000000000"/>
              </a:rPr>
              <a:t>CTU</a:t>
            </a:r>
          </a:p>
        </p:txBody>
      </p:sp>
      <p:grpSp>
        <p:nvGrpSpPr>
          <p:cNvPr id="72" name="Google Shape;72;p5"/>
          <p:cNvGrpSpPr/>
          <p:nvPr/>
        </p:nvGrpSpPr>
        <p:grpSpPr>
          <a:xfrm>
            <a:off x="817685" y="6410864"/>
            <a:ext cx="2760487" cy="403790"/>
            <a:chOff x="741485" y="6410864"/>
            <a:chExt cx="2760487" cy="403790"/>
          </a:xfrm>
        </p:grpSpPr>
        <p:sp>
          <p:nvSpPr>
            <p:cNvPr id="73" name="Google Shape;73;p5"/>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74" name="Google Shape;74;p5"/>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panose="00000500000000000000"/>
                  <a:ea typeface="K2D" panose="00000500000000000000"/>
                  <a:cs typeface="K2D" panose="00000500000000000000"/>
                  <a:sym typeface="K2D" panose="00000500000000000000"/>
                </a:rPr>
                <a:t>ĐẠI HỌC CẦN THƠ</a:t>
              </a:r>
              <a:endParaRPr sz="1400" b="1">
                <a:solidFill>
                  <a:srgbClr val="1F5CA9"/>
                </a:solidFill>
                <a:latin typeface="K2D" panose="00000500000000000000"/>
                <a:ea typeface="K2D" panose="00000500000000000000"/>
                <a:cs typeface="K2D" panose="00000500000000000000"/>
                <a:sym typeface="K2D" panose="00000500000000000000"/>
              </a:endParaRPr>
            </a:p>
          </p:txBody>
        </p:sp>
      </p:grpSp>
      <p:sp>
        <p:nvSpPr>
          <p:cNvPr id="75" name="Google Shape;75;p5"/>
          <p:cNvSpPr txBox="1"/>
          <p:nvPr/>
        </p:nvSpPr>
        <p:spPr>
          <a:xfrm>
            <a:off x="10529591"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panose="00000500000000000000"/>
                <a:ea typeface="K2D" panose="00000500000000000000"/>
                <a:cs typeface="K2D" panose="00000500000000000000"/>
                <a:sym typeface="K2D" panose="00000500000000000000"/>
              </a:rPr>
              <a:t>www.ctu.edu.vn</a:t>
            </a:r>
          </a:p>
        </p:txBody>
      </p:sp>
      <p:pic>
        <p:nvPicPr>
          <p:cNvPr id="76" name="Google Shape;76;p5"/>
          <p:cNvPicPr preferRelativeResize="0"/>
          <p:nvPr/>
        </p:nvPicPr>
        <p:blipFill rotWithShape="1">
          <a:blip r:embed="rId4"/>
          <a:srcRect/>
          <a:stretch>
            <a:fillRect/>
          </a:stretch>
        </p:blipFill>
        <p:spPr>
          <a:xfrm>
            <a:off x="2583391" y="6481985"/>
            <a:ext cx="9339545" cy="118261"/>
          </a:xfrm>
          <a:prstGeom prst="rect">
            <a:avLst/>
          </a:prstGeom>
          <a:noFill/>
          <a:ln>
            <a:noFill/>
          </a:ln>
        </p:spPr>
      </p:pic>
      <p:sp>
        <p:nvSpPr>
          <p:cNvPr id="77" name="Google Shape;77;p5"/>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panose="00000500000000000000"/>
                <a:ea typeface="K2D" panose="00000500000000000000"/>
                <a:cs typeface="K2D" panose="00000500000000000000"/>
                <a:sym typeface="K2D" panose="0000050000000000000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5"/>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panose="00000500000000000000"/>
                <a:ea typeface="K2D" panose="00000500000000000000"/>
                <a:cs typeface="K2D" panose="00000500000000000000"/>
                <a:sym typeface="K2D" panose="0000050000000000000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757079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1000"/>
                                        <p:tgtEl>
                                          <p:spTgt spid="64"/>
                                        </p:tgtEl>
                                      </p:cBhvr>
                                    </p:animEffect>
                                  </p:childTnLst>
                                </p:cTn>
                              </p:par>
                              <p:par>
                                <p:cTn id="8" presetID="10" presetClass="entr" presetSubtype="0" fill="hold" nodeType="withEffect">
                                  <p:stCondLst>
                                    <p:cond delay="0"/>
                                  </p:stCondLst>
                                  <p:childTnLst>
                                    <p:set>
                                      <p:cBhvr>
                                        <p:cTn id="9" dur="1" fill="hold">
                                          <p:stCondLst>
                                            <p:cond delay="0"/>
                                          </p:stCondLst>
                                        </p:cTn>
                                        <p:tgtEl>
                                          <p:spTgt spid="65">
                                            <p:txEl>
                                              <p:pRg st="0" end="0"/>
                                            </p:txEl>
                                          </p:spTgt>
                                        </p:tgtEl>
                                        <p:attrNameLst>
                                          <p:attrName>style.visibility</p:attrName>
                                        </p:attrNameLst>
                                      </p:cBhvr>
                                      <p:to>
                                        <p:strVal val="visible"/>
                                      </p:to>
                                    </p:set>
                                    <p:animEffect transition="in" filter="fade">
                                      <p:cBhvr>
                                        <p:cTn id="10" dur="1000"/>
                                        <p:tgtEl>
                                          <p:spTgt spid="65">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5">
                                            <p:txEl>
                                              <p:charRg st="1" end="1"/>
                                            </p:txEl>
                                          </p:spTgt>
                                        </p:tgtEl>
                                        <p:attrNameLst>
                                          <p:attrName>style.visibility</p:attrName>
                                        </p:attrNameLst>
                                      </p:cBhvr>
                                      <p:to>
                                        <p:strVal val="visible"/>
                                      </p:to>
                                    </p:set>
                                    <p:animEffect transition="in" filter="fade">
                                      <p:cBhvr>
                                        <p:cTn id="13" dur="1000"/>
                                        <p:tgtEl>
                                          <p:spTgt spid="65">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65">
                                            <p:txEl>
                                              <p:charRg st="1" end="1"/>
                                            </p:txEl>
                                          </p:spTgt>
                                        </p:tgtEl>
                                        <p:attrNameLst>
                                          <p:attrName>style.visibility</p:attrName>
                                        </p:attrNameLst>
                                      </p:cBhvr>
                                      <p:to>
                                        <p:strVal val="visible"/>
                                      </p:to>
                                    </p:set>
                                    <p:animEffect transition="in" filter="fade">
                                      <p:cBhvr>
                                        <p:cTn id="16" dur="1000"/>
                                        <p:tgtEl>
                                          <p:spTgt spid="65">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65">
                                            <p:txEl>
                                              <p:charRg st="1" end="1"/>
                                            </p:txEl>
                                          </p:spTgt>
                                        </p:tgtEl>
                                        <p:attrNameLst>
                                          <p:attrName>style.visibility</p:attrName>
                                        </p:attrNameLst>
                                      </p:cBhvr>
                                      <p:to>
                                        <p:strVal val="visible"/>
                                      </p:to>
                                    </p:set>
                                    <p:animEffect transition="in" filter="fade">
                                      <p:cBhvr>
                                        <p:cTn id="19" dur="1000"/>
                                        <p:tgtEl>
                                          <p:spTgt spid="65">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65">
                                            <p:txEl>
                                              <p:charRg st="1" end="1"/>
                                            </p:txEl>
                                          </p:spTgt>
                                        </p:tgtEl>
                                        <p:attrNameLst>
                                          <p:attrName>style.visibility</p:attrName>
                                        </p:attrNameLst>
                                      </p:cBhvr>
                                      <p:to>
                                        <p:strVal val="visible"/>
                                      </p:to>
                                    </p:set>
                                    <p:animEffect transition="in" filter="fade">
                                      <p:cBhvr>
                                        <p:cTn id="22" dur="1000"/>
                                        <p:tgtEl>
                                          <p:spTgt spid="65">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65">
                                            <p:txEl>
                                              <p:charRg st="1" end="1"/>
                                            </p:txEl>
                                          </p:spTgt>
                                        </p:tgtEl>
                                        <p:attrNameLst>
                                          <p:attrName>style.visibility</p:attrName>
                                        </p:attrNameLst>
                                      </p:cBhvr>
                                      <p:to>
                                        <p:strVal val="visible"/>
                                      </p:to>
                                    </p:set>
                                    <p:animEffect transition="in" filter="fade">
                                      <p:cBhvr>
                                        <p:cTn id="25" dur="1000"/>
                                        <p:tgtEl>
                                          <p:spTgt spid="65">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65">
                                            <p:txEl>
                                              <p:charRg st="1" end="1"/>
                                            </p:txEl>
                                          </p:spTgt>
                                        </p:tgtEl>
                                        <p:attrNameLst>
                                          <p:attrName>style.visibility</p:attrName>
                                        </p:attrNameLst>
                                      </p:cBhvr>
                                      <p:to>
                                        <p:strVal val="visible"/>
                                      </p:to>
                                    </p:set>
                                    <p:animEffect transition="in" filter="fade">
                                      <p:cBhvr>
                                        <p:cTn id="28" dur="1000"/>
                                        <p:tgtEl>
                                          <p:spTgt spid="65">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65">
                                            <p:txEl>
                                              <p:charRg st="1" end="1"/>
                                            </p:txEl>
                                          </p:spTgt>
                                        </p:tgtEl>
                                        <p:attrNameLst>
                                          <p:attrName>style.visibility</p:attrName>
                                        </p:attrNameLst>
                                      </p:cBhvr>
                                      <p:to>
                                        <p:strVal val="visible"/>
                                      </p:to>
                                    </p:set>
                                    <p:animEffect transition="in" filter="fade">
                                      <p:cBhvr>
                                        <p:cTn id="31" dur="1000"/>
                                        <p:tgtEl>
                                          <p:spTgt spid="65">
                                            <p:txEl>
                                              <p:charRg st="1" end="1"/>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65">
                                            <p:txEl>
                                              <p:charRg st="1" end="1"/>
                                            </p:txEl>
                                          </p:spTgt>
                                        </p:tgtEl>
                                        <p:attrNameLst>
                                          <p:attrName>style.visibility</p:attrName>
                                        </p:attrNameLst>
                                      </p:cBhvr>
                                      <p:to>
                                        <p:strVal val="visible"/>
                                      </p:to>
                                    </p:set>
                                    <p:animEffect transition="in" filter="fade">
                                      <p:cBhvr>
                                        <p:cTn id="34" dur="1000"/>
                                        <p:tgtEl>
                                          <p:spTgt spid="65">
                                            <p:txEl>
                                              <p:charRg st="1" end="1"/>
                                            </p:txEl>
                                          </p:spTgt>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68"/>
                                        </p:tgtEl>
                                        <p:attrNameLst>
                                          <p:attrName>style.visibility</p:attrName>
                                        </p:attrNameLst>
                                      </p:cBhvr>
                                      <p:to>
                                        <p:strVal val="visible"/>
                                      </p:to>
                                    </p:set>
                                    <p:animEffect transition="in" filter="fade">
                                      <p:cBhvr>
                                        <p:cTn id="38" dur="1250"/>
                                        <p:tgtEl>
                                          <p:spTgt spid="68"/>
                                        </p:tgtEl>
                                      </p:cBhvr>
                                    </p:animEffect>
                                  </p:childTnLst>
                                </p:cTn>
                              </p:par>
                              <p:par>
                                <p:cTn id="39" presetID="10" presetClass="entr" presetSubtype="0" fill="hold" nodeType="withEffect">
                                  <p:stCondLst>
                                    <p:cond delay="0"/>
                                  </p:stCondLst>
                                  <p:childTnLst>
                                    <p:set>
                                      <p:cBhvr>
                                        <p:cTn id="40" dur="1" fill="hold">
                                          <p:stCondLst>
                                            <p:cond delay="0"/>
                                          </p:stCondLst>
                                        </p:cTn>
                                        <p:tgtEl>
                                          <p:spTgt spid="67">
                                            <p:txEl>
                                              <p:pRg st="0" end="0"/>
                                            </p:txEl>
                                          </p:spTgt>
                                        </p:tgtEl>
                                        <p:attrNameLst>
                                          <p:attrName>style.visibility</p:attrName>
                                        </p:attrNameLst>
                                      </p:cBhvr>
                                      <p:to>
                                        <p:strVal val="visible"/>
                                      </p:to>
                                    </p:set>
                                    <p:animEffect transition="in" filter="fade">
                                      <p:cBhvr>
                                        <p:cTn id="41" dur="1000"/>
                                        <p:tgtEl>
                                          <p:spTgt spid="67">
                                            <p:txEl>
                                              <p:pRg st="0" end="0"/>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67">
                                            <p:txEl>
                                              <p:charRg st="1" end="1"/>
                                            </p:txEl>
                                          </p:spTgt>
                                        </p:tgtEl>
                                        <p:attrNameLst>
                                          <p:attrName>style.visibility</p:attrName>
                                        </p:attrNameLst>
                                      </p:cBhvr>
                                      <p:to>
                                        <p:strVal val="visible"/>
                                      </p:to>
                                    </p:set>
                                    <p:animEffect transition="in" filter="fade">
                                      <p:cBhvr>
                                        <p:cTn id="44" dur="1000"/>
                                        <p:tgtEl>
                                          <p:spTgt spid="67">
                                            <p:txEl>
                                              <p:charRg st="1" end="1"/>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67">
                                            <p:txEl>
                                              <p:charRg st="1" end="1"/>
                                            </p:txEl>
                                          </p:spTgt>
                                        </p:tgtEl>
                                        <p:attrNameLst>
                                          <p:attrName>style.visibility</p:attrName>
                                        </p:attrNameLst>
                                      </p:cBhvr>
                                      <p:to>
                                        <p:strVal val="visible"/>
                                      </p:to>
                                    </p:set>
                                    <p:animEffect transition="in" filter="fade">
                                      <p:cBhvr>
                                        <p:cTn id="47" dur="1000"/>
                                        <p:tgtEl>
                                          <p:spTgt spid="67">
                                            <p:txEl>
                                              <p:charRg st="1" end="1"/>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67">
                                            <p:txEl>
                                              <p:charRg st="1" end="1"/>
                                            </p:txEl>
                                          </p:spTgt>
                                        </p:tgtEl>
                                        <p:attrNameLst>
                                          <p:attrName>style.visibility</p:attrName>
                                        </p:attrNameLst>
                                      </p:cBhvr>
                                      <p:to>
                                        <p:strVal val="visible"/>
                                      </p:to>
                                    </p:set>
                                    <p:animEffect transition="in" filter="fade">
                                      <p:cBhvr>
                                        <p:cTn id="50" dur="1000"/>
                                        <p:tgtEl>
                                          <p:spTgt spid="67">
                                            <p:txEl>
                                              <p:charRg st="1" end="1"/>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67">
                                            <p:txEl>
                                              <p:charRg st="1" end="1"/>
                                            </p:txEl>
                                          </p:spTgt>
                                        </p:tgtEl>
                                        <p:attrNameLst>
                                          <p:attrName>style.visibility</p:attrName>
                                        </p:attrNameLst>
                                      </p:cBhvr>
                                      <p:to>
                                        <p:strVal val="visible"/>
                                      </p:to>
                                    </p:set>
                                    <p:animEffect transition="in" filter="fade">
                                      <p:cBhvr>
                                        <p:cTn id="53" dur="1000"/>
                                        <p:tgtEl>
                                          <p:spTgt spid="67">
                                            <p:txEl>
                                              <p:charRg st="1" end="1"/>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67">
                                            <p:txEl>
                                              <p:charRg st="1" end="1"/>
                                            </p:txEl>
                                          </p:spTgt>
                                        </p:tgtEl>
                                        <p:attrNameLst>
                                          <p:attrName>style.visibility</p:attrName>
                                        </p:attrNameLst>
                                      </p:cBhvr>
                                      <p:to>
                                        <p:strVal val="visible"/>
                                      </p:to>
                                    </p:set>
                                    <p:animEffect transition="in" filter="fade">
                                      <p:cBhvr>
                                        <p:cTn id="56" dur="1000"/>
                                        <p:tgtEl>
                                          <p:spTgt spid="67">
                                            <p:txEl>
                                              <p:charRg st="1" end="1"/>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67">
                                            <p:txEl>
                                              <p:charRg st="1" end="1"/>
                                            </p:txEl>
                                          </p:spTgt>
                                        </p:tgtEl>
                                        <p:attrNameLst>
                                          <p:attrName>style.visibility</p:attrName>
                                        </p:attrNameLst>
                                      </p:cBhvr>
                                      <p:to>
                                        <p:strVal val="visible"/>
                                      </p:to>
                                    </p:set>
                                    <p:animEffect transition="in" filter="fade">
                                      <p:cBhvr>
                                        <p:cTn id="59" dur="1000"/>
                                        <p:tgtEl>
                                          <p:spTgt spid="67">
                                            <p:txEl>
                                              <p:charRg st="1" end="1"/>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67">
                                            <p:txEl>
                                              <p:charRg st="1" end="1"/>
                                            </p:txEl>
                                          </p:spTgt>
                                        </p:tgtEl>
                                        <p:attrNameLst>
                                          <p:attrName>style.visibility</p:attrName>
                                        </p:attrNameLst>
                                      </p:cBhvr>
                                      <p:to>
                                        <p:strVal val="visible"/>
                                      </p:to>
                                    </p:set>
                                    <p:animEffect transition="in" filter="fade">
                                      <p:cBhvr>
                                        <p:cTn id="62" dur="1000"/>
                                        <p:tgtEl>
                                          <p:spTgt spid="67">
                                            <p:txEl>
                                              <p:charRg st="1" end="1"/>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67">
                                            <p:txEl>
                                              <p:charRg st="1" end="1"/>
                                            </p:txEl>
                                          </p:spTgt>
                                        </p:tgtEl>
                                        <p:attrNameLst>
                                          <p:attrName>style.visibility</p:attrName>
                                        </p:attrNameLst>
                                      </p:cBhvr>
                                      <p:to>
                                        <p:strVal val="visible"/>
                                      </p:to>
                                    </p:set>
                                    <p:animEffect transition="in" filter="fade">
                                      <p:cBhvr>
                                        <p:cTn id="65" dur="1000"/>
                                        <p:tgtEl>
                                          <p:spTgt spid="67">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654214-4247-A3E7-03FC-B901D81351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37AB5A-40ED-C036-389D-689DB090EF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A3DD58-8CEC-C580-8162-83F4841FBC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C82BA3-BDD8-44CC-9A4A-FC98D130D045}" type="datetimeFigureOut">
              <a:rPr lang="en-US" smtClean="0"/>
              <a:t>11/18/2025</a:t>
            </a:fld>
            <a:endParaRPr lang="en-US"/>
          </a:p>
        </p:txBody>
      </p:sp>
      <p:sp>
        <p:nvSpPr>
          <p:cNvPr id="5" name="Footer Placeholder 4">
            <a:extLst>
              <a:ext uri="{FF2B5EF4-FFF2-40B4-BE49-F238E27FC236}">
                <a16:creationId xmlns:a16="http://schemas.microsoft.com/office/drawing/2014/main" id="{4B3DF83A-F1FD-95E8-D065-87E8BE45BE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891FC75-DE9E-0D2B-B816-D42807D551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19BF4C-F2A5-4A4D-9694-F8FA77BAF413}" type="slidenum">
              <a:rPr lang="en-US" smtClean="0"/>
              <a:t>‹#›</a:t>
            </a:fld>
            <a:endParaRPr lang="en-US"/>
          </a:p>
        </p:txBody>
      </p:sp>
    </p:spTree>
    <p:extLst>
      <p:ext uri="{BB962C8B-B14F-4D97-AF65-F5344CB8AC3E}">
        <p14:creationId xmlns:p14="http://schemas.microsoft.com/office/powerpoint/2010/main" val="8892530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19.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31"/>
          <p:cNvSpPr txBox="1">
            <a:spLocks noGrp="1"/>
          </p:cNvSpPr>
          <p:nvPr>
            <p:ph type="ctrTitle"/>
          </p:nvPr>
        </p:nvSpPr>
        <p:spPr>
          <a:xfrm>
            <a:off x="185390" y="2620296"/>
            <a:ext cx="11821213" cy="1357674"/>
          </a:xfrm>
          <a:prstGeom prst="rect">
            <a:avLst/>
          </a:prstGeom>
          <a:noFill/>
          <a:ln>
            <a:noFill/>
          </a:ln>
        </p:spPr>
        <p:txBody>
          <a:bodyPr spcFirstLastPara="1" wrap="square" lIns="91425" tIns="45700" rIns="91425" bIns="45700" anchor="b" anchorCtr="0">
            <a:noAutofit/>
          </a:bodyPr>
          <a:lstStyle/>
          <a:p>
            <a:pPr lvl="0"/>
            <a:r>
              <a:rPr lang="en-US" sz="3600" dirty="0">
                <a:latin typeface="Times New Roman" panose="02020603050405020304" pitchFamily="18" charset="0"/>
                <a:cs typeface="Times New Roman" panose="02020603050405020304" pitchFamily="18" charset="0"/>
              </a:rPr>
              <a:t>BÁO CÁO </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AUTHENTICATION AND IDENTIFICATION FAILURE</a:t>
            </a:r>
            <a:endParaRPr sz="3600" dirty="0">
              <a:latin typeface="Times New Roman" panose="02020603050405020304" pitchFamily="18" charset="0"/>
              <a:cs typeface="Times New Roman" panose="02020603050405020304" pitchFamily="18" charset="0"/>
            </a:endParaRPr>
          </a:p>
        </p:txBody>
      </p:sp>
      <p:sp>
        <p:nvSpPr>
          <p:cNvPr id="555" name="Google Shape;555;p31"/>
          <p:cNvSpPr txBox="1">
            <a:spLocks noGrp="1"/>
          </p:cNvSpPr>
          <p:nvPr>
            <p:ph type="subTitle" idx="1"/>
          </p:nvPr>
        </p:nvSpPr>
        <p:spPr>
          <a:xfrm>
            <a:off x="493144" y="4236535"/>
            <a:ext cx="11205713" cy="52482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lt1"/>
              </a:buClr>
              <a:buSzPts val="3200"/>
              <a:buNone/>
            </a:pPr>
            <a:r>
              <a:rPr lang="en-US" sz="2800" b="1" dirty="0">
                <a:latin typeface="Times New Roman" panose="02020603050405020304" pitchFamily="18" charset="0"/>
                <a:cs typeface="Times New Roman" panose="02020603050405020304" pitchFamily="18" charset="0"/>
              </a:rPr>
              <a:t>NHÓM 7</a:t>
            </a:r>
            <a:endParaRPr sz="2800" b="1" dirty="0">
              <a:latin typeface="Times New Roman" panose="02020603050405020304" pitchFamily="18" charset="0"/>
              <a:cs typeface="Times New Roman" panose="02020603050405020304" pitchFamily="18" charset="0"/>
            </a:endParaRPr>
          </a:p>
        </p:txBody>
      </p:sp>
      <p:sp>
        <p:nvSpPr>
          <p:cNvPr id="556" name="Google Shape;556;p31"/>
          <p:cNvSpPr txBox="1">
            <a:spLocks noGrp="1"/>
          </p:cNvSpPr>
          <p:nvPr>
            <p:ph type="body" idx="2"/>
          </p:nvPr>
        </p:nvSpPr>
        <p:spPr>
          <a:xfrm>
            <a:off x="493144" y="4924425"/>
            <a:ext cx="11205713" cy="1664634"/>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000"/>
              <a:buNone/>
            </a:pPr>
            <a:r>
              <a:rPr lang="en-US" b="1" dirty="0">
                <a:latin typeface="Times New Roman" panose="02020603050405020304" pitchFamily="18" charset="0"/>
                <a:cs typeface="Times New Roman" panose="02020603050405020304" pitchFamily="18" charset="0"/>
              </a:rPr>
              <a:t>LÊ THỊ ĐẦM– B2203715</a:t>
            </a:r>
            <a:endParaRPr b="1" dirty="0">
              <a:latin typeface="Times New Roman" panose="02020603050405020304" pitchFamily="18" charset="0"/>
              <a:cs typeface="Times New Roman" panose="02020603050405020304" pitchFamily="18" charset="0"/>
            </a:endParaRPr>
          </a:p>
          <a:p>
            <a:pPr marL="0" lvl="0" indent="0" algn="ctr" rtl="0">
              <a:lnSpc>
                <a:spcPct val="90000"/>
              </a:lnSpc>
              <a:spcBef>
                <a:spcPts val="1000"/>
              </a:spcBef>
              <a:spcAft>
                <a:spcPts val="0"/>
              </a:spcAft>
              <a:buClr>
                <a:schemeClr val="lt1"/>
              </a:buClr>
              <a:buSzPts val="2000"/>
              <a:buNone/>
            </a:pPr>
            <a:r>
              <a:rPr lang="en-US" b="1" dirty="0">
                <a:latin typeface="Times New Roman" panose="02020603050405020304" pitchFamily="18" charset="0"/>
                <a:cs typeface="Times New Roman" panose="02020603050405020304" pitchFamily="18" charset="0"/>
              </a:rPr>
              <a:t>NGUYỄN GIA MINH– B2203729</a:t>
            </a:r>
            <a:endParaRPr b="1" dirty="0">
              <a:latin typeface="Times New Roman" panose="02020603050405020304" pitchFamily="18" charset="0"/>
              <a:cs typeface="Times New Roman" panose="02020603050405020304" pitchFamily="18" charset="0"/>
            </a:endParaRPr>
          </a:p>
          <a:p>
            <a:pPr marL="0" lvl="0" indent="0" algn="ctr" rtl="0">
              <a:lnSpc>
                <a:spcPct val="90000"/>
              </a:lnSpc>
              <a:spcBef>
                <a:spcPts val="1000"/>
              </a:spcBef>
              <a:spcAft>
                <a:spcPts val="0"/>
              </a:spcAft>
              <a:buClr>
                <a:schemeClr val="lt1"/>
              </a:buClr>
              <a:buSzPts val="2000"/>
              <a:buNone/>
            </a:pPr>
            <a:r>
              <a:rPr lang="en-US" b="1" dirty="0">
                <a:latin typeface="Times New Roman" panose="02020603050405020304" pitchFamily="18" charset="0"/>
                <a:cs typeface="Times New Roman" panose="02020603050405020304" pitchFamily="18" charset="0"/>
              </a:rPr>
              <a:t>TIÊU HỒNG ĐẠT– B2203714</a:t>
            </a:r>
            <a:endParaRPr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E17E628-A27C-6E42-1F2D-0D6B198945BC}"/>
              </a:ext>
            </a:extLst>
          </p:cNvPr>
          <p:cNvSpPr txBox="1"/>
          <p:nvPr/>
        </p:nvSpPr>
        <p:spPr>
          <a:xfrm>
            <a:off x="4818950" y="1766552"/>
            <a:ext cx="2554097" cy="400110"/>
          </a:xfrm>
          <a:prstGeom prst="rect">
            <a:avLst/>
          </a:prstGeom>
          <a:noFill/>
        </p:spPr>
        <p:txBody>
          <a:bodyPr wrap="non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ĐẠI HỌC CẦN THƠ</a:t>
            </a:r>
          </a:p>
        </p:txBody>
      </p:sp>
      <p:sp>
        <p:nvSpPr>
          <p:cNvPr id="3" name="TextBox 2">
            <a:extLst>
              <a:ext uri="{FF2B5EF4-FFF2-40B4-BE49-F238E27FC236}">
                <a16:creationId xmlns:a16="http://schemas.microsoft.com/office/drawing/2014/main" id="{12641298-F4E9-D662-CF42-EBDF3E557724}"/>
              </a:ext>
            </a:extLst>
          </p:cNvPr>
          <p:cNvSpPr txBox="1"/>
          <p:nvPr/>
        </p:nvSpPr>
        <p:spPr>
          <a:xfrm>
            <a:off x="2544705" y="2129677"/>
            <a:ext cx="7102585" cy="400110"/>
          </a:xfrm>
          <a:prstGeom prst="rect">
            <a:avLst/>
          </a:prstGeom>
          <a:noFill/>
        </p:spPr>
        <p:txBody>
          <a:bodyPr wrap="non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TRƯỜNG CÔNG NGHỆ THÔNG TIN VÀ TRUYỀN THÔNG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32"/>
          <p:cNvSpPr txBox="1">
            <a:spLocks noGrp="1"/>
          </p:cNvSpPr>
          <p:nvPr>
            <p:ph type="title"/>
          </p:nvPr>
        </p:nvSpPr>
        <p:spPr>
          <a:xfrm>
            <a:off x="838200" y="15200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600"/>
              <a:buFont typeface="K2D"/>
              <a:buNone/>
            </a:pPr>
            <a:r>
              <a:rPr lang="en-US" sz="2800" dirty="0">
                <a:latin typeface="Times New Roman" panose="02020603050405020304" pitchFamily="18" charset="0"/>
                <a:cs typeface="Times New Roman" panose="02020603050405020304" pitchFamily="18" charset="0"/>
              </a:rPr>
              <a:t>MỤC LỤC</a:t>
            </a:r>
            <a:endParaRPr sz="2800" dirty="0">
              <a:latin typeface="Times New Roman" panose="02020603050405020304" pitchFamily="18" charset="0"/>
              <a:cs typeface="Times New Roman" panose="02020603050405020304" pitchFamily="18" charset="0"/>
            </a:endParaRPr>
          </a:p>
        </p:txBody>
      </p:sp>
      <p:sp>
        <p:nvSpPr>
          <p:cNvPr id="562" name="Google Shape;562;p32"/>
          <p:cNvSpPr txBox="1">
            <a:spLocks noGrp="1"/>
          </p:cNvSpPr>
          <p:nvPr>
            <p:ph type="body" idx="1"/>
          </p:nvPr>
        </p:nvSpPr>
        <p:spPr>
          <a:xfrm>
            <a:off x="838200" y="1477568"/>
            <a:ext cx="10983013" cy="3942844"/>
          </a:xfrm>
          <a:prstGeom prst="rect">
            <a:avLst/>
          </a:prstGeom>
          <a:noFill/>
          <a:ln>
            <a:noFill/>
          </a:ln>
        </p:spPr>
        <p:txBody>
          <a:bodyPr spcFirstLastPara="1" wrap="square" lIns="91425" tIns="45700" rIns="91425" bIns="45700" anchor="t" anchorCtr="0">
            <a:noAutofit/>
          </a:bodyPr>
          <a:lstStyle/>
          <a:p>
            <a:pPr marL="457200" lvl="0" indent="-457200" algn="just" rtl="0">
              <a:lnSpc>
                <a:spcPct val="150000"/>
              </a:lnSpc>
              <a:spcBef>
                <a:spcPts val="0"/>
              </a:spcBef>
              <a:spcAft>
                <a:spcPts val="0"/>
              </a:spcAft>
              <a:buClr>
                <a:srgbClr val="1F5CAA"/>
              </a:buClr>
              <a:buSzPts val="2400"/>
              <a:buAutoNum type="arabicPeriod"/>
            </a:pPr>
            <a:r>
              <a:rPr lang="en-US" b="1" dirty="0">
                <a:solidFill>
                  <a:srgbClr val="1F5CAA"/>
                </a:solidFill>
                <a:latin typeface="Times New Roman" panose="02020603050405020304" pitchFamily="18" charset="0"/>
                <a:cs typeface="Times New Roman" panose="02020603050405020304" pitchFamily="18" charset="0"/>
              </a:rPr>
              <a:t>KHÁI NIỆM</a:t>
            </a:r>
          </a:p>
          <a:p>
            <a:pPr indent="-457200">
              <a:lnSpc>
                <a:spcPct val="150000"/>
              </a:lnSpc>
              <a:spcBef>
                <a:spcPts val="0"/>
              </a:spcBef>
              <a:buClr>
                <a:srgbClr val="1F5CAA"/>
              </a:buClr>
              <a:buFont typeface="Arial" panose="020B0604020202020204" pitchFamily="34" charset="0"/>
              <a:buAutoNum type="arabicPeriod"/>
            </a:pPr>
            <a:r>
              <a:rPr lang="en-US" b="1" dirty="0">
                <a:solidFill>
                  <a:srgbClr val="1F5CAA"/>
                </a:solidFill>
                <a:latin typeface="Times New Roman" panose="02020603050405020304" pitchFamily="18" charset="0"/>
                <a:cs typeface="Times New Roman" panose="02020603050405020304" pitchFamily="18" charset="0"/>
              </a:rPr>
              <a:t>HẬU QUẢ</a:t>
            </a:r>
          </a:p>
          <a:p>
            <a:pPr marL="457200" lvl="0" indent="-457200" algn="just" rtl="0">
              <a:lnSpc>
                <a:spcPct val="150000"/>
              </a:lnSpc>
              <a:spcBef>
                <a:spcPts val="0"/>
              </a:spcBef>
              <a:spcAft>
                <a:spcPts val="0"/>
              </a:spcAft>
              <a:buClr>
                <a:srgbClr val="1F5CAA"/>
              </a:buClr>
              <a:buSzPts val="2400"/>
              <a:buAutoNum type="arabicPeriod"/>
            </a:pPr>
            <a:r>
              <a:rPr lang="en-US" b="1" dirty="0">
                <a:solidFill>
                  <a:srgbClr val="1F5CAA"/>
                </a:solidFill>
                <a:latin typeface="Times New Roman" panose="02020603050405020304" pitchFamily="18" charset="0"/>
                <a:cs typeface="Times New Roman" panose="02020603050405020304" pitchFamily="18" charset="0"/>
              </a:rPr>
              <a:t>NGUYÊN NHÂN</a:t>
            </a:r>
          </a:p>
          <a:p>
            <a:pPr indent="-457200">
              <a:lnSpc>
                <a:spcPct val="150000"/>
              </a:lnSpc>
              <a:spcBef>
                <a:spcPts val="0"/>
              </a:spcBef>
              <a:buClr>
                <a:srgbClr val="1F5CAA"/>
              </a:buClr>
              <a:buFont typeface="Arial" panose="020B0604020202020204" pitchFamily="34" charset="0"/>
              <a:buAutoNum type="arabicPeriod"/>
            </a:pPr>
            <a:r>
              <a:rPr lang="en-US" b="1" dirty="0">
                <a:solidFill>
                  <a:srgbClr val="1F5CAA"/>
                </a:solidFill>
                <a:latin typeface="Times New Roman" panose="02020603050405020304" pitchFamily="18" charset="0"/>
                <a:cs typeface="Times New Roman" panose="02020603050405020304" pitchFamily="18" charset="0"/>
              </a:rPr>
              <a:t>UNLIMITED LOGIN ATTEMPTS</a:t>
            </a:r>
          </a:p>
          <a:p>
            <a:pPr indent="-457200">
              <a:lnSpc>
                <a:spcPct val="150000"/>
              </a:lnSpc>
              <a:spcBef>
                <a:spcPts val="0"/>
              </a:spcBef>
              <a:buClr>
                <a:srgbClr val="1F5CAA"/>
              </a:buClr>
              <a:buFont typeface="Arial" panose="020B0604020202020204" pitchFamily="34" charset="0"/>
              <a:buAutoNum type="arabicPeriod"/>
            </a:pPr>
            <a:r>
              <a:rPr lang="en-US" b="1" dirty="0">
                <a:solidFill>
                  <a:srgbClr val="1F5CAA"/>
                </a:solidFill>
                <a:latin typeface="Times New Roman" panose="02020603050405020304" pitchFamily="18" charset="0"/>
                <a:cs typeface="Times New Roman" panose="02020603050405020304" pitchFamily="18" charset="0"/>
              </a:rPr>
              <a:t>MISSING MULTI-FATOR AUTHENTICATION</a:t>
            </a:r>
          </a:p>
          <a:p>
            <a:pPr indent="-457200">
              <a:lnSpc>
                <a:spcPct val="150000"/>
              </a:lnSpc>
              <a:spcBef>
                <a:spcPts val="0"/>
              </a:spcBef>
              <a:buClr>
                <a:srgbClr val="1F5CAA"/>
              </a:buClr>
              <a:buFont typeface="Arial" panose="020B0604020202020204" pitchFamily="34" charset="0"/>
              <a:buAutoNum type="arabicPeriod"/>
            </a:pPr>
            <a:r>
              <a:rPr lang="en-US" b="1" dirty="0">
                <a:solidFill>
                  <a:srgbClr val="1F5CAA"/>
                </a:solidFill>
                <a:latin typeface="Times New Roman" panose="02020603050405020304" pitchFamily="18" charset="0"/>
                <a:cs typeface="Times New Roman" panose="02020603050405020304" pitchFamily="18" charset="0"/>
              </a:rPr>
              <a:t>SESSION MANAGEMENT </a:t>
            </a:r>
            <a:r>
              <a:rPr lang="en-US" b="1" i="0" u="none" strike="noStrike" dirty="0">
                <a:solidFill>
                  <a:srgbClr val="1F5CAA"/>
                </a:solidFill>
                <a:effectLst/>
                <a:latin typeface="Times New Roman" panose="02020603050405020304" pitchFamily="18" charset="0"/>
                <a:cs typeface="Times New Roman" panose="02020603050405020304" pitchFamily="18" charset="0"/>
              </a:rPr>
              <a:t>VULNERABILITIES</a:t>
            </a:r>
            <a:endParaRPr lang="en-US" b="1" dirty="0">
              <a:solidFill>
                <a:srgbClr val="1F5CAA"/>
              </a:solidFill>
              <a:latin typeface="Times New Roman" panose="02020603050405020304" pitchFamily="18" charset="0"/>
              <a:cs typeface="Times New Roman" panose="02020603050405020304" pitchFamily="18" charset="0"/>
            </a:endParaRPr>
          </a:p>
          <a:p>
            <a:pPr indent="-457200">
              <a:lnSpc>
                <a:spcPct val="150000"/>
              </a:lnSpc>
              <a:spcBef>
                <a:spcPts val="0"/>
              </a:spcBef>
              <a:buClr>
                <a:srgbClr val="1F5CAA"/>
              </a:buClr>
              <a:buFont typeface="Arial" panose="020B0604020202020204" pitchFamily="34" charset="0"/>
              <a:buAutoNum type="arabicPeriod"/>
            </a:pPr>
            <a:r>
              <a:rPr lang="en-US" b="1" dirty="0">
                <a:solidFill>
                  <a:srgbClr val="1F5CAA"/>
                </a:solidFill>
                <a:latin typeface="Times New Roman" panose="02020603050405020304" pitchFamily="18" charset="0"/>
                <a:cs typeface="Times New Roman" panose="02020603050405020304" pitchFamily="18" charset="0"/>
              </a:rPr>
              <a:t>DEMO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33"/>
          <p:cNvSpPr txBox="1">
            <a:spLocks noGrp="1"/>
          </p:cNvSpPr>
          <p:nvPr>
            <p:ph type="ctrTitle"/>
          </p:nvPr>
        </p:nvSpPr>
        <p:spPr>
          <a:xfrm>
            <a:off x="1443567" y="1773238"/>
            <a:ext cx="10029565" cy="165576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1F5CA9"/>
              </a:buClr>
              <a:buSzPts val="4000"/>
              <a:buFont typeface="K2D"/>
              <a:buNone/>
            </a:pPr>
            <a:r>
              <a:rPr lang="en-US" sz="2800" dirty="0">
                <a:latin typeface="Times New Roman" panose="02020603050405020304" pitchFamily="18" charset="0"/>
                <a:cs typeface="Times New Roman" panose="02020603050405020304" pitchFamily="18" charset="0"/>
              </a:rPr>
              <a:t>1. KHÁI NIỆM</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34"/>
          <p:cNvSpPr txBox="1">
            <a:spLocks noGrp="1"/>
          </p:cNvSpPr>
          <p:nvPr>
            <p:ph type="title"/>
          </p:nvPr>
        </p:nvSpPr>
        <p:spPr>
          <a:xfrm>
            <a:off x="838200" y="15200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600"/>
              <a:buFont typeface="K2D"/>
              <a:buNone/>
            </a:pPr>
            <a:r>
              <a:rPr lang="en-US" sz="2600" dirty="0">
                <a:latin typeface="Times New Roman" panose="02020603050405020304" pitchFamily="18" charset="0"/>
                <a:cs typeface="Times New Roman" panose="02020603050405020304" pitchFamily="18" charset="0"/>
              </a:rPr>
              <a:t>1. KHÁI NIỆM</a:t>
            </a:r>
            <a:endParaRPr sz="2600" dirty="0">
              <a:latin typeface="Times New Roman" panose="02020603050405020304" pitchFamily="18" charset="0"/>
              <a:cs typeface="Times New Roman" panose="02020603050405020304" pitchFamily="18" charset="0"/>
            </a:endParaRPr>
          </a:p>
        </p:txBody>
      </p:sp>
      <p:sp>
        <p:nvSpPr>
          <p:cNvPr id="573" name="Google Shape;573;p34"/>
          <p:cNvSpPr txBox="1">
            <a:spLocks noGrp="1"/>
          </p:cNvSpPr>
          <p:nvPr>
            <p:ph type="body" idx="1"/>
          </p:nvPr>
        </p:nvSpPr>
        <p:spPr>
          <a:xfrm>
            <a:off x="372064" y="1772241"/>
            <a:ext cx="6000455" cy="2658358"/>
          </a:xfrm>
          <a:prstGeom prst="rect">
            <a:avLst/>
          </a:prstGeom>
          <a:noFill/>
          <a:ln>
            <a:noFill/>
          </a:ln>
        </p:spPr>
        <p:txBody>
          <a:bodyPr spcFirstLastPara="1" wrap="square" lIns="91425" tIns="45700" rIns="91425" bIns="45700" anchor="t" anchorCtr="0">
            <a:noAutofit/>
          </a:bodyPr>
          <a:lstStyle/>
          <a:p>
            <a:pPr algn="l">
              <a:lnSpc>
                <a:spcPct val="150000"/>
              </a:lnSpc>
            </a:pPr>
            <a:r>
              <a:rPr lang="en-US" dirty="0">
                <a:latin typeface="Times New Roman" panose="02020603050405020304" pitchFamily="18" charset="0"/>
                <a:cs typeface="Times New Roman" panose="02020603050405020304" pitchFamily="18" charset="0"/>
              </a:rPr>
              <a:t>   Authentication &amp; Identification Failures l</a:t>
            </a:r>
            <a:r>
              <a:rPr lang="vi-VN" dirty="0">
                <a:latin typeface="Times New Roman" panose="02020603050405020304" pitchFamily="18" charset="0"/>
                <a:cs typeface="Times New Roman" panose="02020603050405020304" pitchFamily="18" charset="0"/>
              </a:rPr>
              <a:t>à lỗi xảy ra</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khi cơ chế dùng để xác minh danh tính người dùng được triển khai sai, không đầy đủ, hoặc bị bỏ qua hoàn toàn</a:t>
            </a:r>
            <a:r>
              <a:rPr lang="en-US" dirty="0">
                <a:latin typeface="Times New Roman" panose="02020603050405020304" pitchFamily="18" charset="0"/>
                <a:cs typeface="Times New Roman" panose="02020603050405020304" pitchFamily="18" charset="0"/>
              </a:rPr>
              <a:t>.</a:t>
            </a:r>
            <a:endParaRPr dirty="0">
              <a:solidFill>
                <a:srgbClr val="1F5CAA"/>
              </a:solidFill>
              <a:latin typeface="Times New Roman" panose="02020603050405020304" pitchFamily="18" charset="0"/>
              <a:cs typeface="Times New Roman" panose="02020603050405020304" pitchFamily="18" charset="0"/>
            </a:endParaRPr>
          </a:p>
        </p:txBody>
      </p:sp>
      <p:pic>
        <p:nvPicPr>
          <p:cNvPr id="1028" name="Picture 4" descr="IoT'de Kimlik Doğrulama | IoT Türkiye | Türkiye'nin En Büyük Nesnelerin  İnterneti Ekosistemi">
            <a:extLst>
              <a:ext uri="{FF2B5EF4-FFF2-40B4-BE49-F238E27FC236}">
                <a16:creationId xmlns:a16="http://schemas.microsoft.com/office/drawing/2014/main" id="{96AE4A4C-9027-4A0E-DA76-3CDF5B1B64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4495" y="1241898"/>
            <a:ext cx="5202319" cy="35643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BF99F-8F53-67F6-0C43-F005F3463791}"/>
              </a:ext>
            </a:extLst>
          </p:cNvPr>
          <p:cNvSpPr>
            <a:spLocks noGrp="1"/>
          </p:cNvSpPr>
          <p:nvPr>
            <p:ph type="title"/>
          </p:nvPr>
        </p:nvSpPr>
        <p:spPr/>
        <p:txBody>
          <a:bodyPr>
            <a:normAutofit/>
          </a:bodyPr>
          <a:lstStyle/>
          <a:p>
            <a:r>
              <a:rPr lang="en-US" sz="2600" dirty="0">
                <a:latin typeface="Times New Roman" panose="02020603050405020304" pitchFamily="18" charset="0"/>
                <a:cs typeface="Times New Roman" panose="02020603050405020304" pitchFamily="18" charset="0"/>
              </a:rPr>
              <a:t>1. KHÁI NIỆM</a:t>
            </a:r>
          </a:p>
        </p:txBody>
      </p:sp>
      <p:pic>
        <p:nvPicPr>
          <p:cNvPr id="1026" name="Picture 2" descr="Introduction - OWASP Top 10:2025 RC1">
            <a:extLst>
              <a:ext uri="{FF2B5EF4-FFF2-40B4-BE49-F238E27FC236}">
                <a16:creationId xmlns:a16="http://schemas.microsoft.com/office/drawing/2014/main" id="{80F2FCC3-914E-09D1-BCE6-0B6D6D79AD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606" y="1686238"/>
            <a:ext cx="10930788" cy="3012974"/>
          </a:xfrm>
          <a:prstGeom prst="rect">
            <a:avLst/>
          </a:prstGeom>
          <a:noFill/>
          <a:extLst>
            <a:ext uri="{909E8E84-426E-40DD-AFC4-6F175D3DCCD1}">
              <a14:hiddenFill xmlns:a14="http://schemas.microsoft.com/office/drawing/2010/main">
                <a:solidFill>
                  <a:srgbClr val="FFFFFF"/>
                </a:solidFill>
              </a14:hiddenFill>
            </a:ext>
          </a:extLst>
        </p:spPr>
      </p:pic>
      <p:sp>
        <p:nvSpPr>
          <p:cNvPr id="574" name="Google Shape;574;p34"/>
          <p:cNvSpPr txBox="1"/>
          <p:nvPr/>
        </p:nvSpPr>
        <p:spPr>
          <a:xfrm>
            <a:off x="3786513" y="4911785"/>
            <a:ext cx="4618974" cy="519953"/>
          </a:xfrm>
          <a:prstGeom prst="rect">
            <a:avLst/>
          </a:prstGeom>
          <a:noFill/>
          <a:ln>
            <a:noFill/>
          </a:ln>
        </p:spPr>
        <p:txBody>
          <a:bodyPr spcFirstLastPara="1" wrap="square" lIns="91425" tIns="45700" rIns="91425" bIns="45700" anchor="t" anchorCtr="0">
            <a:normAutofit/>
          </a:bodyPr>
          <a:lstStyle/>
          <a:p>
            <a:pPr marL="0" marR="0" lvl="0" indent="0" algn="just" rtl="0">
              <a:lnSpc>
                <a:spcPct val="100000"/>
              </a:lnSpc>
              <a:spcBef>
                <a:spcPts val="0"/>
              </a:spcBef>
              <a:spcAft>
                <a:spcPts val="0"/>
              </a:spcAft>
              <a:buClr>
                <a:srgbClr val="1F5CAA"/>
              </a:buClr>
              <a:buSzPts val="2400"/>
              <a:buFont typeface="Arial"/>
              <a:buNone/>
            </a:pPr>
            <a:r>
              <a:rPr lang="en-US" sz="2400" b="0" i="0" dirty="0" err="1">
                <a:latin typeface="Times New Roman" panose="02020603050405020304" pitchFamily="18" charset="0"/>
                <a:ea typeface="Readex Pro"/>
                <a:cs typeface="Times New Roman" panose="02020603050405020304" pitchFamily="18" charset="0"/>
                <a:sym typeface="Readex Pro"/>
              </a:rPr>
              <a:t>Mã</a:t>
            </a:r>
            <a:r>
              <a:rPr lang="en-US" sz="2400" b="0" i="0" dirty="0">
                <a:latin typeface="Times New Roman" panose="02020603050405020304" pitchFamily="18" charset="0"/>
                <a:ea typeface="Readex Pro"/>
                <a:cs typeface="Times New Roman" panose="02020603050405020304" pitchFamily="18" charset="0"/>
                <a:sym typeface="Readex Pro"/>
              </a:rPr>
              <a:t> A07:2021 (OWASP TOP 10) </a:t>
            </a:r>
            <a:endParaRPr lang="en-US" sz="2400" dirty="0">
              <a:latin typeface="Times New Roman" panose="02020603050405020304" pitchFamily="18" charset="0"/>
              <a:cs typeface="Times New Roman" panose="02020603050405020304" pitchFamily="18" charset="0"/>
            </a:endParaRPr>
          </a:p>
          <a:p>
            <a:pPr marL="0" marR="0" lvl="0" indent="0" algn="just" rtl="0">
              <a:lnSpc>
                <a:spcPct val="100000"/>
              </a:lnSpc>
              <a:spcBef>
                <a:spcPts val="1200"/>
              </a:spcBef>
              <a:spcAft>
                <a:spcPts val="0"/>
              </a:spcAft>
              <a:buClr>
                <a:schemeClr val="dk1"/>
              </a:buClr>
              <a:buSzPts val="2400"/>
              <a:buFont typeface="Arial"/>
              <a:buNone/>
            </a:pPr>
            <a:endParaRPr lang="en-US" sz="2400" b="0" i="0" dirty="0">
              <a:latin typeface="Times New Roman" panose="02020603050405020304" pitchFamily="18" charset="0"/>
              <a:ea typeface="Readex Pro"/>
              <a:cs typeface="Times New Roman" panose="02020603050405020304" pitchFamily="18" charset="0"/>
              <a:sym typeface="Readex Pro"/>
            </a:endParaRPr>
          </a:p>
        </p:txBody>
      </p:sp>
    </p:spTree>
    <p:extLst>
      <p:ext uri="{BB962C8B-B14F-4D97-AF65-F5344CB8AC3E}">
        <p14:creationId xmlns:p14="http://schemas.microsoft.com/office/powerpoint/2010/main" val="2989576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9A5CB-94CC-5C0D-511D-968B3BD353C4}"/>
              </a:ext>
            </a:extLst>
          </p:cNvPr>
          <p:cNvSpPr>
            <a:spLocks noGrp="1"/>
          </p:cNvSpPr>
          <p:nvPr>
            <p:ph type="ctrTitle"/>
          </p:nvPr>
        </p:nvSpPr>
        <p:spPr/>
        <p:txBody>
          <a:bodyPr/>
          <a:lstStyle/>
          <a:p>
            <a:r>
              <a:rPr lang="en-US" sz="2800" dirty="0">
                <a:latin typeface="Times New Roman" panose="02020603050405020304" pitchFamily="18" charset="0"/>
                <a:cs typeface="Times New Roman" panose="02020603050405020304" pitchFamily="18" charset="0"/>
              </a:rPr>
              <a:t>2. HẬU QUẢ</a:t>
            </a:r>
          </a:p>
        </p:txBody>
      </p:sp>
    </p:spTree>
    <p:extLst>
      <p:ext uri="{BB962C8B-B14F-4D97-AF65-F5344CB8AC3E}">
        <p14:creationId xmlns:p14="http://schemas.microsoft.com/office/powerpoint/2010/main" val="372755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35"/>
          <p:cNvSpPr txBox="1">
            <a:spLocks noGrp="1"/>
          </p:cNvSpPr>
          <p:nvPr>
            <p:ph type="title"/>
          </p:nvPr>
        </p:nvSpPr>
        <p:spPr>
          <a:xfrm>
            <a:off x="838200" y="15200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600"/>
              <a:buFont typeface="K2D"/>
              <a:buNone/>
            </a:pPr>
            <a:r>
              <a:rPr lang="en-US" sz="2600" dirty="0">
                <a:solidFill>
                  <a:schemeClr val="accent1">
                    <a:lumMod val="75000"/>
                  </a:schemeClr>
                </a:solidFill>
                <a:latin typeface="Times New Roman" panose="02020603050405020304" pitchFamily="18" charset="0"/>
                <a:cs typeface="Times New Roman" panose="02020603050405020304" pitchFamily="18" charset="0"/>
              </a:rPr>
              <a:t>2. HẬU QUẢ</a:t>
            </a:r>
            <a:endParaRPr sz="26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582" name="Google Shape;582;p35"/>
          <p:cNvSpPr txBox="1">
            <a:spLocks noGrp="1"/>
          </p:cNvSpPr>
          <p:nvPr>
            <p:ph type="body" idx="1"/>
          </p:nvPr>
        </p:nvSpPr>
        <p:spPr>
          <a:xfrm>
            <a:off x="1055018" y="1675532"/>
            <a:ext cx="9257905" cy="3009592"/>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1200"/>
              </a:spcBef>
              <a:spcAft>
                <a:spcPts val="0"/>
              </a:spcAft>
              <a:buClr>
                <a:schemeClr val="dk1"/>
              </a:buClr>
              <a:buSzPts val="240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khoản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dữ</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nhạy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cảm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lộ</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marL="342900" lvl="0" indent="-342900" algn="just" rtl="0">
              <a:lnSpc>
                <a:spcPct val="100000"/>
              </a:lnSpc>
              <a:spcBef>
                <a:spcPts val="1200"/>
              </a:spcBef>
              <a:spcAft>
                <a:spcPts val="0"/>
              </a:spcAft>
              <a:buClr>
                <a:schemeClr val="dk1"/>
              </a:buClr>
              <a:buSzPts val="2400"/>
              <a:buFont typeface="Arial"/>
              <a:buChar char="•"/>
            </a:pPr>
            <a:r>
              <a:rPr lang="en-US" dirty="0">
                <a:latin typeface="Times New Roman" panose="02020603050405020304" pitchFamily="18" charset="0"/>
                <a:cs typeface="Times New Roman" panose="02020603050405020304" pitchFamily="18" charset="0"/>
              </a:rPr>
              <a:t>Hacker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chiếm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a:t>
            </a:r>
          </a:p>
          <a:p>
            <a:pPr marL="342900" indent="-342900">
              <a:buFont typeface="Arial"/>
              <a:buChar char="•"/>
            </a:pPr>
            <a:r>
              <a:rPr lang="en-US" dirty="0">
                <a:latin typeface="Times New Roman" panose="02020603050405020304" pitchFamily="18" charset="0"/>
                <a:cs typeface="Times New Roman" panose="02020603050405020304" pitchFamily="18" charset="0"/>
              </a:rPr>
              <a:t>Hacker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vi-VN" dirty="0">
                <a:latin typeface="Times New Roman" panose="02020603050405020304" pitchFamily="18" charset="0"/>
                <a:cs typeface="Times New Roman" panose="02020603050405020304" pitchFamily="18" charset="0"/>
              </a:rPr>
              <a:t> thay đổi mật khẩu,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giao dịch trái phép.</a:t>
            </a:r>
            <a:endParaRPr dirty="0">
              <a:latin typeface="Times New Roman" panose="02020603050405020304" pitchFamily="18" charset="0"/>
              <a:cs typeface="Times New Roman" panose="02020603050405020304" pitchFamily="18" charset="0"/>
            </a:endParaRPr>
          </a:p>
          <a:p>
            <a:pPr marL="342900" lvl="0" indent="-342900" algn="just" rtl="0">
              <a:lnSpc>
                <a:spcPct val="100000"/>
              </a:lnSpc>
              <a:spcBef>
                <a:spcPts val="1200"/>
              </a:spcBef>
              <a:spcAft>
                <a:spcPts val="0"/>
              </a:spcAft>
              <a:buClr>
                <a:schemeClr val="dk1"/>
              </a:buClr>
              <a:buSzPts val="2400"/>
              <a:buFont typeface="Arial"/>
              <a:buChar char="•"/>
            </a:pP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doanh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nghiệp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rủi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marL="342900" lvl="0" indent="-342900" algn="just" rtl="0">
              <a:lnSpc>
                <a:spcPct val="100000"/>
              </a:lnSpc>
              <a:spcBef>
                <a:spcPts val="1200"/>
              </a:spcBef>
              <a:spcAft>
                <a:spcPts val="0"/>
              </a:spcAft>
              <a:buClr>
                <a:schemeClr val="dk1"/>
              </a:buClr>
              <a:buSzPts val="2400"/>
              <a:buFont typeface="Arial"/>
              <a:buChar char="•"/>
            </a:pPr>
            <a:r>
              <a:rPr lang="en-US" dirty="0" err="1">
                <a:latin typeface="Times New Roman" panose="02020603050405020304" pitchFamily="18" charset="0"/>
                <a:cs typeface="Times New Roman" panose="02020603050405020304" pitchFamily="18" charset="0"/>
              </a:rPr>
              <a:t>Trở</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thành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bàn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cuộc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tấn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tiếp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endParaRPr dirty="0">
              <a:latin typeface="Times New Roman" panose="02020603050405020304" pitchFamily="18" charset="0"/>
              <a:cs typeface="Times New Roman" panose="02020603050405020304" pitchFamily="18" charset="0"/>
            </a:endParaRPr>
          </a:p>
          <a:p>
            <a:pPr marL="457200" lvl="0" indent="-279400" algn="just" rtl="0">
              <a:lnSpc>
                <a:spcPct val="100000"/>
              </a:lnSpc>
              <a:spcBef>
                <a:spcPts val="1200"/>
              </a:spcBef>
              <a:spcAft>
                <a:spcPts val="0"/>
              </a:spcAft>
              <a:buClr>
                <a:schemeClr val="dk1"/>
              </a:buClr>
              <a:buSzPts val="2800"/>
              <a:buFont typeface="Arial"/>
              <a:buNone/>
            </a:pPr>
            <a:endParaRPr sz="2800" dirty="0">
              <a:solidFill>
                <a:srgbClr val="1F5CAA"/>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85B0A-DC43-BB39-E393-F204D8AAA0F6}"/>
              </a:ext>
            </a:extLst>
          </p:cNvPr>
          <p:cNvSpPr>
            <a:spLocks noGrp="1"/>
          </p:cNvSpPr>
          <p:nvPr>
            <p:ph type="ctrTitle"/>
          </p:nvPr>
        </p:nvSpPr>
        <p:spPr>
          <a:xfrm>
            <a:off x="1443567" y="2686638"/>
            <a:ext cx="10029565" cy="742361"/>
          </a:xfrm>
        </p:spPr>
        <p:txBody>
          <a:bodyPr/>
          <a:lstStyle/>
          <a:p>
            <a:r>
              <a:rPr lang="en-US" sz="2800" dirty="0">
                <a:latin typeface="Times New Roman" panose="02020603050405020304" pitchFamily="18" charset="0"/>
                <a:cs typeface="Times New Roman" panose="02020603050405020304" pitchFamily="18" charset="0"/>
              </a:rPr>
              <a:t>3. NGUYÊN NHÂN</a:t>
            </a:r>
          </a:p>
        </p:txBody>
      </p:sp>
    </p:spTree>
    <p:extLst>
      <p:ext uri="{BB962C8B-B14F-4D97-AF65-F5344CB8AC3E}">
        <p14:creationId xmlns:p14="http://schemas.microsoft.com/office/powerpoint/2010/main" val="2176529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27BBB-B763-D128-8113-C1FBBADF6E04}"/>
              </a:ext>
            </a:extLst>
          </p:cNvPr>
          <p:cNvSpPr>
            <a:spLocks noGrp="1"/>
          </p:cNvSpPr>
          <p:nvPr>
            <p:ph type="title"/>
          </p:nvPr>
        </p:nvSpPr>
        <p:spPr>
          <a:xfrm>
            <a:off x="838200" y="152005"/>
            <a:ext cx="10515600" cy="1337430"/>
          </a:xfrm>
        </p:spPr>
        <p:txBody>
          <a:bodyPr>
            <a:normAutofit/>
          </a:bodyPr>
          <a:lstStyle/>
          <a:p>
            <a:r>
              <a:rPr lang="en-US" sz="2600" dirty="0">
                <a:latin typeface="Times New Roman" panose="02020603050405020304" pitchFamily="18" charset="0"/>
                <a:cs typeface="Times New Roman" panose="02020603050405020304" pitchFamily="18" charset="0"/>
              </a:rPr>
              <a:t>3. NGUYÊN NHÂN</a:t>
            </a:r>
          </a:p>
        </p:txBody>
      </p:sp>
      <p:sp>
        <p:nvSpPr>
          <p:cNvPr id="3" name="Text Placeholder 2">
            <a:extLst>
              <a:ext uri="{FF2B5EF4-FFF2-40B4-BE49-F238E27FC236}">
                <a16:creationId xmlns:a16="http://schemas.microsoft.com/office/drawing/2014/main" id="{8218AD5A-6AFF-2237-180F-F01E346B1F1B}"/>
              </a:ext>
            </a:extLst>
          </p:cNvPr>
          <p:cNvSpPr>
            <a:spLocks noGrp="1"/>
          </p:cNvSpPr>
          <p:nvPr>
            <p:ph type="body" idx="1"/>
          </p:nvPr>
        </p:nvSpPr>
        <p:spPr>
          <a:xfrm>
            <a:off x="838200" y="1599381"/>
            <a:ext cx="10671928" cy="3406252"/>
          </a:xfrm>
        </p:spPr>
        <p:txBody>
          <a:bodyPr/>
          <a:lstStyle/>
          <a:p>
            <a:pPr marL="571500" indent="-34290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Thiếu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yếu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tố</a:t>
            </a:r>
            <a:r>
              <a:rPr lang="en-US" dirty="0">
                <a:latin typeface="Times New Roman" panose="02020603050405020304" pitchFamily="18" charset="0"/>
                <a:cs typeface="Times New Roman" panose="02020603050405020304" pitchFamily="18" charset="0"/>
              </a:rPr>
              <a:t> (MFA).</a:t>
            </a:r>
          </a:p>
          <a:p>
            <a:pPr marL="571500" indent="-34290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Tái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vô</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hóa</a:t>
            </a:r>
            <a:r>
              <a:rPr lang="en-US" dirty="0">
                <a:latin typeface="Times New Roman" panose="02020603050405020304" pitchFamily="18" charset="0"/>
                <a:cs typeface="Times New Roman" panose="02020603050405020304" pitchFamily="18" charset="0"/>
              </a:rPr>
              <a:t> Session ID </a:t>
            </a:r>
            <a:r>
              <a:rPr lang="en-US" dirty="0" err="1">
                <a:latin typeface="Times New Roman" panose="02020603050405020304" pitchFamily="18" charset="0"/>
                <a:cs typeface="Times New Roman" panose="02020603050405020304" pitchFamily="18" charset="0"/>
              </a:rPr>
              <a:t>phiên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nhập</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đăng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xuất</a:t>
            </a:r>
            <a:r>
              <a:rPr lang="en-US" dirty="0">
                <a:latin typeface="Times New Roman" panose="02020603050405020304" pitchFamily="18" charset="0"/>
                <a:cs typeface="Times New Roman" panose="02020603050405020304" pitchFamily="18" charset="0"/>
              </a:rPr>
              <a:t>.</a:t>
            </a:r>
          </a:p>
          <a:p>
            <a:pPr marL="571500" indent="-34290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Mật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khẩu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khẩu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kém</a:t>
            </a:r>
            <a:r>
              <a:rPr lang="en-US" dirty="0">
                <a:latin typeface="Times New Roman" panose="02020603050405020304" pitchFamily="18" charset="0"/>
                <a:cs typeface="Times New Roman" panose="02020603050405020304" pitchFamily="18" charset="0"/>
              </a:rPr>
              <a:t>.</a:t>
            </a:r>
          </a:p>
          <a:p>
            <a:pPr marL="571500" indent="-342900">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Lưu trữ và truyền tải thông tin xác thực không an toàn</a:t>
            </a:r>
            <a:r>
              <a:rPr lang="en-US" dirty="0">
                <a:latin typeface="Times New Roman" panose="02020603050405020304" pitchFamily="18" charset="0"/>
                <a:cs typeface="Times New Roman" panose="02020603050405020304" pitchFamily="18" charset="0"/>
              </a:rPr>
              <a:t>.</a:t>
            </a:r>
            <a:endParaRPr lang="en-US" b="0" i="0" dirty="0">
              <a:effectLst/>
              <a:latin typeface="Times New Roman" panose="02020603050405020304" pitchFamily="18" charset="0"/>
              <a:cs typeface="Times New Roman" panose="02020603050405020304" pitchFamily="18" charset="0"/>
            </a:endParaRPr>
          </a:p>
          <a:p>
            <a:pPr marL="571500" indent="-34290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Thiếu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giám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sát</a:t>
            </a:r>
            <a:r>
              <a:rPr lang="en-US" dirty="0">
                <a:latin typeface="Times New Roman" panose="02020603050405020304" pitchFamily="18" charset="0"/>
                <a:cs typeface="Times New Roman" panose="02020603050405020304" pitchFamily="18" charset="0"/>
              </a:rPr>
              <a:t>, logging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xâm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nhập</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919875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36"/>
          <p:cNvSpPr txBox="1">
            <a:spLocks noGrp="1"/>
          </p:cNvSpPr>
          <p:nvPr>
            <p:ph type="ctrTitle"/>
          </p:nvPr>
        </p:nvSpPr>
        <p:spPr>
          <a:xfrm>
            <a:off x="1469075" y="2337847"/>
            <a:ext cx="10029565" cy="1800519"/>
          </a:xfrm>
          <a:prstGeom prst="rect">
            <a:avLst/>
          </a:prstGeom>
          <a:noFill/>
          <a:ln>
            <a:noFill/>
          </a:ln>
        </p:spPr>
        <p:txBody>
          <a:bodyPr spcFirstLastPara="1" wrap="square" lIns="91425" tIns="45700" rIns="91425" bIns="45700" anchor="b" anchorCtr="0">
            <a:noAutofit/>
          </a:bodyPr>
          <a:lstStyle/>
          <a:p>
            <a:r>
              <a:rPr lang="en-US" sz="2800" dirty="0">
                <a:latin typeface="Times New Roman" panose="02020603050405020304" pitchFamily="18" charset="0"/>
                <a:cs typeface="Times New Roman" panose="02020603050405020304" pitchFamily="18" charset="0"/>
              </a:rPr>
              <a:t>4. </a:t>
            </a:r>
            <a:r>
              <a:rPr lang="en-US" sz="2800" b="1" dirty="0">
                <a:solidFill>
                  <a:srgbClr val="1F5CAA"/>
                </a:solidFill>
                <a:latin typeface="Times New Roman" panose="02020603050405020304" pitchFamily="18" charset="0"/>
                <a:cs typeface="Times New Roman" panose="02020603050405020304" pitchFamily="18" charset="0"/>
              </a:rPr>
              <a:t>UNLIMITED LOGIN ATTEMPTS – KHÔNG GIỚI HẠN SỐ LẦN ĐĂNG NHẬP </a:t>
            </a:r>
            <a:br>
              <a:rPr lang="en-US" sz="2800" b="1" dirty="0">
                <a:solidFill>
                  <a:srgbClr val="1F5CAA"/>
                </a:solidFill>
                <a:latin typeface="Times New Roman" panose="02020603050405020304" pitchFamily="18" charset="0"/>
                <a:cs typeface="Times New Roman" panose="02020603050405020304" pitchFamily="18" charset="0"/>
              </a:rPr>
            </a:b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37"/>
          <p:cNvSpPr txBox="1">
            <a:spLocks noGrp="1"/>
          </p:cNvSpPr>
          <p:nvPr>
            <p:ph type="title"/>
          </p:nvPr>
        </p:nvSpPr>
        <p:spPr>
          <a:xfrm>
            <a:off x="838200" y="152005"/>
            <a:ext cx="10515600" cy="1325563"/>
          </a:xfrm>
          <a:prstGeom prst="rect">
            <a:avLst/>
          </a:prstGeom>
          <a:noFill/>
          <a:ln>
            <a:noFill/>
          </a:ln>
        </p:spPr>
        <p:txBody>
          <a:bodyPr spcFirstLastPara="1" wrap="square" lIns="91425" tIns="45700" rIns="91425" bIns="45700" anchor="ctr" anchorCtr="0">
            <a:normAutofit/>
          </a:bodyPr>
          <a:lstStyle/>
          <a:p>
            <a:r>
              <a:rPr lang="en-US" sz="2600" dirty="0">
                <a:latin typeface="Times New Roman" panose="02020603050405020304" pitchFamily="18" charset="0"/>
                <a:cs typeface="Times New Roman" panose="02020603050405020304" pitchFamily="18" charset="0"/>
              </a:rPr>
              <a:t>4. </a:t>
            </a:r>
            <a:r>
              <a:rPr lang="en-US" sz="2600" b="1" dirty="0">
                <a:solidFill>
                  <a:srgbClr val="1F5CAA"/>
                </a:solidFill>
                <a:latin typeface="Times New Roman" panose="02020603050405020304" pitchFamily="18" charset="0"/>
                <a:cs typeface="Times New Roman" panose="02020603050405020304" pitchFamily="18" charset="0"/>
              </a:rPr>
              <a:t>UNLIMITED LOGIN ATTEMPTS</a:t>
            </a:r>
            <a:endParaRPr sz="2600" dirty="0">
              <a:latin typeface="Times New Roman" panose="02020603050405020304" pitchFamily="18" charset="0"/>
              <a:cs typeface="Times New Roman" panose="02020603050405020304" pitchFamily="18" charset="0"/>
            </a:endParaRPr>
          </a:p>
        </p:txBody>
      </p:sp>
      <p:sp>
        <p:nvSpPr>
          <p:cNvPr id="595" name="Google Shape;595;p37"/>
          <p:cNvSpPr txBox="1">
            <a:spLocks noGrp="1"/>
          </p:cNvSpPr>
          <p:nvPr>
            <p:ph type="body" idx="1"/>
          </p:nvPr>
        </p:nvSpPr>
        <p:spPr>
          <a:xfrm>
            <a:off x="941895" y="1965833"/>
            <a:ext cx="5515467" cy="2758085"/>
          </a:xfrm>
          <a:prstGeom prst="rect">
            <a:avLst/>
          </a:prstGeom>
          <a:noFill/>
          <a:ln>
            <a:noFill/>
          </a:ln>
        </p:spPr>
        <p:txBody>
          <a:bodyPr spcFirstLastPara="1" wrap="square" lIns="91425" tIns="45700" rIns="91425" bIns="45700" anchor="t" anchorCtr="0">
            <a:noAutofit/>
          </a:bodyPr>
          <a:lstStyle/>
          <a:p>
            <a:pPr algn="l" rtl="0">
              <a:spcBef>
                <a:spcPts val="1200"/>
              </a:spcBef>
              <a:spcAft>
                <a:spcPts val="0"/>
              </a:spcAft>
            </a:pPr>
            <a:r>
              <a:rPr lang="en-US" i="0" u="none" strike="noStrike" dirty="0">
                <a:effectLst/>
                <a:latin typeface="Times New Roman" panose="02020603050405020304" pitchFamily="18" charset="0"/>
                <a:cs typeface="Times New Roman" panose="02020603050405020304" pitchFamily="18" charset="0"/>
              </a:rPr>
              <a:t>   Unlimited login attempts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l</a:t>
            </a:r>
            <a:r>
              <a:rPr lang="vi-VN" i="0" u="none" strike="noStrike" dirty="0">
                <a:effectLst/>
                <a:latin typeface="Times New Roman" panose="02020603050405020304" pitchFamily="18" charset="0"/>
                <a:cs typeface="Times New Roman" panose="02020603050405020304" pitchFamily="18" charset="0"/>
              </a:rPr>
              <a:t>ỗ hổng bảo mật khi một ứng dụng hoặc hệ thống không áp</a:t>
            </a:r>
            <a:r>
              <a:rPr lang="en-US" i="0" u="none" strike="noStrike" dirty="0">
                <a:effectLst/>
                <a:latin typeface="Times New Roman" panose="02020603050405020304" pitchFamily="18" charset="0"/>
                <a:cs typeface="Times New Roman" panose="02020603050405020304" pitchFamily="18" charset="0"/>
              </a:rPr>
              <a:t> </a:t>
            </a:r>
            <a:r>
              <a:rPr lang="vi-VN" i="0" u="none" strike="noStrike" dirty="0">
                <a:effectLst/>
                <a:latin typeface="Times New Roman" panose="02020603050405020304" pitchFamily="18" charset="0"/>
                <a:cs typeface="Times New Roman" panose="02020603050405020304" pitchFamily="18" charset="0"/>
              </a:rPr>
              <a:t>dụng bất kỳ biện pháp hạn chế nào về số lần người dùng có thể thử đăng nhập với thông tin không chính xác.</a:t>
            </a:r>
            <a:endParaRPr lang="vi-VN" dirty="0">
              <a:effectLst/>
              <a:latin typeface="Times New Roman" panose="02020603050405020304" pitchFamily="18" charset="0"/>
              <a:cs typeface="Times New Roman" panose="02020603050405020304" pitchFamily="18" charset="0"/>
            </a:endParaRPr>
          </a:p>
          <a:p>
            <a:br>
              <a:rPr lang="vi-VN" dirty="0">
                <a:latin typeface="Times New Roman" panose="02020603050405020304" pitchFamily="18" charset="0"/>
                <a:cs typeface="Times New Roman" panose="02020603050405020304" pitchFamily="18" charset="0"/>
              </a:rPr>
            </a:br>
            <a:endParaRPr dirty="0">
              <a:latin typeface="Times New Roman" panose="02020603050405020304" pitchFamily="18" charset="0"/>
              <a:cs typeface="Times New Roman" panose="02020603050405020304" pitchFamily="18" charset="0"/>
            </a:endParaRPr>
          </a:p>
        </p:txBody>
      </p:sp>
      <p:pic>
        <p:nvPicPr>
          <p:cNvPr id="2053" name="Picture 5" descr="Limit Login Attempts Reloaded | LinkedIn">
            <a:extLst>
              <a:ext uri="{FF2B5EF4-FFF2-40B4-BE49-F238E27FC236}">
                <a16:creationId xmlns:a16="http://schemas.microsoft.com/office/drawing/2014/main" id="{32865133-E23F-A534-DD0C-071CC5B629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6153" y="1684120"/>
            <a:ext cx="4958894" cy="311412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9EB2867-1E09-6FE6-6534-E8B9283F7B5B}"/>
              </a:ext>
            </a:extLst>
          </p:cNvPr>
          <p:cNvSpPr txBox="1"/>
          <p:nvPr/>
        </p:nvSpPr>
        <p:spPr>
          <a:xfrm>
            <a:off x="1008668" y="1266311"/>
            <a:ext cx="2530693" cy="461665"/>
          </a:xfrm>
          <a:prstGeom prst="rect">
            <a:avLst/>
          </a:prstGeom>
          <a:noFill/>
        </p:spPr>
        <p:txBody>
          <a:bodyPr wrap="none" rtlCol="0">
            <a:spAutoFit/>
          </a:bodyPr>
          <a:lstStyle/>
          <a:p>
            <a:r>
              <a:rPr lang="en-US" sz="2400" b="1" dirty="0">
                <a:solidFill>
                  <a:schemeClr val="accent1">
                    <a:lumMod val="75000"/>
                  </a:schemeClr>
                </a:solidFill>
                <a:latin typeface="Times New Roman" panose="02020603050405020304" pitchFamily="18" charset="0"/>
                <a:cs typeface="Times New Roman" panose="02020603050405020304" pitchFamily="18" charset="0"/>
              </a:rPr>
              <a:t>4.1 TỔNG QUAN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F32B6-135A-6758-1544-C6EC21808283}"/>
              </a:ext>
            </a:extLst>
          </p:cNvPr>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4</a:t>
            </a:r>
            <a:r>
              <a:rPr lang="en-US" sz="2400" dirty="0">
                <a:latin typeface="Times New Roman" panose="02020603050405020304" pitchFamily="18" charset="0"/>
                <a:cs typeface="Times New Roman" panose="02020603050405020304" pitchFamily="18" charset="0"/>
              </a:rPr>
              <a:t>. </a:t>
            </a:r>
            <a:r>
              <a:rPr lang="en-US" sz="2600" b="1" dirty="0">
                <a:solidFill>
                  <a:srgbClr val="1F5CAA"/>
                </a:solidFill>
                <a:latin typeface="Times New Roman" panose="02020603050405020304" pitchFamily="18" charset="0"/>
                <a:cs typeface="Times New Roman" panose="02020603050405020304" pitchFamily="18" charset="0"/>
              </a:rPr>
              <a:t>UNLIMITED LOGIN ATTEMPTS</a:t>
            </a:r>
            <a:endParaRPr lang="en-US" sz="2600" dirty="0"/>
          </a:p>
        </p:txBody>
      </p:sp>
      <p:sp>
        <p:nvSpPr>
          <p:cNvPr id="8" name="Text Placeholder 2">
            <a:extLst>
              <a:ext uri="{FF2B5EF4-FFF2-40B4-BE49-F238E27FC236}">
                <a16:creationId xmlns:a16="http://schemas.microsoft.com/office/drawing/2014/main" id="{D744F03B-C367-FDBD-4302-9A642FCB9A40}"/>
              </a:ext>
            </a:extLst>
          </p:cNvPr>
          <p:cNvSpPr>
            <a:spLocks noGrp="1"/>
          </p:cNvSpPr>
          <p:nvPr>
            <p:ph type="body" idx="1"/>
          </p:nvPr>
        </p:nvSpPr>
        <p:spPr>
          <a:xfrm>
            <a:off x="999239" y="2060526"/>
            <a:ext cx="7268068" cy="2426633"/>
          </a:xfrm>
        </p:spPr>
        <p:txBody>
          <a:bodyPr>
            <a:noAutofit/>
          </a:bodyPr>
          <a:lstStyle/>
          <a:p>
            <a:pPr algn="just" rtl="0" fontAlgn="base">
              <a:spcBef>
                <a:spcPts val="1200"/>
              </a:spcBef>
              <a:spcAft>
                <a:spcPts val="0"/>
              </a:spcAft>
              <a:buFont typeface="Arial" panose="020B0604020202020204" pitchFamily="34" charset="0"/>
              <a:buChar char="•"/>
            </a:pPr>
            <a:r>
              <a:rPr lang="en-US" b="0" i="0" u="none" strike="noStrike" dirty="0" err="1">
                <a:solidFill>
                  <a:srgbClr val="000000"/>
                </a:solidFill>
                <a:effectLst/>
                <a:latin typeface="Times New Roman" panose="02020603050405020304" pitchFamily="18" charset="0"/>
                <a:cs typeface="Times New Roman" panose="02020603050405020304" pitchFamily="18" charset="0"/>
              </a:rPr>
              <a:t>Lỗi</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trong</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quá</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trình</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lập</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trình</a:t>
            </a:r>
            <a:r>
              <a:rPr lang="en-US" b="0" i="0" u="none" strike="noStrike" dirty="0">
                <a:solidFill>
                  <a:srgbClr val="000000"/>
                </a:solidFill>
                <a:effectLst/>
                <a:latin typeface="Times New Roman" panose="02020603050405020304" pitchFamily="18" charset="0"/>
                <a:cs typeface="Times New Roman" panose="02020603050405020304" pitchFamily="18" charset="0"/>
              </a:rPr>
              <a:t>.</a:t>
            </a:r>
          </a:p>
          <a:p>
            <a:pPr algn="just" rtl="0" fontAlgn="base">
              <a:spcBef>
                <a:spcPts val="1200"/>
              </a:spcBef>
              <a:spcAft>
                <a:spcPts val="0"/>
              </a:spcAft>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Thiếu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giám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sát</a:t>
            </a:r>
            <a:r>
              <a:rPr lang="en-US" dirty="0">
                <a:latin typeface="Times New Roman" panose="02020603050405020304" pitchFamily="18" charset="0"/>
                <a:cs typeface="Times New Roman" panose="02020603050405020304" pitchFamily="18" charset="0"/>
              </a:rPr>
              <a:t> &amp; </a:t>
            </a:r>
            <a:r>
              <a:rPr lang="en-US" dirty="0" err="1">
                <a:latin typeface="Times New Roman" panose="02020603050405020304" pitchFamily="18" charset="0"/>
                <a:cs typeface="Times New Roman" panose="02020603050405020304" pitchFamily="18" charset="0"/>
              </a:rPr>
              <a:t>cảnh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báo</a:t>
            </a:r>
            <a:r>
              <a:rPr lang="en-US" b="0" i="0" u="none" strike="noStrike" dirty="0">
                <a:solidFill>
                  <a:srgbClr val="000000"/>
                </a:solidFill>
                <a:effectLst/>
                <a:latin typeface="Times New Roman" panose="02020603050405020304" pitchFamily="18" charset="0"/>
                <a:cs typeface="Times New Roman" panose="02020603050405020304" pitchFamily="18" charset="0"/>
              </a:rPr>
              <a:t>.</a:t>
            </a:r>
          </a:p>
          <a:p>
            <a:pPr algn="just" rtl="0" fontAlgn="base">
              <a:spcBef>
                <a:spcPts val="1200"/>
              </a:spcBef>
              <a:spcAft>
                <a:spcPts val="0"/>
              </a:spcAft>
              <a:buFont typeface="Arial" panose="020B0604020202020204" pitchFamily="34" charset="0"/>
              <a:buChar char="•"/>
            </a:pPr>
            <a:r>
              <a:rPr lang="en-US" b="0" i="0" u="none" strike="noStrike" dirty="0" err="1">
                <a:solidFill>
                  <a:srgbClr val="000000"/>
                </a:solidFill>
                <a:effectLst/>
                <a:latin typeface="Times New Roman" panose="02020603050405020304" pitchFamily="18" charset="0"/>
                <a:cs typeface="Times New Roman" panose="02020603050405020304" pitchFamily="18" charset="0"/>
              </a:rPr>
              <a:t>Không</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tuân</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thủ</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tiêu</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chuẩn</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bảo</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mật</a:t>
            </a:r>
            <a:r>
              <a:rPr lang="en-US" b="0" i="0" u="none" strike="noStrike" dirty="0">
                <a:solidFill>
                  <a:srgbClr val="000000"/>
                </a:solidFill>
                <a:effectLst/>
                <a:latin typeface="Times New Roman" panose="02020603050405020304" pitchFamily="18" charset="0"/>
                <a:cs typeface="Times New Roman" panose="02020603050405020304" pitchFamily="18" charset="0"/>
              </a:rPr>
              <a:t>.</a:t>
            </a:r>
          </a:p>
          <a:p>
            <a:pPr algn="just" rtl="0" fontAlgn="base">
              <a:spcBef>
                <a:spcPts val="1200"/>
              </a:spcBef>
              <a:spcAft>
                <a:spcPts val="0"/>
              </a:spcAft>
              <a:buFont typeface="Arial" panose="020B0604020202020204" pitchFamily="34" charset="0"/>
              <a:buChar char="•"/>
            </a:pPr>
            <a:r>
              <a:rPr lang="en-US" b="0" i="0" u="none" strike="noStrike" dirty="0">
                <a:solidFill>
                  <a:srgbClr val="000000"/>
                </a:solidFill>
                <a:effectLst/>
                <a:latin typeface="Times New Roman" panose="02020603050405020304" pitchFamily="18" charset="0"/>
                <a:cs typeface="Times New Roman" panose="02020603050405020304" pitchFamily="18" charset="0"/>
              </a:rPr>
              <a:t>Quy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trình</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kiểm</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thử</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bảo</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mật</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không</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hiệu</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r>
              <a:rPr lang="en-US" b="0" i="0" u="none" strike="noStrike" dirty="0" err="1">
                <a:solidFill>
                  <a:srgbClr val="000000"/>
                </a:solidFill>
                <a:effectLst/>
                <a:latin typeface="Times New Roman" panose="02020603050405020304" pitchFamily="18" charset="0"/>
                <a:cs typeface="Times New Roman" panose="02020603050405020304" pitchFamily="18" charset="0"/>
              </a:rPr>
              <a:t>quả</a:t>
            </a:r>
            <a:r>
              <a:rPr lang="en-US" b="0" i="0" u="none" strike="noStrike" dirty="0">
                <a:solidFill>
                  <a:srgbClr val="000000"/>
                </a:solidFill>
                <a:effectLst/>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66BA23E-5F87-58D7-9AF6-C157B8B686A9}"/>
              </a:ext>
            </a:extLst>
          </p:cNvPr>
          <p:cNvSpPr txBox="1"/>
          <p:nvPr/>
        </p:nvSpPr>
        <p:spPr>
          <a:xfrm>
            <a:off x="999239" y="1319753"/>
            <a:ext cx="3733015" cy="461665"/>
          </a:xfrm>
          <a:prstGeom prst="rect">
            <a:avLst/>
          </a:prstGeom>
          <a:noFill/>
        </p:spPr>
        <p:txBody>
          <a:bodyPr wrap="square" rtlCol="0">
            <a:spAutoFit/>
          </a:bodyPr>
          <a:lstStyle/>
          <a:p>
            <a:r>
              <a:rPr lang="en-US" sz="2400" b="1" dirty="0">
                <a:solidFill>
                  <a:schemeClr val="accent1">
                    <a:lumMod val="75000"/>
                  </a:schemeClr>
                </a:solidFill>
                <a:latin typeface="Times New Roman" panose="02020603050405020304" pitchFamily="18" charset="0"/>
                <a:cs typeface="Times New Roman" panose="02020603050405020304" pitchFamily="18" charset="0"/>
              </a:rPr>
              <a:t>4.2 NGUYÊN NHÂN</a:t>
            </a:r>
          </a:p>
        </p:txBody>
      </p:sp>
    </p:spTree>
    <p:extLst>
      <p:ext uri="{BB962C8B-B14F-4D97-AF65-F5344CB8AC3E}">
        <p14:creationId xmlns:p14="http://schemas.microsoft.com/office/powerpoint/2010/main" val="3038099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6FCBB-CF89-3AC9-9BFA-27633C83E2CF}"/>
              </a:ext>
            </a:extLst>
          </p:cNvPr>
          <p:cNvSpPr>
            <a:spLocks noGrp="1"/>
          </p:cNvSpPr>
          <p:nvPr>
            <p:ph type="title"/>
          </p:nvPr>
        </p:nvSpPr>
        <p:spPr/>
        <p:txBody>
          <a:bodyPr>
            <a:normAutofit/>
          </a:bodyPr>
          <a:lstStyle/>
          <a:p>
            <a:r>
              <a:rPr lang="en-US" sz="2600" dirty="0">
                <a:latin typeface="Times New Roman" panose="02020603050405020304" pitchFamily="18" charset="0"/>
                <a:cs typeface="Times New Roman" panose="02020603050405020304" pitchFamily="18" charset="0"/>
              </a:rPr>
              <a:t>4. </a:t>
            </a:r>
            <a:r>
              <a:rPr lang="en-US" sz="2600" b="1" dirty="0">
                <a:solidFill>
                  <a:srgbClr val="1F5CAA"/>
                </a:solidFill>
                <a:latin typeface="Times New Roman" panose="02020603050405020304" pitchFamily="18" charset="0"/>
                <a:cs typeface="Times New Roman" panose="02020603050405020304" pitchFamily="18" charset="0"/>
              </a:rPr>
              <a:t>UNLIMITED LOGIN ATTEMPTS</a:t>
            </a:r>
            <a:endParaRPr lang="en-US" sz="2600" dirty="0"/>
          </a:p>
        </p:txBody>
      </p:sp>
      <p:sp>
        <p:nvSpPr>
          <p:cNvPr id="5" name="TextBox 4">
            <a:extLst>
              <a:ext uri="{FF2B5EF4-FFF2-40B4-BE49-F238E27FC236}">
                <a16:creationId xmlns:a16="http://schemas.microsoft.com/office/drawing/2014/main" id="{266FBF62-28C3-1DBB-1684-5F735636A8EB}"/>
              </a:ext>
            </a:extLst>
          </p:cNvPr>
          <p:cNvSpPr txBox="1"/>
          <p:nvPr/>
        </p:nvSpPr>
        <p:spPr>
          <a:xfrm>
            <a:off x="1008668" y="1234911"/>
            <a:ext cx="3994235" cy="461665"/>
          </a:xfrm>
          <a:prstGeom prst="rect">
            <a:avLst/>
          </a:prstGeom>
          <a:noFill/>
        </p:spPr>
        <p:txBody>
          <a:bodyPr wrap="none" rtlCol="0">
            <a:spAutoFit/>
          </a:bodyPr>
          <a:lstStyle/>
          <a:p>
            <a:r>
              <a:rPr lang="en-US" sz="2400" b="1" dirty="0">
                <a:solidFill>
                  <a:srgbClr val="1F5CAA"/>
                </a:solidFill>
                <a:latin typeface="Times New Roman" panose="02020603050405020304" pitchFamily="18" charset="0"/>
                <a:cs typeface="Times New Roman" panose="02020603050405020304" pitchFamily="18" charset="0"/>
              </a:rPr>
              <a:t>4.3 KỊCH BẢN TẤN CÔNG </a:t>
            </a:r>
          </a:p>
        </p:txBody>
      </p:sp>
      <p:pic>
        <p:nvPicPr>
          <p:cNvPr id="7" name="Picture 6">
            <a:extLst>
              <a:ext uri="{FF2B5EF4-FFF2-40B4-BE49-F238E27FC236}">
                <a16:creationId xmlns:a16="http://schemas.microsoft.com/office/drawing/2014/main" id="{CEC3125E-E2D5-75D1-EE2A-DC36A057F3F2}"/>
              </a:ext>
            </a:extLst>
          </p:cNvPr>
          <p:cNvPicPr>
            <a:picLocks noChangeAspect="1"/>
          </p:cNvPicPr>
          <p:nvPr/>
        </p:nvPicPr>
        <p:blipFill>
          <a:blip r:embed="rId2"/>
          <a:stretch>
            <a:fillRect/>
          </a:stretch>
        </p:blipFill>
        <p:spPr>
          <a:xfrm>
            <a:off x="1699599" y="2047055"/>
            <a:ext cx="8792802" cy="3705742"/>
          </a:xfrm>
          <a:prstGeom prst="rect">
            <a:avLst/>
          </a:prstGeom>
        </p:spPr>
      </p:pic>
    </p:spTree>
    <p:extLst>
      <p:ext uri="{BB962C8B-B14F-4D97-AF65-F5344CB8AC3E}">
        <p14:creationId xmlns:p14="http://schemas.microsoft.com/office/powerpoint/2010/main" val="1844582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DAF59-5EF7-C15C-7A20-2E55DC2D5C8B}"/>
              </a:ext>
            </a:extLst>
          </p:cNvPr>
          <p:cNvSpPr>
            <a:spLocks noGrp="1"/>
          </p:cNvSpPr>
          <p:nvPr>
            <p:ph type="title"/>
          </p:nvPr>
        </p:nvSpPr>
        <p:spPr/>
        <p:txBody>
          <a:bodyPr>
            <a:normAutofit/>
          </a:bodyPr>
          <a:lstStyle/>
          <a:p>
            <a:r>
              <a:rPr lang="en-US" sz="2600" dirty="0">
                <a:latin typeface="Times New Roman" panose="02020603050405020304" pitchFamily="18" charset="0"/>
                <a:cs typeface="Times New Roman" panose="02020603050405020304" pitchFamily="18" charset="0"/>
              </a:rPr>
              <a:t>4. </a:t>
            </a:r>
            <a:r>
              <a:rPr lang="en-US" sz="2600" b="1" dirty="0">
                <a:solidFill>
                  <a:srgbClr val="1F5CAA"/>
                </a:solidFill>
                <a:latin typeface="Times New Roman" panose="02020603050405020304" pitchFamily="18" charset="0"/>
                <a:cs typeface="Times New Roman" panose="02020603050405020304" pitchFamily="18" charset="0"/>
              </a:rPr>
              <a:t>UNLIMITED LOGIN ATTEMPTS</a:t>
            </a:r>
            <a:endParaRPr lang="en-US" sz="2600" dirty="0"/>
          </a:p>
        </p:txBody>
      </p:sp>
      <p:sp>
        <p:nvSpPr>
          <p:cNvPr id="3" name="Text Placeholder 2">
            <a:extLst>
              <a:ext uri="{FF2B5EF4-FFF2-40B4-BE49-F238E27FC236}">
                <a16:creationId xmlns:a16="http://schemas.microsoft.com/office/drawing/2014/main" id="{E6291541-47E5-C2B6-05A8-0A264CD9279C}"/>
              </a:ext>
            </a:extLst>
          </p:cNvPr>
          <p:cNvSpPr>
            <a:spLocks noGrp="1"/>
          </p:cNvSpPr>
          <p:nvPr>
            <p:ph type="body" idx="1"/>
          </p:nvPr>
        </p:nvSpPr>
        <p:spPr>
          <a:xfrm>
            <a:off x="1143785" y="2061293"/>
            <a:ext cx="10285429" cy="2538985"/>
          </a:xfrm>
        </p:spPr>
        <p:txBody>
          <a:bodyPr/>
          <a:lstStyle/>
          <a:p>
            <a:pPr marL="571500" indent="-34290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Giới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nhập</a:t>
            </a:r>
            <a:r>
              <a:rPr lang="en-US" dirty="0">
                <a:latin typeface="Times New Roman" panose="02020603050405020304" pitchFamily="18" charset="0"/>
                <a:cs typeface="Times New Roman" panose="02020603050405020304" pitchFamily="18" charset="0"/>
              </a:rPr>
              <a:t>.</a:t>
            </a:r>
          </a:p>
          <a:p>
            <a:pPr marL="571500" indent="-342900">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Giám sát, phát hiện hành vi đăng nhập bất thường</a:t>
            </a:r>
            <a:r>
              <a:rPr lang="en-US" dirty="0">
                <a:latin typeface="Times New Roman" panose="02020603050405020304" pitchFamily="18" charset="0"/>
                <a:cs typeface="Times New Roman" panose="02020603050405020304" pitchFamily="18" charset="0"/>
              </a:rPr>
              <a:t>,</a:t>
            </a:r>
            <a:r>
              <a:rPr lang="vi-VN" dirty="0">
                <a:latin typeface="Times New Roman" panose="02020603050405020304" pitchFamily="18" charset="0"/>
                <a:cs typeface="Times New Roman" panose="02020603050405020304" pitchFamily="18" charset="0"/>
              </a:rPr>
              <a:t> chặn theo IP hoặc </a:t>
            </a:r>
            <a:r>
              <a:rPr lang="vi-VN" dirty="0" err="1">
                <a:latin typeface="Times New Roman" panose="02020603050405020304" pitchFamily="18" charset="0"/>
                <a:cs typeface="Times New Roman" panose="02020603050405020304" pitchFamily="18" charset="0"/>
              </a:rPr>
              <a:t>device</a:t>
            </a:r>
            <a:r>
              <a:rPr lang="vi-V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571500" indent="-34290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Thiết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khẩu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mạnh</a:t>
            </a:r>
            <a:r>
              <a:rPr lang="en-US" dirty="0">
                <a:latin typeface="Times New Roman" panose="02020603050405020304" pitchFamily="18" charset="0"/>
                <a:cs typeface="Times New Roman" panose="02020603050405020304" pitchFamily="18" charset="0"/>
              </a:rPr>
              <a:t>.</a:t>
            </a:r>
          </a:p>
          <a:p>
            <a:pPr marL="571500" indent="-34290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Khuyến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khích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yếu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tố</a:t>
            </a:r>
            <a:r>
              <a:rPr lang="en-US" dirty="0">
                <a:latin typeface="Times New Roman" panose="02020603050405020304" pitchFamily="18" charset="0"/>
                <a:cs typeface="Times New Roman" panose="02020603050405020304" pitchFamily="18" charset="0"/>
              </a:rPr>
              <a:t>.</a:t>
            </a:r>
          </a:p>
        </p:txBody>
      </p:sp>
      <p:sp>
        <p:nvSpPr>
          <p:cNvPr id="4" name="TextBox 3">
            <a:extLst>
              <a:ext uri="{FF2B5EF4-FFF2-40B4-BE49-F238E27FC236}">
                <a16:creationId xmlns:a16="http://schemas.microsoft.com/office/drawing/2014/main" id="{41E2D296-395C-DA31-26F8-60E5A49FA8C3}"/>
              </a:ext>
            </a:extLst>
          </p:cNvPr>
          <p:cNvSpPr txBox="1"/>
          <p:nvPr/>
        </p:nvSpPr>
        <p:spPr>
          <a:xfrm>
            <a:off x="1049518" y="1406746"/>
            <a:ext cx="4742004" cy="461665"/>
          </a:xfrm>
          <a:prstGeom prst="rect">
            <a:avLst/>
          </a:prstGeom>
          <a:noFill/>
        </p:spPr>
        <p:txBody>
          <a:bodyPr wrap="none" rtlCol="0">
            <a:spAutoFit/>
          </a:bodyPr>
          <a:lstStyle/>
          <a:p>
            <a:r>
              <a:rPr lang="en-US" sz="2400" b="1" dirty="0">
                <a:solidFill>
                  <a:srgbClr val="1F5CAA"/>
                </a:solidFill>
                <a:latin typeface="Times New Roman" panose="02020603050405020304" pitchFamily="18" charset="0"/>
                <a:cs typeface="Times New Roman" panose="02020603050405020304" pitchFamily="18" charset="0"/>
              </a:rPr>
              <a:t>4.4 CÁC CÁCH PHÒNG CHỐNG</a:t>
            </a:r>
          </a:p>
        </p:txBody>
      </p:sp>
    </p:spTree>
    <p:extLst>
      <p:ext uri="{BB962C8B-B14F-4D97-AF65-F5344CB8AC3E}">
        <p14:creationId xmlns:p14="http://schemas.microsoft.com/office/powerpoint/2010/main" val="3603778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41"/>
          <p:cNvSpPr txBox="1">
            <a:spLocks noGrp="1"/>
          </p:cNvSpPr>
          <p:nvPr>
            <p:ph type="ctrTitle"/>
          </p:nvPr>
        </p:nvSpPr>
        <p:spPr>
          <a:xfrm>
            <a:off x="1451728" y="2571159"/>
            <a:ext cx="10011266" cy="1171281"/>
          </a:xfrm>
          <a:prstGeom prst="rect">
            <a:avLst/>
          </a:prstGeom>
          <a:noFill/>
          <a:ln>
            <a:noFill/>
          </a:ln>
        </p:spPr>
        <p:txBody>
          <a:bodyPr spcFirstLastPara="1" wrap="square" lIns="91425" tIns="45700" rIns="91425" bIns="45700" anchor="b" anchorCtr="0">
            <a:noAutofit/>
          </a:bodyPr>
          <a:lstStyle/>
          <a:p>
            <a:pPr marL="0" lvl="0" indent="0" rtl="0">
              <a:lnSpc>
                <a:spcPct val="90000"/>
              </a:lnSpc>
              <a:spcBef>
                <a:spcPts val="0"/>
              </a:spcBef>
              <a:spcAft>
                <a:spcPts val="0"/>
              </a:spcAft>
              <a:buClr>
                <a:srgbClr val="1F5CA9"/>
              </a:buClr>
              <a:buSzPts val="4000"/>
              <a:buFont typeface="K2D"/>
              <a:buNone/>
            </a:pPr>
            <a:r>
              <a:rPr lang="en-US" sz="2800" dirty="0">
                <a:latin typeface="Times New Roman" panose="02020603050405020304" pitchFamily="18" charset="0"/>
                <a:cs typeface="Times New Roman" panose="02020603050405020304" pitchFamily="18" charset="0"/>
              </a:rPr>
              <a:t>5. </a:t>
            </a:r>
            <a:r>
              <a:rPr lang="en-US" sz="2800" dirty="0">
                <a:solidFill>
                  <a:srgbClr val="1F5CAA"/>
                </a:solidFill>
                <a:latin typeface="Times New Roman" panose="02020603050405020304" pitchFamily="18" charset="0"/>
                <a:cs typeface="Times New Roman" panose="02020603050405020304" pitchFamily="18" charset="0"/>
              </a:rPr>
              <a:t>MISSING MULTI-FACTOR AUTHENTICATION - THIẾU XÁC THỰC ĐA YẾU TỐ</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42"/>
          <p:cNvSpPr txBox="1">
            <a:spLocks noGrp="1"/>
          </p:cNvSpPr>
          <p:nvPr>
            <p:ph type="title"/>
          </p:nvPr>
        </p:nvSpPr>
        <p:spPr>
          <a:xfrm>
            <a:off x="838200" y="15200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600"/>
              <a:buFont typeface="K2D"/>
              <a:buNone/>
            </a:pPr>
            <a:r>
              <a:rPr lang="en-US" sz="2800" dirty="0">
                <a:solidFill>
                  <a:srgbClr val="1F5CAA"/>
                </a:solidFill>
                <a:latin typeface="Times New Roman" panose="02020603050405020304" pitchFamily="18" charset="0"/>
                <a:cs typeface="Times New Roman" panose="02020603050405020304" pitchFamily="18" charset="0"/>
              </a:rPr>
              <a:t> 5. MISSING MULTI-FACTOR AUTHENTICATION </a:t>
            </a:r>
            <a:endParaRPr sz="2800" dirty="0"/>
          </a:p>
        </p:txBody>
      </p:sp>
      <p:sp>
        <p:nvSpPr>
          <p:cNvPr id="633" name="Google Shape;633;p42"/>
          <p:cNvSpPr txBox="1">
            <a:spLocks noGrp="1"/>
          </p:cNvSpPr>
          <p:nvPr>
            <p:ph type="body" idx="1"/>
          </p:nvPr>
        </p:nvSpPr>
        <p:spPr>
          <a:xfrm>
            <a:off x="1382402" y="2237948"/>
            <a:ext cx="4845772" cy="2646056"/>
          </a:xfrm>
          <a:prstGeom prst="rect">
            <a:avLst/>
          </a:prstGeom>
          <a:noFill/>
          <a:ln>
            <a:noFill/>
          </a:ln>
        </p:spPr>
        <p:txBody>
          <a:bodyPr spcFirstLastPara="1" wrap="square" lIns="91425" tIns="45700" rIns="91425" bIns="45700" anchor="t" anchorCtr="0">
            <a:normAutofit/>
          </a:bodyPr>
          <a:lstStyle/>
          <a:p>
            <a:pPr marL="0" lvl="0" indent="0" rtl="0">
              <a:lnSpc>
                <a:spcPct val="100000"/>
              </a:lnSpc>
              <a:spcBef>
                <a:spcPts val="1200"/>
              </a:spcBef>
              <a:spcAft>
                <a:spcPts val="0"/>
              </a:spcAft>
              <a:buClr>
                <a:schemeClr val="dk1"/>
              </a:buClr>
              <a:buSzPts val="2400"/>
              <a:buNone/>
            </a:pPr>
            <a:r>
              <a:rPr lang="en-US" dirty="0">
                <a:latin typeface="Times New Roman" panose="02020603050405020304" pitchFamily="18" charset="0"/>
                <a:cs typeface="Times New Roman" panose="02020603050405020304" pitchFamily="18" charset="0"/>
              </a:rPr>
              <a:t>X</a:t>
            </a:r>
            <a:r>
              <a:rPr lang="vi-VN" dirty="0">
                <a:latin typeface="Times New Roman" panose="02020603050405020304" pitchFamily="18" charset="0"/>
                <a:cs typeface="Times New Roman" panose="02020603050405020304" pitchFamily="18" charset="0"/>
              </a:rPr>
              <a:t>ác thực </a:t>
            </a:r>
            <a:r>
              <a:rPr lang="en-US" dirty="0">
                <a:latin typeface="Times New Roman" panose="02020603050405020304" pitchFamily="18" charset="0"/>
                <a:cs typeface="Times New Roman" panose="02020603050405020304" pitchFamily="18" charset="0"/>
              </a:rPr>
              <a:t>đ</a:t>
            </a:r>
            <a:r>
              <a:rPr lang="vi-VN" dirty="0">
                <a:latin typeface="Times New Roman" panose="02020603050405020304" pitchFamily="18" charset="0"/>
                <a:cs typeface="Times New Roman" panose="02020603050405020304" pitchFamily="18" charset="0"/>
              </a:rPr>
              <a:t>a yếu tố là một lỗ hổng bảo mật xảy ra khi một hệ thống, ứng dụng, hoặc tài khoản chỉ yêu cầu một yếu tố xác thực duy nhất để cấp</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quyền truy cập, mà không yêu cầu thêm bất kỳ lớp xác thực bổ sung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nào</a:t>
            </a:r>
            <a:r>
              <a:rPr lang="en-US" dirty="0">
                <a:latin typeface="Times New Roman" panose="02020603050405020304" pitchFamily="18" charset="0"/>
                <a:cs typeface="Times New Roman" panose="02020603050405020304" pitchFamily="18" charset="0"/>
              </a:rPr>
              <a:t>.</a:t>
            </a:r>
            <a:endParaRPr lang="vi-VN" sz="2800" dirty="0">
              <a:solidFill>
                <a:srgbClr val="1F5CAA"/>
              </a:solidFill>
              <a:latin typeface="Times New Roman" panose="02020603050405020304" pitchFamily="18" charset="0"/>
              <a:cs typeface="Times New Roman" panose="02020603050405020304" pitchFamily="18" charset="0"/>
            </a:endParaRPr>
          </a:p>
        </p:txBody>
      </p:sp>
      <p:sp>
        <p:nvSpPr>
          <p:cNvPr id="634" name="Google Shape;634;p42"/>
          <p:cNvSpPr txBox="1"/>
          <p:nvPr/>
        </p:nvSpPr>
        <p:spPr>
          <a:xfrm>
            <a:off x="1130431" y="1505327"/>
            <a:ext cx="5706035" cy="519953"/>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rgbClr val="1F5CAA"/>
              </a:buClr>
              <a:buSzPts val="2800"/>
              <a:buNone/>
            </a:pPr>
            <a:r>
              <a:rPr lang="en-US" sz="2400" b="1" dirty="0">
                <a:solidFill>
                  <a:srgbClr val="1F5CAA"/>
                </a:solidFill>
                <a:latin typeface="Times New Roman" panose="02020603050405020304" pitchFamily="18" charset="0"/>
                <a:cs typeface="Times New Roman" panose="02020603050405020304" pitchFamily="18" charset="0"/>
              </a:rPr>
              <a:t>5.1. TỔNG QUAN</a:t>
            </a:r>
          </a:p>
        </p:txBody>
      </p:sp>
      <p:pic>
        <p:nvPicPr>
          <p:cNvPr id="2050" name="Picture 2" descr="Multi-Factor Authentication is coming: A new way to securely sign-in |  Inside UNSW">
            <a:extLst>
              <a:ext uri="{FF2B5EF4-FFF2-40B4-BE49-F238E27FC236}">
                <a16:creationId xmlns:a16="http://schemas.microsoft.com/office/drawing/2014/main" id="{BAFC717D-D70D-C4C3-28F9-8A160AA389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2121" y="1907090"/>
            <a:ext cx="5011129" cy="31239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43"/>
          <p:cNvSpPr txBox="1">
            <a:spLocks noGrp="1"/>
          </p:cNvSpPr>
          <p:nvPr>
            <p:ph type="title"/>
          </p:nvPr>
        </p:nvSpPr>
        <p:spPr>
          <a:xfrm>
            <a:off x="838200" y="15200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600"/>
              <a:buFont typeface="K2D"/>
              <a:buNone/>
            </a:pPr>
            <a:r>
              <a:rPr lang="en-US" sz="2800" dirty="0">
                <a:solidFill>
                  <a:srgbClr val="1F5CAA"/>
                </a:solidFill>
                <a:latin typeface="Times New Roman" panose="02020603050405020304" pitchFamily="18" charset="0"/>
                <a:cs typeface="Times New Roman" panose="02020603050405020304" pitchFamily="18" charset="0"/>
              </a:rPr>
              <a:t> 5. MISSING MULTI-FACTOR AUTHENTICATION </a:t>
            </a:r>
            <a:endParaRPr lang="en-US" sz="2800" dirty="0"/>
          </a:p>
        </p:txBody>
      </p:sp>
      <p:sp>
        <p:nvSpPr>
          <p:cNvPr id="642" name="Google Shape;642;p43"/>
          <p:cNvSpPr txBox="1">
            <a:spLocks noGrp="1"/>
          </p:cNvSpPr>
          <p:nvPr>
            <p:ph type="body" idx="1"/>
          </p:nvPr>
        </p:nvSpPr>
        <p:spPr>
          <a:xfrm>
            <a:off x="1630053" y="2069292"/>
            <a:ext cx="5913423" cy="2719416"/>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1200"/>
              </a:spcBef>
              <a:spcAft>
                <a:spcPts val="0"/>
              </a:spcAft>
              <a:buClr>
                <a:schemeClr val="dk1"/>
              </a:buClr>
              <a:buSzPts val="2400"/>
              <a:buFont typeface="Arial"/>
              <a:buChar char="•"/>
            </a:pPr>
            <a:r>
              <a:rPr lang="vi-VN" dirty="0">
                <a:latin typeface="+mj-lt"/>
              </a:rPr>
              <a:t>Lo ngại về trải nghiệm người dùng</a:t>
            </a:r>
            <a:r>
              <a:rPr lang="en-US" dirty="0">
                <a:latin typeface="+mj-lt"/>
              </a:rPr>
              <a:t>.</a:t>
            </a:r>
            <a:endParaRPr lang="vi-VN" dirty="0">
              <a:latin typeface="+mj-lt"/>
            </a:endParaRPr>
          </a:p>
          <a:p>
            <a:pPr marL="342900" lvl="0" indent="-342900" algn="just" rtl="0">
              <a:lnSpc>
                <a:spcPct val="100000"/>
              </a:lnSpc>
              <a:spcBef>
                <a:spcPts val="1200"/>
              </a:spcBef>
              <a:spcAft>
                <a:spcPts val="0"/>
              </a:spcAft>
              <a:buClr>
                <a:schemeClr val="dk1"/>
              </a:buClr>
              <a:buSzPts val="2400"/>
              <a:buFont typeface="Arial"/>
              <a:buChar char="•"/>
            </a:pPr>
            <a:r>
              <a:rPr lang="vi-VN" dirty="0">
                <a:latin typeface="+mj-lt"/>
              </a:rPr>
              <a:t>Chi phí và hạn chế kỹ thuật</a:t>
            </a:r>
            <a:r>
              <a:rPr lang="en-US" dirty="0">
                <a:latin typeface="+mj-lt"/>
              </a:rPr>
              <a:t>.</a:t>
            </a:r>
            <a:endParaRPr lang="vi-VN" dirty="0">
              <a:latin typeface="+mj-lt"/>
            </a:endParaRPr>
          </a:p>
          <a:p>
            <a:pPr marL="342900" lvl="0" indent="-342900" algn="just" rtl="0">
              <a:lnSpc>
                <a:spcPct val="100000"/>
              </a:lnSpc>
              <a:spcBef>
                <a:spcPts val="1200"/>
              </a:spcBef>
              <a:spcAft>
                <a:spcPts val="0"/>
              </a:spcAft>
              <a:buClr>
                <a:schemeClr val="dk1"/>
              </a:buClr>
              <a:buSzPts val="2400"/>
              <a:buFont typeface="Arial"/>
              <a:buChar char="•"/>
            </a:pPr>
            <a:r>
              <a:rPr lang="vi-VN" dirty="0">
                <a:latin typeface="+mj-lt"/>
              </a:rPr>
              <a:t>Nhận thức thấp về bảo mật</a:t>
            </a:r>
            <a:r>
              <a:rPr lang="en-US" dirty="0">
                <a:latin typeface="+mj-lt"/>
              </a:rPr>
              <a:t>.</a:t>
            </a:r>
            <a:endParaRPr lang="vi-VN" dirty="0">
              <a:latin typeface="+mj-lt"/>
            </a:endParaRPr>
          </a:p>
          <a:p>
            <a:pPr marL="342900" lvl="0" indent="-342900" algn="just" rtl="0">
              <a:lnSpc>
                <a:spcPct val="100000"/>
              </a:lnSpc>
              <a:spcBef>
                <a:spcPts val="1200"/>
              </a:spcBef>
              <a:spcAft>
                <a:spcPts val="0"/>
              </a:spcAft>
              <a:buClr>
                <a:schemeClr val="dk1"/>
              </a:buClr>
              <a:buSzPts val="2400"/>
              <a:buFont typeface="Arial"/>
              <a:buChar char="•"/>
            </a:pPr>
            <a:r>
              <a:rPr lang="vi-VN" dirty="0">
                <a:latin typeface="+mj-lt"/>
              </a:rPr>
              <a:t>Triển khai bảo mật không đầy đủ</a:t>
            </a:r>
            <a:r>
              <a:rPr lang="en-US" dirty="0">
                <a:latin typeface="+mj-lt"/>
              </a:rPr>
              <a:t>.</a:t>
            </a:r>
            <a:endParaRPr lang="vi-VN" dirty="0">
              <a:latin typeface="+mj-lt"/>
            </a:endParaRPr>
          </a:p>
        </p:txBody>
      </p:sp>
      <p:sp>
        <p:nvSpPr>
          <p:cNvPr id="643" name="Google Shape;643;p43"/>
          <p:cNvSpPr txBox="1"/>
          <p:nvPr/>
        </p:nvSpPr>
        <p:spPr>
          <a:xfrm>
            <a:off x="1168139" y="1445644"/>
            <a:ext cx="5706035" cy="519953"/>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rgbClr val="1F5CAA"/>
              </a:buClr>
              <a:buSzPts val="2800"/>
              <a:buNone/>
            </a:pPr>
            <a:r>
              <a:rPr lang="en-US" sz="2400" b="1" dirty="0">
                <a:solidFill>
                  <a:srgbClr val="1F5CAA"/>
                </a:solidFill>
                <a:latin typeface="Times New Roman" panose="02020603050405020304" pitchFamily="18" charset="0"/>
                <a:cs typeface="Times New Roman" panose="02020603050405020304" pitchFamily="18" charset="0"/>
              </a:rPr>
              <a:t>5.2. NGUYÊN NHÂN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5C587-A2B7-1289-380B-3F517C32B2D0}"/>
              </a:ext>
            </a:extLst>
          </p:cNvPr>
          <p:cNvSpPr>
            <a:spLocks noGrp="1"/>
          </p:cNvSpPr>
          <p:nvPr>
            <p:ph type="title"/>
          </p:nvPr>
        </p:nvSpPr>
        <p:spPr/>
        <p:txBody>
          <a:bodyPr>
            <a:normAutofit/>
          </a:bodyPr>
          <a:lstStyle/>
          <a:p>
            <a:r>
              <a:rPr lang="en-US" sz="2800" dirty="0">
                <a:solidFill>
                  <a:srgbClr val="1F5CAA"/>
                </a:solidFill>
                <a:latin typeface="Times New Roman" panose="02020603050405020304" pitchFamily="18" charset="0"/>
                <a:cs typeface="Times New Roman" panose="02020603050405020304" pitchFamily="18" charset="0"/>
              </a:rPr>
              <a:t> 5. MISSING MULTI-FACTOR AUTHENTICATION </a:t>
            </a:r>
            <a:endParaRPr lang="en-US" sz="2800" dirty="0"/>
          </a:p>
        </p:txBody>
      </p:sp>
      <p:sp>
        <p:nvSpPr>
          <p:cNvPr id="3" name="TextBox 2">
            <a:extLst>
              <a:ext uri="{FF2B5EF4-FFF2-40B4-BE49-F238E27FC236}">
                <a16:creationId xmlns:a16="http://schemas.microsoft.com/office/drawing/2014/main" id="{74141235-416E-BFCF-F489-D2A4FC0F9D38}"/>
              </a:ext>
            </a:extLst>
          </p:cNvPr>
          <p:cNvSpPr txBox="1"/>
          <p:nvPr/>
        </p:nvSpPr>
        <p:spPr>
          <a:xfrm>
            <a:off x="1112362" y="1477568"/>
            <a:ext cx="3994235" cy="461665"/>
          </a:xfrm>
          <a:prstGeom prst="rect">
            <a:avLst/>
          </a:prstGeom>
          <a:noFill/>
        </p:spPr>
        <p:txBody>
          <a:bodyPr wrap="none" rtlCol="0">
            <a:spAutoFit/>
          </a:bodyPr>
          <a:lstStyle/>
          <a:p>
            <a:r>
              <a:rPr lang="en-US" sz="2400" b="1" dirty="0">
                <a:solidFill>
                  <a:srgbClr val="1F5CAA"/>
                </a:solidFill>
                <a:latin typeface="Times New Roman" panose="02020603050405020304" pitchFamily="18" charset="0"/>
                <a:cs typeface="Times New Roman" panose="02020603050405020304" pitchFamily="18" charset="0"/>
              </a:rPr>
              <a:t> 5.3 KỊCH BẢN TẤN CÔNG</a:t>
            </a:r>
            <a:endParaRPr lang="en-US" sz="2400" b="1" dirty="0"/>
          </a:p>
        </p:txBody>
      </p:sp>
      <p:pic>
        <p:nvPicPr>
          <p:cNvPr id="5" name="Picture 2" descr="What is Phishing-Resistant Multi-Factor Authentication?">
            <a:extLst>
              <a:ext uri="{FF2B5EF4-FFF2-40B4-BE49-F238E27FC236}">
                <a16:creationId xmlns:a16="http://schemas.microsoft.com/office/drawing/2014/main" id="{B5E16056-724F-64CF-ACBB-AF0514AD6F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6583" y="1914196"/>
            <a:ext cx="6558833" cy="37608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65033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40">
          <a:extLst>
            <a:ext uri="{FF2B5EF4-FFF2-40B4-BE49-F238E27FC236}">
              <a16:creationId xmlns:a16="http://schemas.microsoft.com/office/drawing/2014/main" id="{8A41043B-780E-ABC8-44DD-73A8AE062F0A}"/>
            </a:ext>
          </a:extLst>
        </p:cNvPr>
        <p:cNvGrpSpPr/>
        <p:nvPr/>
      </p:nvGrpSpPr>
      <p:grpSpPr>
        <a:xfrm>
          <a:off x="0" y="0"/>
          <a:ext cx="0" cy="0"/>
          <a:chOff x="0" y="0"/>
          <a:chExt cx="0" cy="0"/>
        </a:xfrm>
      </p:grpSpPr>
      <p:sp>
        <p:nvSpPr>
          <p:cNvPr id="641" name="Google Shape;641;p43">
            <a:extLst>
              <a:ext uri="{FF2B5EF4-FFF2-40B4-BE49-F238E27FC236}">
                <a16:creationId xmlns:a16="http://schemas.microsoft.com/office/drawing/2014/main" id="{BA581A5B-D0A1-98D2-3DC1-A318A445E541}"/>
              </a:ext>
            </a:extLst>
          </p:cNvPr>
          <p:cNvSpPr txBox="1">
            <a:spLocks noGrp="1"/>
          </p:cNvSpPr>
          <p:nvPr>
            <p:ph type="title"/>
          </p:nvPr>
        </p:nvSpPr>
        <p:spPr>
          <a:xfrm>
            <a:off x="838200" y="15200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600"/>
              <a:buFont typeface="K2D"/>
              <a:buNone/>
            </a:pPr>
            <a:r>
              <a:rPr lang="en-US" sz="2800" dirty="0">
                <a:solidFill>
                  <a:srgbClr val="1F5CAA"/>
                </a:solidFill>
                <a:latin typeface="Times New Roman" panose="02020603050405020304" pitchFamily="18" charset="0"/>
                <a:cs typeface="Times New Roman" panose="02020603050405020304" pitchFamily="18" charset="0"/>
              </a:rPr>
              <a:t> 5. MISSING MULTI-FACTOR AUTHENTICATION </a:t>
            </a:r>
            <a:endParaRPr sz="2800" dirty="0"/>
          </a:p>
        </p:txBody>
      </p:sp>
      <p:sp>
        <p:nvSpPr>
          <p:cNvPr id="642" name="Google Shape;642;p43">
            <a:extLst>
              <a:ext uri="{FF2B5EF4-FFF2-40B4-BE49-F238E27FC236}">
                <a16:creationId xmlns:a16="http://schemas.microsoft.com/office/drawing/2014/main" id="{89CA5348-8C84-0A91-9BF9-564B9845EC74}"/>
              </a:ext>
            </a:extLst>
          </p:cNvPr>
          <p:cNvSpPr txBox="1">
            <a:spLocks noGrp="1"/>
          </p:cNvSpPr>
          <p:nvPr>
            <p:ph type="body" idx="1"/>
          </p:nvPr>
        </p:nvSpPr>
        <p:spPr>
          <a:xfrm>
            <a:off x="1507111" y="2034391"/>
            <a:ext cx="6957765" cy="1660916"/>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1200"/>
              </a:spcBef>
              <a:spcAft>
                <a:spcPts val="0"/>
              </a:spcAft>
              <a:buClr>
                <a:schemeClr val="dk1"/>
              </a:buClr>
              <a:buSzPts val="240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Bắt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buộc</a:t>
            </a:r>
            <a:r>
              <a:rPr lang="en-US" dirty="0">
                <a:latin typeface="Times New Roman" panose="02020603050405020304" pitchFamily="18" charset="0"/>
                <a:cs typeface="Times New Roman" panose="02020603050405020304" pitchFamily="18" charset="0"/>
              </a:rPr>
              <a:t> MFA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khoản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trọng</a:t>
            </a:r>
            <a:r>
              <a:rPr lang="en-US" dirty="0">
                <a:latin typeface="Times New Roman" panose="02020603050405020304" pitchFamily="18" charset="0"/>
                <a:cs typeface="Times New Roman" panose="02020603050405020304" pitchFamily="18" charset="0"/>
              </a:rPr>
              <a:t>.</a:t>
            </a:r>
          </a:p>
          <a:p>
            <a:pPr marL="342900" lvl="0" indent="-342900" algn="just" rtl="0">
              <a:lnSpc>
                <a:spcPct val="100000"/>
              </a:lnSpc>
              <a:spcBef>
                <a:spcPts val="1200"/>
              </a:spcBef>
              <a:spcAft>
                <a:spcPts val="0"/>
              </a:spcAft>
              <a:buClr>
                <a:schemeClr val="dk1"/>
              </a:buClr>
              <a:buSzPts val="240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Chính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khẩu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mạnh</a:t>
            </a:r>
            <a:r>
              <a:rPr lang="en-US" dirty="0">
                <a:latin typeface="Times New Roman" panose="02020603050405020304" pitchFamily="18" charset="0"/>
                <a:cs typeface="Times New Roman" panose="02020603050405020304" pitchFamily="18" charset="0"/>
              </a:rPr>
              <a:t> &amp; </a:t>
            </a:r>
            <a:r>
              <a:rPr lang="en-US" dirty="0" err="1">
                <a:latin typeface="Times New Roman" panose="02020603050405020304" pitchFamily="18" charset="0"/>
                <a:cs typeface="Times New Roman" panose="02020603050405020304" pitchFamily="18" charset="0"/>
              </a:rPr>
              <a:t>quản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khẩu</a:t>
            </a:r>
            <a:r>
              <a:rPr lang="en-US"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i="0" dirty="0" err="1">
                <a:solidFill>
                  <a:srgbClr val="213343"/>
                </a:solidFill>
                <a:effectLst/>
                <a:latin typeface="Times New Roman" panose="02020603050405020304" pitchFamily="18" charset="0"/>
                <a:cs typeface="Times New Roman" panose="02020603050405020304" pitchFamily="18" charset="0"/>
              </a:rPr>
              <a:t>Không</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nhấp</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vào</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các</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liên</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kết</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đáng</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ngờ</a:t>
            </a:r>
            <a:r>
              <a:rPr lang="en-US" sz="2400" i="0" dirty="0">
                <a:solidFill>
                  <a:srgbClr val="213343"/>
                </a:solidFill>
                <a:effectLst/>
                <a:latin typeface="Times New Roman" panose="02020603050405020304" pitchFamily="18" charset="0"/>
                <a:cs typeface="Times New Roman" panose="02020603050405020304" pitchFamily="18" charset="0"/>
              </a:rPr>
              <a:t>.</a:t>
            </a:r>
          </a:p>
          <a:p>
            <a:pPr marL="342900" lvl="0" indent="-342900" algn="just" rtl="0">
              <a:lnSpc>
                <a:spcPct val="100000"/>
              </a:lnSpc>
              <a:spcBef>
                <a:spcPts val="1200"/>
              </a:spcBef>
              <a:spcAft>
                <a:spcPts val="0"/>
              </a:spcAft>
              <a:buClr>
                <a:schemeClr val="dk1"/>
              </a:buClr>
              <a:buSzPts val="24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43" name="Google Shape;643;p43">
            <a:extLst>
              <a:ext uri="{FF2B5EF4-FFF2-40B4-BE49-F238E27FC236}">
                <a16:creationId xmlns:a16="http://schemas.microsoft.com/office/drawing/2014/main" id="{447EB9B4-A474-0F76-BCF4-5B49B73969E4}"/>
              </a:ext>
            </a:extLst>
          </p:cNvPr>
          <p:cNvSpPr txBox="1"/>
          <p:nvPr/>
        </p:nvSpPr>
        <p:spPr>
          <a:xfrm>
            <a:off x="1573491" y="1353776"/>
            <a:ext cx="2970229" cy="519953"/>
          </a:xfrm>
          <a:prstGeom prst="rect">
            <a:avLst/>
          </a:prstGeom>
          <a:noFill/>
          <a:ln>
            <a:noFill/>
          </a:ln>
        </p:spPr>
        <p:txBody>
          <a:bodyPr spcFirstLastPara="1" wrap="square" lIns="91425" tIns="45700" rIns="91425" bIns="45700" anchor="t" anchorCtr="0">
            <a:normAutofit/>
          </a:bodyPr>
          <a:lstStyle/>
          <a:p>
            <a:pPr marL="0" marR="0" lvl="0" indent="0" algn="just" rtl="0">
              <a:lnSpc>
                <a:spcPct val="100000"/>
              </a:lnSpc>
              <a:spcBef>
                <a:spcPts val="0"/>
              </a:spcBef>
              <a:spcAft>
                <a:spcPts val="0"/>
              </a:spcAft>
              <a:buClr>
                <a:schemeClr val="dk1"/>
              </a:buClr>
              <a:buSzPts val="2400"/>
              <a:buFont typeface="Arial"/>
              <a:buNone/>
            </a:pPr>
            <a:endParaRPr sz="2400" b="0" i="0" dirty="0">
              <a:solidFill>
                <a:srgbClr val="1F5CAA"/>
              </a:solidFill>
              <a:latin typeface="Readex Pro"/>
              <a:ea typeface="Readex Pro"/>
              <a:cs typeface="Readex Pro"/>
              <a:sym typeface="Readex Pro"/>
            </a:endParaRPr>
          </a:p>
        </p:txBody>
      </p:sp>
      <p:sp>
        <p:nvSpPr>
          <p:cNvPr id="2" name="TextBox 1">
            <a:extLst>
              <a:ext uri="{FF2B5EF4-FFF2-40B4-BE49-F238E27FC236}">
                <a16:creationId xmlns:a16="http://schemas.microsoft.com/office/drawing/2014/main" id="{030D7DA5-74C0-AD0C-AE23-9E95FCC928BD}"/>
              </a:ext>
            </a:extLst>
          </p:cNvPr>
          <p:cNvSpPr txBox="1"/>
          <p:nvPr/>
        </p:nvSpPr>
        <p:spPr>
          <a:xfrm>
            <a:off x="1122601" y="1350615"/>
            <a:ext cx="4742004" cy="461665"/>
          </a:xfrm>
          <a:prstGeom prst="rect">
            <a:avLst/>
          </a:prstGeom>
          <a:noFill/>
        </p:spPr>
        <p:txBody>
          <a:bodyPr wrap="none" rtlCol="0">
            <a:spAutoFit/>
          </a:bodyPr>
          <a:lstStyle/>
          <a:p>
            <a:r>
              <a:rPr lang="en-US" sz="2400" b="1" dirty="0">
                <a:solidFill>
                  <a:srgbClr val="1F5CAA"/>
                </a:solidFill>
                <a:latin typeface="Times New Roman" panose="02020603050405020304" pitchFamily="18" charset="0"/>
                <a:cs typeface="Times New Roman" panose="02020603050405020304" pitchFamily="18" charset="0"/>
              </a:rPr>
              <a:t>5.4 CÁC CÁCH PHÒNG CHỐNG</a:t>
            </a:r>
          </a:p>
        </p:txBody>
      </p:sp>
    </p:spTree>
    <p:extLst>
      <p:ext uri="{BB962C8B-B14F-4D97-AF65-F5344CB8AC3E}">
        <p14:creationId xmlns:p14="http://schemas.microsoft.com/office/powerpoint/2010/main" val="19453621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46"/>
          <p:cNvSpPr txBox="1">
            <a:spLocks noGrp="1"/>
          </p:cNvSpPr>
          <p:nvPr>
            <p:ph type="ctrTitle"/>
          </p:nvPr>
        </p:nvSpPr>
        <p:spPr>
          <a:xfrm>
            <a:off x="1433864" y="2469824"/>
            <a:ext cx="9750876" cy="1560136"/>
          </a:xfrm>
          <a:prstGeom prst="rect">
            <a:avLst/>
          </a:prstGeom>
          <a:noFill/>
          <a:ln>
            <a:noFill/>
          </a:ln>
        </p:spPr>
        <p:txBody>
          <a:bodyPr spcFirstLastPara="1" wrap="square" lIns="91425" tIns="45700" rIns="91425" bIns="45700" anchor="b" anchorCtr="0">
            <a:noAutofit/>
          </a:bodyPr>
          <a:lstStyle/>
          <a:p>
            <a:pPr>
              <a:lnSpc>
                <a:spcPct val="150000"/>
              </a:lnSpc>
              <a:spcBef>
                <a:spcPts val="0"/>
              </a:spcBef>
              <a:buClr>
                <a:srgbClr val="1F5CAA"/>
              </a:buClr>
            </a:pPr>
            <a:r>
              <a:rPr lang="en-US" sz="2800" dirty="0">
                <a:solidFill>
                  <a:srgbClr val="1F5CAA"/>
                </a:solidFill>
                <a:latin typeface="Times New Roman" panose="02020603050405020304" pitchFamily="18" charset="0"/>
                <a:cs typeface="Times New Roman" panose="02020603050405020304" pitchFamily="18" charset="0"/>
              </a:rPr>
              <a:t>6.</a:t>
            </a:r>
            <a:r>
              <a:rPr lang="en-US" sz="2800" b="1" dirty="0">
                <a:solidFill>
                  <a:srgbClr val="1F5CAA"/>
                </a:solidFill>
                <a:latin typeface="Times New Roman" panose="02020603050405020304" pitchFamily="18" charset="0"/>
                <a:cs typeface="Times New Roman" panose="02020603050405020304" pitchFamily="18" charset="0"/>
              </a:rPr>
              <a:t> SESSION MANAGEMENT </a:t>
            </a:r>
            <a:r>
              <a:rPr lang="en-US" sz="2800" b="1" i="0" u="none" strike="noStrike" dirty="0">
                <a:solidFill>
                  <a:srgbClr val="1F5CAA"/>
                </a:solidFill>
                <a:effectLst/>
                <a:latin typeface="Times New Roman" panose="02020603050405020304" pitchFamily="18" charset="0"/>
                <a:cs typeface="Times New Roman" panose="02020603050405020304" pitchFamily="18" charset="0"/>
              </a:rPr>
              <a:t>VULNERABILITIES – LỖ HỔNG QUẢN LÝ PHIÊN</a:t>
            </a:r>
            <a:endParaRPr lang="en-US" sz="2800" b="1" dirty="0">
              <a:solidFill>
                <a:srgbClr val="1F5CAA"/>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48"/>
          <p:cNvSpPr txBox="1">
            <a:spLocks noGrp="1"/>
          </p:cNvSpPr>
          <p:nvPr>
            <p:ph type="title"/>
          </p:nvPr>
        </p:nvSpPr>
        <p:spPr>
          <a:xfrm>
            <a:off x="762786" y="352701"/>
            <a:ext cx="10515600" cy="9763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600"/>
              <a:buFont typeface="K2D" panose="00000500000000000000"/>
              <a:buNone/>
            </a:pPr>
            <a:r>
              <a:rPr lang="en-US" sz="2800" dirty="0">
                <a:latin typeface="Times New Roman" panose="02020603050405020304" pitchFamily="18" charset="0"/>
                <a:cs typeface="Times New Roman" panose="02020603050405020304" pitchFamily="18" charset="0"/>
              </a:rPr>
              <a:t>6. </a:t>
            </a:r>
            <a:r>
              <a:rPr lang="en-US" sz="2800" dirty="0">
                <a:solidFill>
                  <a:srgbClr val="1F5CAA"/>
                </a:solidFill>
                <a:latin typeface="Times New Roman" panose="02020603050405020304" pitchFamily="18" charset="0"/>
                <a:cs typeface="Times New Roman" panose="02020603050405020304" pitchFamily="18" charset="0"/>
              </a:rPr>
              <a:t>SESSION MANAGERMENT </a:t>
            </a:r>
            <a:r>
              <a:rPr lang="en-US" sz="2800" i="0" u="none" strike="noStrike" dirty="0">
                <a:solidFill>
                  <a:srgbClr val="1F5CAA"/>
                </a:solidFill>
                <a:effectLst/>
                <a:latin typeface="Times New Roman" panose="02020603050405020304" pitchFamily="18" charset="0"/>
                <a:cs typeface="Times New Roman" panose="02020603050405020304" pitchFamily="18" charset="0"/>
              </a:rPr>
              <a:t>VULNERABILITIES </a:t>
            </a:r>
            <a:endParaRPr sz="2800" dirty="0">
              <a:latin typeface="Times New Roman" panose="02020603050405020304" pitchFamily="18" charset="0"/>
              <a:cs typeface="Times New Roman" panose="02020603050405020304" pitchFamily="18" charset="0"/>
            </a:endParaRPr>
          </a:p>
        </p:txBody>
      </p:sp>
      <p:sp>
        <p:nvSpPr>
          <p:cNvPr id="680" name="Google Shape;680;p48"/>
          <p:cNvSpPr txBox="1">
            <a:spLocks noGrp="1"/>
          </p:cNvSpPr>
          <p:nvPr>
            <p:ph type="body" idx="1"/>
          </p:nvPr>
        </p:nvSpPr>
        <p:spPr>
          <a:xfrm>
            <a:off x="1207195" y="2131022"/>
            <a:ext cx="6494504" cy="2957685"/>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1200"/>
              </a:spcBef>
              <a:spcAft>
                <a:spcPts val="0"/>
              </a:spcAft>
              <a:buClr>
                <a:srgbClr val="00AFEF"/>
              </a:buClr>
              <a:buSzPts val="2800"/>
            </a:pPr>
            <a:r>
              <a:rPr lang="en-US" dirty="0">
                <a:latin typeface="Times New Roman" panose="02020603050405020304" pitchFamily="18" charset="0"/>
                <a:cs typeface="Times New Roman" panose="02020603050405020304" pitchFamily="18" charset="0"/>
              </a:rPr>
              <a:t>Session Management Vulnerabilities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c</a:t>
            </a:r>
            <a:r>
              <a:rPr lang="vi-VN" dirty="0">
                <a:latin typeface="Times New Roman" panose="02020603050405020304" pitchFamily="18" charset="0"/>
                <a:cs typeface="Times New Roman" panose="02020603050405020304" pitchFamily="18" charset="0"/>
              </a:rPr>
              <a:t>ác lỗ hổng liên quan đến quản lý phiên đăng nhập của người dùng. Phiên giúp hệ thống nhớ trạng thái đăng nhập sau khi xác thực. Nếu quản lý phiên kém, </a:t>
            </a:r>
            <a:r>
              <a:rPr lang="vi-VN" dirty="0" err="1">
                <a:latin typeface="Times New Roman" panose="02020603050405020304" pitchFamily="18" charset="0"/>
                <a:cs typeface="Times New Roman" panose="02020603050405020304" pitchFamily="18" charset="0"/>
              </a:rPr>
              <a:t>hacker</a:t>
            </a:r>
            <a:r>
              <a:rPr lang="vi-VN" dirty="0">
                <a:latin typeface="Times New Roman" panose="02020603050405020304" pitchFamily="18" charset="0"/>
                <a:cs typeface="Times New Roman" panose="02020603050405020304" pitchFamily="18" charset="0"/>
              </a:rPr>
              <a:t> có thể chiếm quyền truy cập, thay đổi hoặc giả mạo phiên để truy cập dữ liệu nhạy cảm mà không cần đăng nhập.</a:t>
            </a:r>
            <a:endParaRPr dirty="0">
              <a:latin typeface="Times New Roman" panose="02020603050405020304" pitchFamily="18" charset="0"/>
              <a:cs typeface="Times New Roman" panose="02020603050405020304" pitchFamily="18" charset="0"/>
            </a:endParaRPr>
          </a:p>
        </p:txBody>
      </p:sp>
      <p:sp>
        <p:nvSpPr>
          <p:cNvPr id="681" name="Google Shape;681;p48"/>
          <p:cNvSpPr txBox="1"/>
          <p:nvPr/>
        </p:nvSpPr>
        <p:spPr>
          <a:xfrm>
            <a:off x="979602" y="1470060"/>
            <a:ext cx="5706035" cy="519953"/>
          </a:xfrm>
          <a:prstGeom prst="rect">
            <a:avLst/>
          </a:prstGeom>
          <a:noFill/>
          <a:ln>
            <a:noFill/>
          </a:ln>
        </p:spPr>
        <p:txBody>
          <a:bodyPr spcFirstLastPara="1" wrap="square" lIns="91425" tIns="45700" rIns="91425" bIns="45700" anchor="t" anchorCtr="0">
            <a:normAutofit/>
          </a:bodyPr>
          <a:lstStyle/>
          <a:p>
            <a:pPr marL="0" marR="0" lvl="0" indent="0" algn="just" rtl="0">
              <a:lnSpc>
                <a:spcPct val="100000"/>
              </a:lnSpc>
              <a:spcBef>
                <a:spcPts val="0"/>
              </a:spcBef>
              <a:spcAft>
                <a:spcPts val="0"/>
              </a:spcAft>
              <a:buClr>
                <a:schemeClr val="dk1"/>
              </a:buClr>
              <a:buSzPts val="2400"/>
              <a:buFont typeface="Arial" panose="020B0604020202020204"/>
              <a:buNone/>
            </a:pPr>
            <a:r>
              <a:rPr lang="en-US" sz="2400" b="1" dirty="0">
                <a:solidFill>
                  <a:srgbClr val="1F5CAA"/>
                </a:solidFill>
                <a:latin typeface="Times New Roman" panose="02020603050405020304" pitchFamily="18" charset="0"/>
                <a:cs typeface="Times New Roman" panose="02020603050405020304" pitchFamily="18" charset="0"/>
              </a:rPr>
              <a:t>6.1 TỔNG QUAN</a:t>
            </a:r>
            <a:endParaRPr sz="2400" b="1" i="0" dirty="0">
              <a:solidFill>
                <a:srgbClr val="1F5CAA"/>
              </a:solidFill>
              <a:latin typeface="Times New Roman" panose="02020603050405020304" pitchFamily="18" charset="0"/>
              <a:ea typeface="Readex Pro"/>
              <a:cs typeface="Times New Roman" panose="02020603050405020304" pitchFamily="18" charset="0"/>
              <a:sym typeface="Readex Pro"/>
            </a:endParaRPr>
          </a:p>
        </p:txBody>
      </p:sp>
      <p:pic>
        <p:nvPicPr>
          <p:cNvPr id="4098" name="Picture 2">
            <a:extLst>
              <a:ext uri="{FF2B5EF4-FFF2-40B4-BE49-F238E27FC236}">
                <a16:creationId xmlns:a16="http://schemas.microsoft.com/office/drawing/2014/main" id="{E1BDFBCC-9D3C-1D65-39C8-1718398673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2431" y="1640709"/>
            <a:ext cx="3405955" cy="34059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48"/>
          <p:cNvSpPr txBox="1">
            <a:spLocks noGrp="1"/>
          </p:cNvSpPr>
          <p:nvPr>
            <p:ph type="title"/>
          </p:nvPr>
        </p:nvSpPr>
        <p:spPr>
          <a:xfrm>
            <a:off x="762786" y="352701"/>
            <a:ext cx="10515600" cy="9763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600"/>
              <a:buFont typeface="K2D" panose="00000500000000000000"/>
              <a:buNone/>
            </a:pPr>
            <a:r>
              <a:rPr lang="en-US" sz="2800" dirty="0">
                <a:latin typeface="Times New Roman" panose="02020603050405020304" pitchFamily="18" charset="0"/>
                <a:cs typeface="Times New Roman" panose="02020603050405020304" pitchFamily="18" charset="0"/>
              </a:rPr>
              <a:t>6. </a:t>
            </a:r>
            <a:r>
              <a:rPr lang="en-US" sz="2800" dirty="0">
                <a:solidFill>
                  <a:srgbClr val="1F5CAA"/>
                </a:solidFill>
                <a:latin typeface="Times New Roman" panose="02020603050405020304" pitchFamily="18" charset="0"/>
                <a:cs typeface="Times New Roman" panose="02020603050405020304" pitchFamily="18" charset="0"/>
              </a:rPr>
              <a:t>SESSION MANAGERMENT </a:t>
            </a:r>
            <a:r>
              <a:rPr lang="en-US" sz="2800" i="0" u="none" strike="noStrike" dirty="0">
                <a:solidFill>
                  <a:srgbClr val="1F5CAA"/>
                </a:solidFill>
                <a:effectLst/>
                <a:latin typeface="Times New Roman" panose="02020603050405020304" pitchFamily="18" charset="0"/>
                <a:cs typeface="Times New Roman" panose="02020603050405020304" pitchFamily="18" charset="0"/>
              </a:rPr>
              <a:t>VULNERABILITIES </a:t>
            </a:r>
            <a:endParaRPr sz="2800" dirty="0">
              <a:latin typeface="Times New Roman" panose="02020603050405020304" pitchFamily="18" charset="0"/>
              <a:cs typeface="Times New Roman" panose="02020603050405020304" pitchFamily="18" charset="0"/>
            </a:endParaRPr>
          </a:p>
        </p:txBody>
      </p:sp>
      <p:sp>
        <p:nvSpPr>
          <p:cNvPr id="680" name="Google Shape;680;p48"/>
          <p:cNvSpPr txBox="1">
            <a:spLocks noGrp="1"/>
          </p:cNvSpPr>
          <p:nvPr>
            <p:ph type="body" idx="1"/>
          </p:nvPr>
        </p:nvSpPr>
        <p:spPr>
          <a:xfrm>
            <a:off x="913614" y="2374363"/>
            <a:ext cx="6712671" cy="2109274"/>
          </a:xfrm>
          <a:prstGeom prst="rect">
            <a:avLst/>
          </a:prstGeom>
          <a:noFill/>
          <a:ln>
            <a:noFill/>
          </a:ln>
        </p:spPr>
        <p:txBody>
          <a:bodyPr spcFirstLastPara="1" wrap="square" lIns="91425" tIns="45700" rIns="91425" bIns="45700" anchor="t" anchorCtr="0">
            <a:noAutofit/>
          </a:bodyPr>
          <a:lstStyle/>
          <a:p>
            <a:r>
              <a:rPr lang="en-US" dirty="0">
                <a:latin typeface="+mj-lt"/>
              </a:rPr>
              <a:t>   </a:t>
            </a:r>
            <a:r>
              <a:rPr lang="vi-VN" dirty="0" err="1">
                <a:latin typeface="+mj-lt"/>
              </a:rPr>
              <a:t>Session</a:t>
            </a:r>
            <a:r>
              <a:rPr lang="vi-VN" dirty="0">
                <a:latin typeface="+mj-lt"/>
              </a:rPr>
              <a:t> ID là một chuỗi ký tự duy nhất được hệ thống cấp cho mỗi người dùng sau khi đăng nhập, dùng để nhận dạng và quản lý phiên</a:t>
            </a:r>
            <a:r>
              <a:rPr lang="en-US" dirty="0">
                <a:latin typeface="+mj-lt"/>
              </a:rPr>
              <a:t> </a:t>
            </a:r>
            <a:r>
              <a:rPr lang="vi-VN" dirty="0">
                <a:latin typeface="+mj-lt"/>
              </a:rPr>
              <a:t>của người dùng trên ứng dụng </a:t>
            </a:r>
            <a:r>
              <a:rPr lang="vi-VN" dirty="0" err="1">
                <a:latin typeface="+mj-lt"/>
              </a:rPr>
              <a:t>web</a:t>
            </a:r>
            <a:r>
              <a:rPr lang="vi-VN" dirty="0">
                <a:latin typeface="+mj-lt"/>
              </a:rPr>
              <a:t>.</a:t>
            </a:r>
          </a:p>
        </p:txBody>
      </p:sp>
      <p:sp>
        <p:nvSpPr>
          <p:cNvPr id="681" name="Google Shape;681;p48"/>
          <p:cNvSpPr txBox="1"/>
          <p:nvPr/>
        </p:nvSpPr>
        <p:spPr>
          <a:xfrm>
            <a:off x="979602" y="1470060"/>
            <a:ext cx="5706035" cy="519953"/>
          </a:xfrm>
          <a:prstGeom prst="rect">
            <a:avLst/>
          </a:prstGeom>
          <a:noFill/>
          <a:ln>
            <a:noFill/>
          </a:ln>
        </p:spPr>
        <p:txBody>
          <a:bodyPr spcFirstLastPara="1" wrap="square" lIns="91425" tIns="45700" rIns="91425" bIns="45700" anchor="t" anchorCtr="0">
            <a:normAutofit/>
          </a:bodyPr>
          <a:lstStyle/>
          <a:p>
            <a:pPr marL="0" marR="0" lvl="0" indent="0" algn="just" rtl="0">
              <a:lnSpc>
                <a:spcPct val="100000"/>
              </a:lnSpc>
              <a:spcBef>
                <a:spcPts val="0"/>
              </a:spcBef>
              <a:spcAft>
                <a:spcPts val="0"/>
              </a:spcAft>
              <a:buClr>
                <a:schemeClr val="dk1"/>
              </a:buClr>
              <a:buSzPts val="2400"/>
              <a:buFont typeface="Arial" panose="020B0604020202020204"/>
              <a:buNone/>
            </a:pPr>
            <a:r>
              <a:rPr lang="en-US" sz="2400" b="1" dirty="0">
                <a:solidFill>
                  <a:srgbClr val="1F5CAA"/>
                </a:solidFill>
                <a:latin typeface="Times New Roman" panose="02020603050405020304" pitchFamily="18" charset="0"/>
                <a:cs typeface="Times New Roman" panose="02020603050405020304" pitchFamily="18" charset="0"/>
              </a:rPr>
              <a:t>6.2 SESSION ID</a:t>
            </a:r>
            <a:endParaRPr sz="2400" b="1" i="0" dirty="0">
              <a:solidFill>
                <a:srgbClr val="1F5CAA"/>
              </a:solidFill>
              <a:latin typeface="Times New Roman" panose="02020603050405020304" pitchFamily="18" charset="0"/>
              <a:ea typeface="Readex Pro"/>
              <a:cs typeface="Times New Roman" panose="02020603050405020304" pitchFamily="18" charset="0"/>
              <a:sym typeface="Readex Pro"/>
            </a:endParaRPr>
          </a:p>
        </p:txBody>
      </p:sp>
      <p:pic>
        <p:nvPicPr>
          <p:cNvPr id="4098" name="Picture 2">
            <a:extLst>
              <a:ext uri="{FF2B5EF4-FFF2-40B4-BE49-F238E27FC236}">
                <a16:creationId xmlns:a16="http://schemas.microsoft.com/office/drawing/2014/main" id="{E1BDFBCC-9D3C-1D65-39C8-1718398673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2431" y="1640709"/>
            <a:ext cx="3405955" cy="3405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7273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48"/>
          <p:cNvSpPr txBox="1">
            <a:spLocks noGrp="1"/>
          </p:cNvSpPr>
          <p:nvPr>
            <p:ph type="title"/>
          </p:nvPr>
        </p:nvSpPr>
        <p:spPr>
          <a:xfrm>
            <a:off x="762786" y="352701"/>
            <a:ext cx="10515600" cy="9763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600"/>
              <a:buFont typeface="K2D" panose="00000500000000000000"/>
              <a:buNone/>
            </a:pPr>
            <a:r>
              <a:rPr lang="en-US" sz="2800" dirty="0">
                <a:latin typeface="Times New Roman" panose="02020603050405020304" pitchFamily="18" charset="0"/>
                <a:cs typeface="Times New Roman" panose="02020603050405020304" pitchFamily="18" charset="0"/>
              </a:rPr>
              <a:t>6. </a:t>
            </a:r>
            <a:r>
              <a:rPr lang="en-US" sz="2800" dirty="0">
                <a:solidFill>
                  <a:srgbClr val="1F5CAA"/>
                </a:solidFill>
                <a:latin typeface="Times New Roman" panose="02020603050405020304" pitchFamily="18" charset="0"/>
                <a:cs typeface="Times New Roman" panose="02020603050405020304" pitchFamily="18" charset="0"/>
              </a:rPr>
              <a:t>SESSION MANAGERMENT </a:t>
            </a:r>
            <a:r>
              <a:rPr lang="en-US" sz="2800" i="0" u="none" strike="noStrike" dirty="0">
                <a:solidFill>
                  <a:srgbClr val="1F5CAA"/>
                </a:solidFill>
                <a:effectLst/>
                <a:latin typeface="Times New Roman" panose="02020603050405020304" pitchFamily="18" charset="0"/>
                <a:cs typeface="Times New Roman" panose="02020603050405020304" pitchFamily="18" charset="0"/>
              </a:rPr>
              <a:t>VULNERABILITIES </a:t>
            </a:r>
            <a:endParaRPr sz="2800" dirty="0">
              <a:latin typeface="Times New Roman" panose="02020603050405020304" pitchFamily="18" charset="0"/>
              <a:cs typeface="Times New Roman" panose="02020603050405020304" pitchFamily="18" charset="0"/>
            </a:endParaRPr>
          </a:p>
        </p:txBody>
      </p:sp>
      <p:sp>
        <p:nvSpPr>
          <p:cNvPr id="681" name="Google Shape;681;p48"/>
          <p:cNvSpPr txBox="1"/>
          <p:nvPr/>
        </p:nvSpPr>
        <p:spPr>
          <a:xfrm>
            <a:off x="913614" y="1329051"/>
            <a:ext cx="5706035" cy="519953"/>
          </a:xfrm>
          <a:prstGeom prst="rect">
            <a:avLst/>
          </a:prstGeom>
          <a:noFill/>
          <a:ln>
            <a:noFill/>
          </a:ln>
        </p:spPr>
        <p:txBody>
          <a:bodyPr spcFirstLastPara="1" wrap="square" lIns="91425" tIns="45700" rIns="91425" bIns="45700" anchor="t" anchorCtr="0">
            <a:normAutofit/>
          </a:bodyPr>
          <a:lstStyle/>
          <a:p>
            <a:pPr marL="0" marR="0" lvl="0" indent="0" algn="just" rtl="0">
              <a:lnSpc>
                <a:spcPct val="100000"/>
              </a:lnSpc>
              <a:spcBef>
                <a:spcPts val="0"/>
              </a:spcBef>
              <a:spcAft>
                <a:spcPts val="0"/>
              </a:spcAft>
              <a:buClr>
                <a:schemeClr val="dk1"/>
              </a:buClr>
              <a:buSzPts val="2400"/>
              <a:buFont typeface="Arial" panose="020B0604020202020204"/>
              <a:buNone/>
            </a:pPr>
            <a:r>
              <a:rPr lang="en-US" sz="2400" b="1" dirty="0">
                <a:solidFill>
                  <a:srgbClr val="1F5CAA"/>
                </a:solidFill>
                <a:latin typeface="Times New Roman" panose="02020603050405020304" pitchFamily="18" charset="0"/>
                <a:cs typeface="Times New Roman" panose="02020603050405020304" pitchFamily="18" charset="0"/>
              </a:rPr>
              <a:t>6.3 CÁCH TẠO RA SESSION ID</a:t>
            </a:r>
            <a:endParaRPr sz="2400" b="1" i="0" dirty="0">
              <a:solidFill>
                <a:srgbClr val="1F5CAA"/>
              </a:solidFill>
              <a:latin typeface="Times New Roman" panose="02020603050405020304" pitchFamily="18" charset="0"/>
              <a:ea typeface="Readex Pro"/>
              <a:cs typeface="Times New Roman" panose="02020603050405020304" pitchFamily="18" charset="0"/>
              <a:sym typeface="Readex Pro"/>
            </a:endParaRPr>
          </a:p>
        </p:txBody>
      </p:sp>
      <p:sp>
        <p:nvSpPr>
          <p:cNvPr id="5" name="AutoShape 2" descr="Cách sử dụng Session">
            <a:extLst>
              <a:ext uri="{FF2B5EF4-FFF2-40B4-BE49-F238E27FC236}">
                <a16:creationId xmlns:a16="http://schemas.microsoft.com/office/drawing/2014/main" id="{149EC742-F344-3FC1-D81E-79D732E17C2E}"/>
              </a:ext>
            </a:extLst>
          </p:cNvPr>
          <p:cNvSpPr>
            <a:spLocks noChangeAspect="1" noChangeArrowheads="1"/>
          </p:cNvSpPr>
          <p:nvPr/>
        </p:nvSpPr>
        <p:spPr bwMode="auto">
          <a:xfrm flipV="1">
            <a:off x="2875175" y="3581399"/>
            <a:ext cx="3373225" cy="33732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172" name="Picture 4" descr="Xác Thực Người Dùng Sử Dụng Session và Cookie - NCC ANT">
            <a:extLst>
              <a:ext uri="{FF2B5EF4-FFF2-40B4-BE49-F238E27FC236}">
                <a16:creationId xmlns:a16="http://schemas.microsoft.com/office/drawing/2014/main" id="{D66FAFF4-2936-149C-6DEA-55B265F3BB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8540" y="1903348"/>
            <a:ext cx="6434888" cy="4261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5947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48"/>
          <p:cNvSpPr txBox="1">
            <a:spLocks noGrp="1"/>
          </p:cNvSpPr>
          <p:nvPr>
            <p:ph type="title"/>
          </p:nvPr>
        </p:nvSpPr>
        <p:spPr>
          <a:xfrm>
            <a:off x="762786" y="352701"/>
            <a:ext cx="10515600" cy="9763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600"/>
              <a:buFont typeface="K2D" panose="00000500000000000000"/>
              <a:buNone/>
            </a:pPr>
            <a:r>
              <a:rPr lang="en-US" sz="2800" dirty="0">
                <a:latin typeface="Times New Roman" panose="02020603050405020304" pitchFamily="18" charset="0"/>
                <a:cs typeface="Times New Roman" panose="02020603050405020304" pitchFamily="18" charset="0"/>
              </a:rPr>
              <a:t>6. </a:t>
            </a:r>
            <a:r>
              <a:rPr lang="en-US" sz="2800" dirty="0">
                <a:solidFill>
                  <a:srgbClr val="1F5CAA"/>
                </a:solidFill>
                <a:latin typeface="Times New Roman" panose="02020603050405020304" pitchFamily="18" charset="0"/>
                <a:cs typeface="Times New Roman" panose="02020603050405020304" pitchFamily="18" charset="0"/>
              </a:rPr>
              <a:t>SESSION MANAGERMENT </a:t>
            </a:r>
            <a:r>
              <a:rPr lang="en-US" sz="2800" i="0" u="none" strike="noStrike" dirty="0">
                <a:solidFill>
                  <a:srgbClr val="1F5CAA"/>
                </a:solidFill>
                <a:effectLst/>
                <a:latin typeface="Times New Roman" panose="02020603050405020304" pitchFamily="18" charset="0"/>
                <a:cs typeface="Times New Roman" panose="02020603050405020304" pitchFamily="18" charset="0"/>
              </a:rPr>
              <a:t>VULNERABILITIES </a:t>
            </a:r>
            <a:endParaRPr sz="2800" dirty="0">
              <a:latin typeface="Times New Roman" panose="02020603050405020304" pitchFamily="18" charset="0"/>
              <a:cs typeface="Times New Roman" panose="02020603050405020304" pitchFamily="18" charset="0"/>
            </a:endParaRPr>
          </a:p>
        </p:txBody>
      </p:sp>
      <p:sp>
        <p:nvSpPr>
          <p:cNvPr id="680" name="Google Shape;680;p48"/>
          <p:cNvSpPr txBox="1">
            <a:spLocks noGrp="1"/>
          </p:cNvSpPr>
          <p:nvPr>
            <p:ph type="body" idx="1"/>
          </p:nvPr>
        </p:nvSpPr>
        <p:spPr>
          <a:xfrm>
            <a:off x="998456" y="2082132"/>
            <a:ext cx="5097544" cy="2109274"/>
          </a:xfrm>
          <a:prstGeom prst="rect">
            <a:avLst/>
          </a:prstGeom>
          <a:noFill/>
          <a:ln>
            <a:noFill/>
          </a:ln>
        </p:spPr>
        <p:txBody>
          <a:bodyPr spcFirstLastPara="1" wrap="square" lIns="91425" tIns="45700" rIns="91425" bIns="45700" anchor="t" anchorCtr="0">
            <a:noAutofit/>
          </a:bodyPr>
          <a:lstStyle/>
          <a:p>
            <a:pPr marL="571500" indent="-342900">
              <a:buFont typeface="Arial" panose="020B0604020202020204" pitchFamily="34" charset="0"/>
              <a:buChar char="•"/>
            </a:pPr>
            <a:r>
              <a:rPr lang="vi-VN" dirty="0">
                <a:latin typeface="+mj-lt"/>
              </a:rPr>
              <a:t>Người dùng </a:t>
            </a:r>
            <a:r>
              <a:rPr lang="vi-VN" dirty="0" err="1">
                <a:latin typeface="+mj-lt"/>
              </a:rPr>
              <a:t>logout</a:t>
            </a:r>
            <a:endParaRPr lang="en-US" dirty="0">
              <a:latin typeface="+mj-lt"/>
            </a:endParaRPr>
          </a:p>
          <a:p>
            <a:pPr marL="5715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Session </a:t>
            </a:r>
            <a:r>
              <a:rPr lang="en-US" dirty="0" err="1">
                <a:latin typeface="Times New Roman" panose="02020603050405020304" pitchFamily="18" charset="0"/>
                <a:cs typeface="Times New Roman" panose="02020603050405020304" pitchFamily="18" charset="0"/>
              </a:rPr>
              <a:t>hết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hạn</a:t>
            </a:r>
            <a:r>
              <a:rPr lang="en-US" dirty="0">
                <a:latin typeface="Times New Roman" panose="02020603050405020304" pitchFamily="18" charset="0"/>
                <a:cs typeface="Times New Roman" panose="02020603050405020304" pitchFamily="18" charset="0"/>
              </a:rPr>
              <a:t> </a:t>
            </a:r>
          </a:p>
          <a:p>
            <a:pPr marL="5715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Server restart </a:t>
            </a:r>
            <a:r>
              <a:rPr lang="en-US" dirty="0" err="1">
                <a:latin typeface="Times New Roman" panose="02020603050405020304" pitchFamily="18" charset="0"/>
                <a:cs typeface="Times New Roman" panose="02020603050405020304" pitchFamily="18" charset="0"/>
              </a:rPr>
              <a:t>hoặc</a:t>
            </a:r>
            <a:r>
              <a:rPr lang="en-US" dirty="0">
                <a:latin typeface="Times New Roman" panose="02020603050405020304" pitchFamily="18" charset="0"/>
                <a:cs typeface="Times New Roman" panose="02020603050405020304" pitchFamily="18" charset="0"/>
              </a:rPr>
              <a:t> session store </a:t>
            </a:r>
            <a:r>
              <a:rPr lang="en-US" dirty="0" err="1">
                <a:latin typeface="Times New Roman" panose="02020603050405020304" pitchFamily="18" charset="0"/>
                <a:cs typeface="Times New Roman" panose="02020603050405020304" pitchFamily="18" charset="0"/>
              </a:rPr>
              <a:t>bị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xóa</a:t>
            </a:r>
            <a:endParaRPr lang="vi-VN" dirty="0">
              <a:latin typeface="Times New Roman" panose="02020603050405020304" pitchFamily="18" charset="0"/>
              <a:cs typeface="Times New Roman" panose="02020603050405020304" pitchFamily="18" charset="0"/>
            </a:endParaRPr>
          </a:p>
        </p:txBody>
      </p:sp>
      <p:sp>
        <p:nvSpPr>
          <p:cNvPr id="681" name="Google Shape;681;p48"/>
          <p:cNvSpPr txBox="1"/>
          <p:nvPr/>
        </p:nvSpPr>
        <p:spPr>
          <a:xfrm>
            <a:off x="913614" y="1380732"/>
            <a:ext cx="5706035" cy="519953"/>
          </a:xfrm>
          <a:prstGeom prst="rect">
            <a:avLst/>
          </a:prstGeom>
          <a:noFill/>
          <a:ln>
            <a:noFill/>
          </a:ln>
        </p:spPr>
        <p:txBody>
          <a:bodyPr spcFirstLastPara="1" wrap="square" lIns="91425" tIns="45700" rIns="91425" bIns="45700" anchor="t" anchorCtr="0">
            <a:normAutofit/>
          </a:bodyPr>
          <a:lstStyle/>
          <a:p>
            <a:pPr marL="0" marR="0" lvl="0" indent="0" algn="just" rtl="0">
              <a:lnSpc>
                <a:spcPct val="100000"/>
              </a:lnSpc>
              <a:spcBef>
                <a:spcPts val="0"/>
              </a:spcBef>
              <a:spcAft>
                <a:spcPts val="0"/>
              </a:spcAft>
              <a:buClr>
                <a:schemeClr val="dk1"/>
              </a:buClr>
              <a:buSzPts val="2400"/>
              <a:buFont typeface="Arial" panose="020B0604020202020204"/>
              <a:buNone/>
            </a:pPr>
            <a:r>
              <a:rPr lang="en-US" sz="2400" b="1" dirty="0">
                <a:solidFill>
                  <a:srgbClr val="1F5CAA"/>
                </a:solidFill>
                <a:latin typeface="Times New Roman" panose="02020603050405020304" pitchFamily="18" charset="0"/>
                <a:cs typeface="Times New Roman" panose="02020603050405020304" pitchFamily="18" charset="0"/>
              </a:rPr>
              <a:t>6.4 SESSION HẾT HIỆU LỰC</a:t>
            </a:r>
            <a:endParaRPr sz="2400" b="1" i="0" dirty="0">
              <a:solidFill>
                <a:srgbClr val="1F5CAA"/>
              </a:solidFill>
              <a:latin typeface="Times New Roman" panose="02020603050405020304" pitchFamily="18" charset="0"/>
              <a:ea typeface="Readex Pro"/>
              <a:cs typeface="Times New Roman" panose="02020603050405020304" pitchFamily="18" charset="0"/>
              <a:sym typeface="Readex Pro"/>
            </a:endParaRPr>
          </a:p>
        </p:txBody>
      </p:sp>
      <p:pic>
        <p:nvPicPr>
          <p:cNvPr id="6146" name="Picture 2">
            <a:extLst>
              <a:ext uri="{FF2B5EF4-FFF2-40B4-BE49-F238E27FC236}">
                <a16:creationId xmlns:a16="http://schemas.microsoft.com/office/drawing/2014/main" id="{D2D6B8A3-DF69-5A42-2797-8BC6CE95575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758"/>
          <a:stretch/>
        </p:blipFill>
        <p:spPr bwMode="auto">
          <a:xfrm>
            <a:off x="6467361" y="2082132"/>
            <a:ext cx="5394308" cy="3101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81460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54"/>
          <p:cNvSpPr txBox="1">
            <a:spLocks noGrp="1"/>
          </p:cNvSpPr>
          <p:nvPr>
            <p:ph type="title"/>
          </p:nvPr>
        </p:nvSpPr>
        <p:spPr>
          <a:xfrm>
            <a:off x="838200" y="15200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600"/>
              <a:buFont typeface="K2D" panose="00000500000000000000"/>
              <a:buNone/>
            </a:pPr>
            <a:r>
              <a:rPr lang="en-US" sz="2800" dirty="0">
                <a:latin typeface="Times New Roman" panose="02020603050405020304" pitchFamily="18" charset="0"/>
                <a:cs typeface="Times New Roman" panose="02020603050405020304" pitchFamily="18" charset="0"/>
              </a:rPr>
              <a:t>6. </a:t>
            </a:r>
            <a:r>
              <a:rPr lang="en-US" sz="2800" dirty="0">
                <a:solidFill>
                  <a:srgbClr val="1F5CAA"/>
                </a:solidFill>
                <a:latin typeface="Times New Roman" panose="02020603050405020304" pitchFamily="18" charset="0"/>
                <a:cs typeface="Times New Roman" panose="02020603050405020304" pitchFamily="18" charset="0"/>
              </a:rPr>
              <a:t>SESSION MANAGERMENT </a:t>
            </a:r>
            <a:r>
              <a:rPr lang="en-US" sz="2800" i="0" u="none" strike="noStrike" dirty="0">
                <a:solidFill>
                  <a:srgbClr val="1F5CAA"/>
                </a:solidFill>
                <a:effectLst/>
                <a:latin typeface="Times New Roman" panose="02020603050405020304" pitchFamily="18" charset="0"/>
                <a:cs typeface="Times New Roman" panose="02020603050405020304" pitchFamily="18" charset="0"/>
              </a:rPr>
              <a:t>VULNERABILITIES </a:t>
            </a:r>
            <a:endParaRPr lang="en-US" sz="2800" dirty="0"/>
          </a:p>
        </p:txBody>
      </p:sp>
      <p:sp>
        <p:nvSpPr>
          <p:cNvPr id="740" name="Google Shape;740;p54"/>
          <p:cNvSpPr txBox="1"/>
          <p:nvPr/>
        </p:nvSpPr>
        <p:spPr>
          <a:xfrm>
            <a:off x="1075996" y="1217591"/>
            <a:ext cx="5706035" cy="519953"/>
          </a:xfrm>
          <a:prstGeom prst="rect">
            <a:avLst/>
          </a:prstGeom>
          <a:noFill/>
          <a:ln>
            <a:noFill/>
          </a:ln>
        </p:spPr>
        <p:txBody>
          <a:bodyPr spcFirstLastPara="1" wrap="square" lIns="91425" tIns="45700" rIns="91425" bIns="45700" anchor="t" anchorCtr="0">
            <a:normAutofit/>
          </a:bodyPr>
          <a:lstStyle/>
          <a:p>
            <a:pPr marL="0" marR="0" lvl="0" indent="0" algn="just" rtl="0">
              <a:lnSpc>
                <a:spcPct val="100000"/>
              </a:lnSpc>
              <a:spcBef>
                <a:spcPts val="0"/>
              </a:spcBef>
              <a:spcAft>
                <a:spcPts val="0"/>
              </a:spcAft>
              <a:buClr>
                <a:srgbClr val="1F5CAA"/>
              </a:buClr>
              <a:buSzPts val="2800"/>
              <a:buFont typeface="Arial" panose="020B0604020202020204"/>
              <a:buNone/>
            </a:pPr>
            <a:r>
              <a:rPr lang="en-US" sz="2600" b="1" dirty="0">
                <a:solidFill>
                  <a:srgbClr val="1F5CAA"/>
                </a:solidFill>
                <a:latin typeface="Times New Roman" panose="02020603050405020304" pitchFamily="18" charset="0"/>
                <a:ea typeface="Readex Pro"/>
                <a:cs typeface="Times New Roman" panose="02020603050405020304" pitchFamily="18" charset="0"/>
                <a:sym typeface="Readex Pro"/>
              </a:rPr>
              <a:t>6</a:t>
            </a:r>
            <a:r>
              <a:rPr lang="en-US" sz="2600" b="1" i="0" dirty="0">
                <a:solidFill>
                  <a:srgbClr val="1F5CAA"/>
                </a:solidFill>
                <a:latin typeface="Times New Roman" panose="02020603050405020304" pitchFamily="18" charset="0"/>
                <a:ea typeface="Readex Pro"/>
                <a:cs typeface="Times New Roman" panose="02020603050405020304" pitchFamily="18" charset="0"/>
                <a:sym typeface="Readex Pro"/>
              </a:rPr>
              <a:t>.5 KỊCH BẢN TẤN CÔNG</a:t>
            </a:r>
          </a:p>
        </p:txBody>
      </p:sp>
      <p:sp>
        <p:nvSpPr>
          <p:cNvPr id="741" name="Google Shape;741;p54"/>
          <p:cNvSpPr txBox="1"/>
          <p:nvPr/>
        </p:nvSpPr>
        <p:spPr>
          <a:xfrm>
            <a:off x="838201" y="4084731"/>
            <a:ext cx="5257800" cy="1993340"/>
          </a:xfrm>
          <a:prstGeom prst="rect">
            <a:avLst/>
          </a:prstGeom>
          <a:noFill/>
          <a:ln>
            <a:noFill/>
          </a:ln>
        </p:spPr>
        <p:txBody>
          <a:bodyPr spcFirstLastPara="1" wrap="square" lIns="91425" tIns="45700" rIns="91425" bIns="45700" anchor="t" anchorCtr="0">
            <a:normAutofit/>
          </a:bodyPr>
          <a:lstStyle/>
          <a:p>
            <a:pPr marL="0" marR="0" lvl="0" indent="0" algn="just" rtl="0">
              <a:lnSpc>
                <a:spcPct val="100000"/>
              </a:lnSpc>
              <a:spcBef>
                <a:spcPts val="0"/>
              </a:spcBef>
              <a:spcAft>
                <a:spcPts val="0"/>
              </a:spcAft>
              <a:buClr>
                <a:schemeClr val="dk1"/>
              </a:buClr>
              <a:buSzPts val="2400"/>
              <a:buFont typeface="Arial" panose="020B0604020202020204"/>
              <a:buNone/>
            </a:pPr>
            <a:endParaRPr sz="2400" b="0" i="0">
              <a:solidFill>
                <a:srgbClr val="1F5CAA"/>
              </a:solidFill>
              <a:latin typeface="Readex Pro"/>
              <a:ea typeface="Readex Pro"/>
              <a:cs typeface="Readex Pro"/>
              <a:sym typeface="Readex Pro"/>
            </a:endParaRPr>
          </a:p>
        </p:txBody>
      </p:sp>
      <p:pic>
        <p:nvPicPr>
          <p:cNvPr id="742" name="Google Shape;742;p54"/>
          <p:cNvPicPr preferRelativeResize="0"/>
          <p:nvPr/>
        </p:nvPicPr>
        <p:blipFill rotWithShape="1">
          <a:blip r:embed="rId3"/>
          <a:srcRect/>
          <a:stretch>
            <a:fillRect/>
          </a:stretch>
        </p:blipFill>
        <p:spPr>
          <a:xfrm>
            <a:off x="7269449" y="-2891737"/>
            <a:ext cx="4807271" cy="3204847"/>
          </a:xfrm>
          <a:prstGeom prst="rect">
            <a:avLst/>
          </a:prstGeom>
          <a:noFill/>
          <a:ln>
            <a:noFill/>
          </a:ln>
        </p:spPr>
      </p:pic>
      <p:pic>
        <p:nvPicPr>
          <p:cNvPr id="743" name="Google Shape;743;p54"/>
          <p:cNvPicPr preferRelativeResize="0"/>
          <p:nvPr/>
        </p:nvPicPr>
        <p:blipFill rotWithShape="1">
          <a:blip r:embed="rId4"/>
          <a:srcRect/>
          <a:stretch>
            <a:fillRect/>
          </a:stretch>
        </p:blipFill>
        <p:spPr>
          <a:xfrm>
            <a:off x="2005681" y="-3482363"/>
            <a:ext cx="3371072" cy="3204847"/>
          </a:xfrm>
          <a:prstGeom prst="rect">
            <a:avLst/>
          </a:prstGeom>
          <a:noFill/>
          <a:ln>
            <a:noFill/>
          </a:ln>
        </p:spPr>
      </p:pic>
      <p:sp>
        <p:nvSpPr>
          <p:cNvPr id="2" name="Google Shape;744;p54"/>
          <p:cNvSpPr txBox="1"/>
          <p:nvPr/>
        </p:nvSpPr>
        <p:spPr>
          <a:xfrm>
            <a:off x="2474344" y="3223967"/>
            <a:ext cx="6569709" cy="2197784"/>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1200"/>
              </a:spcBef>
              <a:spcAft>
                <a:spcPts val="0"/>
              </a:spcAft>
              <a:buClr>
                <a:srgbClr val="00AFEF"/>
              </a:buClr>
              <a:buSzPts val="2600"/>
              <a:buFont typeface="Arial" panose="020B0604020202020204"/>
              <a:buChar char="•"/>
            </a:pPr>
            <a:endParaRPr sz="2700" b="0" i="0" dirty="0">
              <a:solidFill>
                <a:srgbClr val="1F5CAA"/>
              </a:solidFill>
              <a:latin typeface="Readex Pro"/>
              <a:ea typeface="Readex Pro"/>
              <a:cs typeface="Readex Pro"/>
              <a:sym typeface="Readex Pro"/>
            </a:endParaRPr>
          </a:p>
        </p:txBody>
      </p:sp>
      <p:pic>
        <p:nvPicPr>
          <p:cNvPr id="3" name="Picture 2" descr="session hijacking la gi">
            <a:extLst>
              <a:ext uri="{FF2B5EF4-FFF2-40B4-BE49-F238E27FC236}">
                <a16:creationId xmlns:a16="http://schemas.microsoft.com/office/drawing/2014/main" id="{86958670-E7A1-C333-6C4E-E07FBCA0DA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77383" y="1907089"/>
            <a:ext cx="7295701" cy="41304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53"/>
          <p:cNvSpPr txBox="1">
            <a:spLocks noGrp="1"/>
          </p:cNvSpPr>
          <p:nvPr>
            <p:ph type="title"/>
          </p:nvPr>
        </p:nvSpPr>
        <p:spPr>
          <a:xfrm>
            <a:off x="838200" y="15200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600"/>
              <a:buFont typeface="K2D" panose="00000500000000000000"/>
              <a:buNone/>
            </a:pPr>
            <a:r>
              <a:rPr lang="en-US" sz="2800" dirty="0">
                <a:solidFill>
                  <a:srgbClr val="1F5CAA"/>
                </a:solidFill>
                <a:latin typeface="Times New Roman" panose="02020603050405020304" pitchFamily="18" charset="0"/>
                <a:cs typeface="Times New Roman" panose="02020603050405020304" pitchFamily="18" charset="0"/>
              </a:rPr>
              <a:t>6. SESSION MANAGEMENT </a:t>
            </a:r>
            <a:r>
              <a:rPr lang="en-US" sz="2800" i="0" u="none" strike="noStrike" dirty="0">
                <a:solidFill>
                  <a:srgbClr val="1F5CAA"/>
                </a:solidFill>
                <a:effectLst/>
                <a:latin typeface="Times New Roman" panose="02020603050405020304" pitchFamily="18" charset="0"/>
                <a:cs typeface="Times New Roman" panose="02020603050405020304" pitchFamily="18" charset="0"/>
              </a:rPr>
              <a:t>VULNERABILITIES</a:t>
            </a:r>
            <a:endParaRPr lang="en-US" sz="2800" dirty="0"/>
          </a:p>
        </p:txBody>
      </p:sp>
      <p:sp>
        <p:nvSpPr>
          <p:cNvPr id="730" name="Google Shape;730;p53"/>
          <p:cNvSpPr txBox="1"/>
          <p:nvPr/>
        </p:nvSpPr>
        <p:spPr>
          <a:xfrm>
            <a:off x="1055015" y="1542095"/>
            <a:ext cx="5706035" cy="519953"/>
          </a:xfrm>
          <a:prstGeom prst="rect">
            <a:avLst/>
          </a:prstGeom>
          <a:noFill/>
          <a:ln>
            <a:noFill/>
          </a:ln>
        </p:spPr>
        <p:txBody>
          <a:bodyPr spcFirstLastPara="1" wrap="square" lIns="91425" tIns="45700" rIns="91425" bIns="45700" anchor="t" anchorCtr="0">
            <a:normAutofit/>
          </a:bodyPr>
          <a:lstStyle/>
          <a:p>
            <a:pPr marL="0" marR="0" lvl="0" indent="0" algn="just" rtl="0">
              <a:lnSpc>
                <a:spcPct val="100000"/>
              </a:lnSpc>
              <a:spcBef>
                <a:spcPts val="0"/>
              </a:spcBef>
              <a:spcAft>
                <a:spcPts val="0"/>
              </a:spcAft>
              <a:buClr>
                <a:srgbClr val="1F5CAA"/>
              </a:buClr>
              <a:buSzPts val="2800"/>
              <a:buFont typeface="Arial" panose="020B0604020202020204"/>
              <a:buNone/>
            </a:pPr>
            <a:r>
              <a:rPr lang="en-US" sz="2400" b="1" dirty="0">
                <a:solidFill>
                  <a:srgbClr val="1F5CAA"/>
                </a:solidFill>
                <a:latin typeface="Times New Roman" panose="02020603050405020304" pitchFamily="18" charset="0"/>
                <a:ea typeface="Readex Pro"/>
                <a:cs typeface="Times New Roman" panose="02020603050405020304" pitchFamily="18" charset="0"/>
                <a:sym typeface="Readex Pro"/>
              </a:rPr>
              <a:t>6.6 NGUYÊN NHÂN</a:t>
            </a:r>
            <a:endParaRPr lang="en-US" sz="2000" b="1" i="0" dirty="0">
              <a:solidFill>
                <a:srgbClr val="00AFEF"/>
              </a:solidFill>
              <a:latin typeface="Times New Roman" panose="02020603050405020304" pitchFamily="18" charset="0"/>
              <a:ea typeface="Readex Pro"/>
              <a:cs typeface="Times New Roman" panose="02020603050405020304" pitchFamily="18" charset="0"/>
              <a:sym typeface="Readex Pro"/>
            </a:endParaRPr>
          </a:p>
        </p:txBody>
      </p:sp>
      <p:pic>
        <p:nvPicPr>
          <p:cNvPr id="733" name="Google Shape;733;p53"/>
          <p:cNvPicPr preferRelativeResize="0"/>
          <p:nvPr/>
        </p:nvPicPr>
        <p:blipFill rotWithShape="1">
          <a:blip r:embed="rId3"/>
          <a:srcRect/>
          <a:stretch>
            <a:fillRect/>
          </a:stretch>
        </p:blipFill>
        <p:spPr>
          <a:xfrm>
            <a:off x="2005681" y="-3482363"/>
            <a:ext cx="3371072" cy="3204847"/>
          </a:xfrm>
          <a:prstGeom prst="rect">
            <a:avLst/>
          </a:prstGeom>
          <a:noFill/>
          <a:ln>
            <a:noFill/>
          </a:ln>
        </p:spPr>
      </p:pic>
      <p:sp>
        <p:nvSpPr>
          <p:cNvPr id="5" name="Google Shape;734;p53">
            <a:extLst>
              <a:ext uri="{FF2B5EF4-FFF2-40B4-BE49-F238E27FC236}">
                <a16:creationId xmlns:a16="http://schemas.microsoft.com/office/drawing/2014/main" id="{72E11137-7D66-9528-7992-25EFBBB4D1EE}"/>
              </a:ext>
            </a:extLst>
          </p:cNvPr>
          <p:cNvSpPr txBox="1"/>
          <p:nvPr/>
        </p:nvSpPr>
        <p:spPr>
          <a:xfrm>
            <a:off x="1320930" y="2424416"/>
            <a:ext cx="9550140" cy="2166438"/>
          </a:xfrm>
          <a:prstGeom prst="rect">
            <a:avLst/>
          </a:prstGeom>
          <a:noFill/>
          <a:ln>
            <a:noFill/>
          </a:ln>
        </p:spPr>
        <p:txBody>
          <a:bodyPr spcFirstLastPara="1" wrap="square" lIns="91425" tIns="45700" rIns="91425" bIns="45700" anchor="t" anchorCtr="0">
            <a:noAutofit/>
          </a:bodyPr>
          <a:lstStyle/>
          <a:p>
            <a:pPr marL="342900" indent="-342900">
              <a:buFont typeface="Arial" panose="020B0604020202020204" pitchFamily="34" charset="0"/>
              <a:buChar char="•"/>
            </a:pPr>
            <a:r>
              <a:rPr lang="vi-VN" sz="2400" dirty="0">
                <a:latin typeface="Times New Roman" panose="02020603050405020304" pitchFamily="18" charset="0"/>
                <a:cs typeface="Times New Roman" panose="02020603050405020304" pitchFamily="18" charset="0"/>
              </a:rPr>
              <a:t>ID </a:t>
            </a:r>
            <a:r>
              <a:rPr lang="en-US" sz="2400" dirty="0">
                <a:latin typeface="Times New Roman" panose="02020603050405020304" pitchFamily="18" charset="0"/>
                <a:cs typeface="Times New Roman" panose="02020603050405020304" pitchFamily="18" charset="0"/>
              </a:rPr>
              <a:t>session </a:t>
            </a:r>
            <a:r>
              <a:rPr lang="vi-VN" sz="2400" dirty="0">
                <a:latin typeface="Times New Roman" panose="02020603050405020304" pitchFamily="18" charset="0"/>
                <a:cs typeface="Times New Roman" panose="02020603050405020304" pitchFamily="18" charset="0"/>
              </a:rPr>
              <a:t>phiên yếu</a:t>
            </a:r>
            <a:r>
              <a:rPr lang="en-US" sz="2400" dirty="0">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rPr>
              <a:t>dễ đoán hoặc không</a:t>
            </a:r>
            <a:r>
              <a:rPr lang="en-US"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regenerate</a:t>
            </a:r>
            <a:r>
              <a:rPr lang="vi-VN" sz="2400" dirty="0">
                <a:latin typeface="Times New Roman" panose="02020603050405020304" pitchFamily="18" charset="0"/>
                <a:cs typeface="Times New Roman" panose="02020603050405020304" pitchFamily="18" charset="0"/>
              </a:rPr>
              <a:t> sau </a:t>
            </a:r>
            <a:r>
              <a:rPr lang="vi-VN" sz="2400" dirty="0" err="1">
                <a:latin typeface="Times New Roman" panose="02020603050405020304" pitchFamily="18" charset="0"/>
                <a:cs typeface="Times New Roman" panose="02020603050405020304" pitchFamily="18" charset="0"/>
              </a:rPr>
              <a:t>login</a:t>
            </a:r>
            <a:r>
              <a:rPr lang="vi-VN" sz="24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vi-VN" sz="2400" dirty="0">
                <a:latin typeface="Times New Roman" panose="02020603050405020304" pitchFamily="18" charset="0"/>
                <a:cs typeface="Times New Roman" panose="02020603050405020304" pitchFamily="18" charset="0"/>
              </a:rPr>
              <a:t>Thời gian tồn tại </a:t>
            </a:r>
            <a:r>
              <a:rPr lang="vi-VN" sz="2400" dirty="0" err="1">
                <a:latin typeface="Times New Roman" panose="02020603050405020304" pitchFamily="18" charset="0"/>
                <a:cs typeface="Times New Roman" panose="02020603050405020304" pitchFamily="18" charset="0"/>
              </a:rPr>
              <a:t>session</a:t>
            </a:r>
            <a:r>
              <a:rPr lang="vi-VN" sz="2400" dirty="0">
                <a:latin typeface="Times New Roman" panose="02020603050405020304" pitchFamily="18" charset="0"/>
                <a:cs typeface="Times New Roman" panose="02020603050405020304" pitchFamily="18" charset="0"/>
              </a:rPr>
              <a:t> quá lâu</a:t>
            </a:r>
            <a:r>
              <a:rPr lang="en-US" sz="2400" dirty="0">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rPr>
              <a:t> không vô hiệu hóa sau </a:t>
            </a:r>
            <a:r>
              <a:rPr lang="vi-VN" sz="2400" dirty="0" err="1">
                <a:latin typeface="Times New Roman" panose="02020603050405020304" pitchFamily="18" charset="0"/>
                <a:cs typeface="Times New Roman" panose="02020603050405020304" pitchFamily="18" charset="0"/>
              </a:rPr>
              <a:t>logout</a:t>
            </a:r>
            <a:r>
              <a:rPr lang="vi-VN" sz="24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vi-VN" sz="2400" dirty="0" err="1">
                <a:latin typeface="Times New Roman" panose="02020603050405020304" pitchFamily="18" charset="0"/>
                <a:cs typeface="Times New Roman" panose="02020603050405020304" pitchFamily="18" charset="0"/>
              </a:rPr>
              <a:t>Session</a:t>
            </a:r>
            <a:r>
              <a:rPr lang="vi-VN" sz="2400" dirty="0">
                <a:latin typeface="Times New Roman" panose="02020603050405020304" pitchFamily="18" charset="0"/>
                <a:cs typeface="Times New Roman" panose="02020603050405020304" pitchFamily="18" charset="0"/>
              </a:rPr>
              <a:t> ID truyền hoặc lưu trữ không an toàn</a:t>
            </a:r>
            <a:r>
              <a:rPr lang="en-US" sz="2400" dirty="0">
                <a:latin typeface="Times New Roman" panose="02020603050405020304" pitchFamily="18" charset="0"/>
                <a:cs typeface="Times New Roman" panose="02020603050405020304" pitchFamily="18" charset="0"/>
              </a:rPr>
              <a:t>.</a:t>
            </a:r>
            <a:endParaRPr lang="vi-V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vi-VN" sz="2400" dirty="0">
                <a:latin typeface="Times New Roman" panose="02020603050405020304" pitchFamily="18" charset="0"/>
                <a:cs typeface="Times New Roman" panose="02020603050405020304" pitchFamily="18" charset="0"/>
              </a:rPr>
              <a:t>Không quản lý đa phiên hoặc thiếu giám sát </a:t>
            </a:r>
            <a:r>
              <a:rPr lang="vi-VN" sz="2400" dirty="0" err="1">
                <a:latin typeface="Times New Roman" panose="02020603050405020304" pitchFamily="18" charset="0"/>
                <a:cs typeface="Times New Roman" panose="02020603050405020304" pitchFamily="18" charset="0"/>
              </a:rPr>
              <a:t>login</a:t>
            </a:r>
            <a:r>
              <a:rPr lang="vi-VN" sz="2400" dirty="0">
                <a:latin typeface="Times New Roman" panose="02020603050405020304" pitchFamily="18" charset="0"/>
                <a:cs typeface="Times New Roman" panose="02020603050405020304" pitchFamily="18" charset="0"/>
              </a:rPr>
              <a:t> bất thường.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p55"/>
          <p:cNvSpPr txBox="1">
            <a:spLocks noGrp="1"/>
          </p:cNvSpPr>
          <p:nvPr>
            <p:ph type="title"/>
          </p:nvPr>
        </p:nvSpPr>
        <p:spPr>
          <a:xfrm>
            <a:off x="838200" y="15200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600"/>
              <a:buFont typeface="K2D" panose="00000500000000000000"/>
              <a:buNone/>
            </a:pPr>
            <a:r>
              <a:rPr lang="en-US" sz="2800" dirty="0">
                <a:solidFill>
                  <a:srgbClr val="1F5CAA"/>
                </a:solidFill>
                <a:latin typeface="Times New Roman" panose="02020603050405020304" pitchFamily="18" charset="0"/>
                <a:cs typeface="Times New Roman" panose="02020603050405020304" pitchFamily="18" charset="0"/>
              </a:rPr>
              <a:t>6. SESSION MANAGEMENT </a:t>
            </a:r>
            <a:r>
              <a:rPr lang="en-US" sz="2800" i="0" u="none" strike="noStrike" dirty="0">
                <a:solidFill>
                  <a:srgbClr val="1F5CAA"/>
                </a:solidFill>
                <a:effectLst/>
                <a:latin typeface="Times New Roman" panose="02020603050405020304" pitchFamily="18" charset="0"/>
                <a:cs typeface="Times New Roman" panose="02020603050405020304" pitchFamily="18" charset="0"/>
              </a:rPr>
              <a:t>VULNERABILITIES</a:t>
            </a:r>
            <a:endParaRPr lang="en-US" sz="2800" dirty="0"/>
          </a:p>
        </p:txBody>
      </p:sp>
      <p:sp>
        <p:nvSpPr>
          <p:cNvPr id="752" name="Google Shape;752;p55"/>
          <p:cNvSpPr txBox="1"/>
          <p:nvPr/>
        </p:nvSpPr>
        <p:spPr>
          <a:xfrm>
            <a:off x="614083" y="1647112"/>
            <a:ext cx="5706035" cy="519953"/>
          </a:xfrm>
          <a:prstGeom prst="rect">
            <a:avLst/>
          </a:prstGeom>
          <a:noFill/>
          <a:ln>
            <a:noFill/>
          </a:ln>
        </p:spPr>
        <p:txBody>
          <a:bodyPr spcFirstLastPara="1" wrap="square" lIns="91425" tIns="45700" rIns="91425" bIns="45700" anchor="t" anchorCtr="0">
            <a:normAutofit/>
          </a:bodyPr>
          <a:lstStyle/>
          <a:p>
            <a:pPr marL="0" marR="0" lvl="0" indent="0" algn="just" rtl="0">
              <a:lnSpc>
                <a:spcPct val="100000"/>
              </a:lnSpc>
              <a:spcBef>
                <a:spcPts val="0"/>
              </a:spcBef>
              <a:spcAft>
                <a:spcPts val="0"/>
              </a:spcAft>
              <a:buClr>
                <a:schemeClr val="dk1"/>
              </a:buClr>
              <a:buSzPts val="2400"/>
              <a:buFont typeface="Arial" panose="020B0604020202020204"/>
              <a:buNone/>
            </a:pPr>
            <a:endParaRPr sz="2400" b="0" i="0">
              <a:solidFill>
                <a:srgbClr val="1F5CAA"/>
              </a:solidFill>
              <a:latin typeface="Readex Pro"/>
              <a:ea typeface="Readex Pro"/>
              <a:cs typeface="Readex Pro"/>
              <a:sym typeface="Readex Pro"/>
            </a:endParaRPr>
          </a:p>
        </p:txBody>
      </p:sp>
      <p:sp>
        <p:nvSpPr>
          <p:cNvPr id="756" name="Google Shape;756;p55"/>
          <p:cNvSpPr txBox="1"/>
          <p:nvPr/>
        </p:nvSpPr>
        <p:spPr>
          <a:xfrm>
            <a:off x="1158711" y="1217591"/>
            <a:ext cx="4937289" cy="51995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F5CAA"/>
              </a:buClr>
              <a:buSzPts val="2800"/>
              <a:buFont typeface="Arial" panose="020B0604020202020204"/>
              <a:buNone/>
            </a:pPr>
            <a:r>
              <a:rPr lang="en-US" sz="2400" b="1" i="0" dirty="0">
                <a:solidFill>
                  <a:srgbClr val="1F5CAA"/>
                </a:solidFill>
                <a:latin typeface="Times New Roman" panose="02020603050405020304" pitchFamily="18" charset="0"/>
                <a:ea typeface="Readex Pro"/>
                <a:cs typeface="Times New Roman" panose="02020603050405020304" pitchFamily="18" charset="0"/>
                <a:sym typeface="Readex Pro"/>
              </a:rPr>
              <a:t>6.7 CÁC CÁCH PHÒNG CHỐNG</a:t>
            </a:r>
            <a:br>
              <a:rPr lang="en-US" sz="2400" b="1" i="0" dirty="0">
                <a:solidFill>
                  <a:srgbClr val="00AFEF"/>
                </a:solidFill>
                <a:latin typeface="Times New Roman" panose="02020603050405020304" pitchFamily="18" charset="0"/>
                <a:ea typeface="Readex Pro"/>
                <a:cs typeface="Times New Roman" panose="02020603050405020304" pitchFamily="18" charset="0"/>
                <a:sym typeface="Readex Pro"/>
              </a:rPr>
            </a:br>
            <a:br>
              <a:rPr lang="en-US" sz="2400" b="1" i="0" dirty="0">
                <a:solidFill>
                  <a:schemeClr val="dk1"/>
                </a:solidFill>
                <a:latin typeface="Times New Roman" panose="02020603050405020304" pitchFamily="18" charset="0"/>
                <a:ea typeface="Readex Pro"/>
                <a:cs typeface="Times New Roman" panose="02020603050405020304" pitchFamily="18" charset="0"/>
                <a:sym typeface="Readex Pro"/>
              </a:rPr>
            </a:br>
            <a:endParaRPr sz="2400" b="1" i="0" dirty="0">
              <a:solidFill>
                <a:srgbClr val="1F5CAA"/>
              </a:solidFill>
              <a:latin typeface="Times New Roman" panose="02020603050405020304" pitchFamily="18" charset="0"/>
              <a:ea typeface="Readex Pro"/>
              <a:cs typeface="Times New Roman" panose="02020603050405020304" pitchFamily="18" charset="0"/>
              <a:sym typeface="Readex Pro"/>
            </a:endParaRPr>
          </a:p>
          <a:p>
            <a:pPr marL="0" marR="0" lvl="0" indent="0" algn="just" rtl="0">
              <a:lnSpc>
                <a:spcPct val="100000"/>
              </a:lnSpc>
              <a:spcBef>
                <a:spcPts val="1200"/>
              </a:spcBef>
              <a:spcAft>
                <a:spcPts val="0"/>
              </a:spcAft>
              <a:buClr>
                <a:schemeClr val="dk1"/>
              </a:buClr>
              <a:buSzPts val="2700"/>
              <a:buFont typeface="Arial" panose="020B0604020202020204"/>
              <a:buNone/>
            </a:pPr>
            <a:br>
              <a:rPr lang="en-US" sz="2400" b="1" i="0" dirty="0">
                <a:solidFill>
                  <a:schemeClr val="dk1"/>
                </a:solidFill>
                <a:latin typeface="Times New Roman" panose="02020603050405020304" pitchFamily="18" charset="0"/>
                <a:ea typeface="Readex Pro"/>
                <a:cs typeface="Times New Roman" panose="02020603050405020304" pitchFamily="18" charset="0"/>
                <a:sym typeface="Readex Pro"/>
              </a:rPr>
            </a:br>
            <a:endParaRPr sz="2400" b="1" i="0" dirty="0">
              <a:solidFill>
                <a:srgbClr val="1F5CAA"/>
              </a:solidFill>
              <a:latin typeface="Times New Roman" panose="02020603050405020304" pitchFamily="18" charset="0"/>
              <a:ea typeface="Readex Pro"/>
              <a:cs typeface="Times New Roman" panose="02020603050405020304" pitchFamily="18" charset="0"/>
              <a:sym typeface="Readex Pro"/>
            </a:endParaRPr>
          </a:p>
        </p:txBody>
      </p:sp>
      <p:sp>
        <p:nvSpPr>
          <p:cNvPr id="6" name="TextBox 5">
            <a:extLst>
              <a:ext uri="{FF2B5EF4-FFF2-40B4-BE49-F238E27FC236}">
                <a16:creationId xmlns:a16="http://schemas.microsoft.com/office/drawing/2014/main" id="{AE211117-3B8B-09A5-F15C-8E32BC9BFC54}"/>
              </a:ext>
            </a:extLst>
          </p:cNvPr>
          <p:cNvSpPr txBox="1"/>
          <p:nvPr/>
        </p:nvSpPr>
        <p:spPr>
          <a:xfrm>
            <a:off x="1517715" y="1809519"/>
            <a:ext cx="7692273" cy="3046988"/>
          </a:xfrm>
          <a:prstGeom prst="rect">
            <a:avLst/>
          </a:prstGeom>
          <a:noFill/>
        </p:spPr>
        <p:txBody>
          <a:bodyPr wrap="square" rtlCol="0">
            <a:spAutoFit/>
          </a:bodyPr>
          <a:lstStyle/>
          <a:p>
            <a:pPr marL="342900" indent="-342900">
              <a:buFont typeface="Arial" panose="020B0604020202020204" pitchFamily="34" charset="0"/>
              <a:buChar char="•"/>
            </a:pPr>
            <a:r>
              <a:rPr lang="en-US" sz="2400" i="0" dirty="0" err="1">
                <a:solidFill>
                  <a:srgbClr val="213343"/>
                </a:solidFill>
                <a:effectLst/>
                <a:latin typeface="Times New Roman" panose="02020603050405020304" pitchFamily="18" charset="0"/>
                <a:cs typeface="Times New Roman" panose="02020603050405020304" pitchFamily="18" charset="0"/>
              </a:rPr>
              <a:t>Luôn</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sử</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dụng</a:t>
            </a:r>
            <a:r>
              <a:rPr lang="en-US" sz="2400" i="0" dirty="0">
                <a:solidFill>
                  <a:srgbClr val="213343"/>
                </a:solidFill>
                <a:effectLst/>
                <a:latin typeface="Times New Roman" panose="02020603050405020304" pitchFamily="18" charset="0"/>
                <a:cs typeface="Times New Roman" panose="02020603050405020304" pitchFamily="18" charset="0"/>
              </a:rPr>
              <a:t> HTTPS </a:t>
            </a:r>
            <a:r>
              <a:rPr lang="en-US" sz="2400" i="0" dirty="0" err="1">
                <a:solidFill>
                  <a:srgbClr val="213343"/>
                </a:solidFill>
                <a:effectLst/>
                <a:latin typeface="Times New Roman" panose="02020603050405020304" pitchFamily="18" charset="0"/>
                <a:cs typeface="Times New Roman" panose="02020603050405020304" pitchFamily="18" charset="0"/>
              </a:rPr>
              <a:t>và</a:t>
            </a:r>
            <a:r>
              <a:rPr lang="en-US" sz="2400" i="0" dirty="0">
                <a:solidFill>
                  <a:srgbClr val="213343"/>
                </a:solidFill>
                <a:effectLst/>
                <a:latin typeface="Times New Roman" panose="02020603050405020304" pitchFamily="18" charset="0"/>
                <a:cs typeface="Times New Roman" panose="02020603050405020304" pitchFamily="18" charset="0"/>
              </a:rPr>
              <a:t> HSTS</a:t>
            </a:r>
          </a:p>
          <a:p>
            <a:pPr marL="342900" indent="-342900">
              <a:buFont typeface="Arial" panose="020B0604020202020204" pitchFamily="34" charset="0"/>
              <a:buChar char="•"/>
            </a:pPr>
            <a:r>
              <a:rPr lang="en-US" sz="2400" i="0" dirty="0" err="1">
                <a:solidFill>
                  <a:srgbClr val="213343"/>
                </a:solidFill>
                <a:effectLst/>
                <a:latin typeface="Times New Roman" panose="02020603050405020304" pitchFamily="18" charset="0"/>
                <a:cs typeface="Times New Roman" panose="02020603050405020304" pitchFamily="18" charset="0"/>
              </a:rPr>
              <a:t>Sử</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dụng</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phần</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mềm</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bảo</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mật</a:t>
            </a:r>
            <a:r>
              <a:rPr lang="en-US" sz="2400" i="0" dirty="0">
                <a:solidFill>
                  <a:srgbClr val="213343"/>
                </a:solidFill>
                <a:effectLst/>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400" i="0" dirty="0" err="1">
                <a:solidFill>
                  <a:srgbClr val="213343"/>
                </a:solidFill>
                <a:effectLst/>
                <a:latin typeface="Times New Roman" panose="02020603050405020304" pitchFamily="18" charset="0"/>
                <a:cs typeface="Times New Roman" panose="02020603050405020304" pitchFamily="18" charset="0"/>
              </a:rPr>
              <a:t>Tránh</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truy</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cập</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WiFi</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công</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cộng</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không</a:t>
            </a:r>
            <a:r>
              <a:rPr lang="en-US" sz="2400" i="0" dirty="0">
                <a:solidFill>
                  <a:srgbClr val="213343"/>
                </a:solidFill>
                <a:effectLst/>
                <a:latin typeface="Times New Roman" panose="02020603050405020304" pitchFamily="18" charset="0"/>
                <a:cs typeface="Times New Roman" panose="02020603050405020304" pitchFamily="18" charset="0"/>
              </a:rPr>
              <a:t> an </a:t>
            </a:r>
            <a:r>
              <a:rPr lang="en-US" sz="2400" i="0" dirty="0" err="1">
                <a:solidFill>
                  <a:srgbClr val="213343"/>
                </a:solidFill>
                <a:effectLst/>
                <a:latin typeface="Times New Roman" panose="02020603050405020304" pitchFamily="18" charset="0"/>
                <a:cs typeface="Times New Roman" panose="02020603050405020304" pitchFamily="18" charset="0"/>
              </a:rPr>
              <a:t>toàn</a:t>
            </a:r>
            <a:endParaRPr lang="en-US" sz="2400" i="0" dirty="0">
              <a:solidFill>
                <a:srgbClr val="213343"/>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i="0" dirty="0" err="1">
                <a:solidFill>
                  <a:srgbClr val="213343"/>
                </a:solidFill>
                <a:effectLst/>
                <a:latin typeface="Times New Roman" panose="02020603050405020304" pitchFamily="18" charset="0"/>
                <a:cs typeface="Times New Roman" panose="02020603050405020304" pitchFamily="18" charset="0"/>
              </a:rPr>
              <a:t>Không</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nhấp</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vào</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các</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liên</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kết</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đáng</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ngờ</a:t>
            </a:r>
            <a:endParaRPr lang="en-US" sz="2400" i="0" dirty="0">
              <a:solidFill>
                <a:srgbClr val="213343"/>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i="0" dirty="0" err="1">
                <a:solidFill>
                  <a:srgbClr val="213343"/>
                </a:solidFill>
                <a:effectLst/>
                <a:latin typeface="Times New Roman" panose="02020603050405020304" pitchFamily="18" charset="0"/>
                <a:cs typeface="Times New Roman" panose="02020603050405020304" pitchFamily="18" charset="0"/>
              </a:rPr>
              <a:t>Xóa</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bộ</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nhớ</a:t>
            </a:r>
            <a:r>
              <a:rPr lang="en-US" sz="2400" i="0" dirty="0">
                <a:solidFill>
                  <a:srgbClr val="213343"/>
                </a:solidFill>
                <a:effectLst/>
                <a:latin typeface="Times New Roman" panose="02020603050405020304" pitchFamily="18" charset="0"/>
                <a:cs typeface="Times New Roman" panose="02020603050405020304" pitchFamily="18" charset="0"/>
              </a:rPr>
              <a:t> cache </a:t>
            </a:r>
            <a:r>
              <a:rPr lang="en-US" sz="2400" i="0" dirty="0" err="1">
                <a:solidFill>
                  <a:srgbClr val="213343"/>
                </a:solidFill>
                <a:effectLst/>
                <a:latin typeface="Times New Roman" panose="02020603050405020304" pitchFamily="18" charset="0"/>
                <a:cs typeface="Times New Roman" panose="02020603050405020304" pitchFamily="18" charset="0"/>
              </a:rPr>
              <a:t>và</a:t>
            </a:r>
            <a:r>
              <a:rPr lang="en-US" sz="2400" i="0" dirty="0">
                <a:solidFill>
                  <a:srgbClr val="213343"/>
                </a:solidFill>
                <a:effectLst/>
                <a:latin typeface="Times New Roman" panose="02020603050405020304" pitchFamily="18" charset="0"/>
                <a:cs typeface="Times New Roman" panose="02020603050405020304" pitchFamily="18" charset="0"/>
              </a:rPr>
              <a:t> cookie </a:t>
            </a:r>
            <a:r>
              <a:rPr lang="en-US" sz="2400" i="0" dirty="0" err="1">
                <a:solidFill>
                  <a:srgbClr val="213343"/>
                </a:solidFill>
                <a:effectLst/>
                <a:latin typeface="Times New Roman" panose="02020603050405020304" pitchFamily="18" charset="0"/>
                <a:cs typeface="Times New Roman" panose="02020603050405020304" pitchFamily="18" charset="0"/>
              </a:rPr>
              <a:t>định</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kỳ</a:t>
            </a:r>
            <a:endParaRPr lang="en-US" sz="2400" i="0" dirty="0">
              <a:solidFill>
                <a:srgbClr val="213343"/>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i="0" dirty="0" err="1">
                <a:solidFill>
                  <a:srgbClr val="213343"/>
                </a:solidFill>
                <a:effectLst/>
                <a:latin typeface="Times New Roman" panose="02020603050405020304" pitchFamily="18" charset="0"/>
                <a:cs typeface="Times New Roman" panose="02020603050405020304" pitchFamily="18" charset="0"/>
              </a:rPr>
              <a:t>Bật</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xác</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thực</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hai</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yếu</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tố</a:t>
            </a:r>
            <a:r>
              <a:rPr lang="en-US" sz="2400" i="0" dirty="0">
                <a:solidFill>
                  <a:srgbClr val="213343"/>
                </a:solidFill>
                <a:effectLst/>
                <a:latin typeface="Times New Roman" panose="02020603050405020304" pitchFamily="18" charset="0"/>
                <a:cs typeface="Times New Roman" panose="02020603050405020304" pitchFamily="18" charset="0"/>
              </a:rPr>
              <a:t> (2FA/MFA)</a:t>
            </a:r>
          </a:p>
          <a:p>
            <a:pPr marL="342900" indent="-342900">
              <a:buFont typeface="Arial" panose="020B0604020202020204" pitchFamily="34" charset="0"/>
              <a:buChar char="•"/>
            </a:pPr>
            <a:r>
              <a:rPr lang="en-US" sz="2400" i="0" dirty="0" err="1">
                <a:solidFill>
                  <a:srgbClr val="213343"/>
                </a:solidFill>
                <a:effectLst/>
                <a:latin typeface="Times New Roman" panose="02020603050405020304" pitchFamily="18" charset="0"/>
                <a:cs typeface="Times New Roman" panose="02020603050405020304" pitchFamily="18" charset="0"/>
              </a:rPr>
              <a:t>Sử</a:t>
            </a:r>
            <a:r>
              <a:rPr lang="en-US" sz="2400" i="0" dirty="0">
                <a:solidFill>
                  <a:srgbClr val="213343"/>
                </a:solidFill>
                <a:effectLst/>
                <a:latin typeface="Times New Roman" panose="02020603050405020304" pitchFamily="18" charset="0"/>
                <a:cs typeface="Times New Roman" panose="02020603050405020304" pitchFamily="18" charset="0"/>
              </a:rPr>
              <a:t> </a:t>
            </a:r>
            <a:r>
              <a:rPr lang="en-US" sz="2400" i="0" dirty="0" err="1">
                <a:solidFill>
                  <a:srgbClr val="213343"/>
                </a:solidFill>
                <a:effectLst/>
                <a:latin typeface="Times New Roman" panose="02020603050405020304" pitchFamily="18" charset="0"/>
                <a:cs typeface="Times New Roman" panose="02020603050405020304" pitchFamily="18" charset="0"/>
              </a:rPr>
              <a:t>dụng</a:t>
            </a:r>
            <a:r>
              <a:rPr lang="en-US" sz="2400" i="0" dirty="0">
                <a:solidFill>
                  <a:srgbClr val="213343"/>
                </a:solidFill>
                <a:effectLst/>
                <a:latin typeface="Times New Roman" panose="02020603050405020304" pitchFamily="18" charset="0"/>
                <a:cs typeface="Times New Roman" panose="02020603050405020304" pitchFamily="18" charset="0"/>
              </a:rPr>
              <a:t> VPN</a:t>
            </a:r>
          </a:p>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p59"/>
          <p:cNvSpPr txBox="1">
            <a:spLocks noGrp="1"/>
          </p:cNvSpPr>
          <p:nvPr>
            <p:ph type="ctrTitle"/>
          </p:nvPr>
        </p:nvSpPr>
        <p:spPr>
          <a:xfrm>
            <a:off x="493144" y="2008231"/>
            <a:ext cx="11205713" cy="1855310"/>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rgbClr val="0070C0"/>
              </a:buClr>
              <a:buSzPts val="4400"/>
              <a:buFont typeface="K2D" panose="00000500000000000000"/>
              <a:buNone/>
            </a:pPr>
            <a:r>
              <a:rPr lang="en-US" dirty="0"/>
              <a:t>DEMO</a:t>
            </a:r>
          </a:p>
        </p:txBody>
      </p:sp>
      <p:sp>
        <p:nvSpPr>
          <p:cNvPr id="787" name="Google Shape;787;p59"/>
          <p:cNvSpPr txBox="1">
            <a:spLocks noGrp="1"/>
          </p:cNvSpPr>
          <p:nvPr>
            <p:ph type="subTitle" idx="1"/>
          </p:nvPr>
        </p:nvSpPr>
        <p:spPr>
          <a:xfrm>
            <a:off x="493144" y="3863542"/>
            <a:ext cx="11205713" cy="1036706"/>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1F5CAA"/>
              </a:buClr>
              <a:buSzPts val="3200"/>
              <a:buNone/>
            </a:pPr>
            <a:endParaRPr lang="en-US" dirty="0">
              <a:solidFill>
                <a:srgbClr val="1F5CAA"/>
              </a:solidFill>
            </a:endParaRPr>
          </a:p>
        </p:txBody>
      </p:sp>
      <p:sp>
        <p:nvSpPr>
          <p:cNvPr id="788" name="Google Shape;788;p59"/>
          <p:cNvSpPr txBox="1">
            <a:spLocks noGrp="1"/>
          </p:cNvSpPr>
          <p:nvPr>
            <p:ph type="body" idx="2"/>
          </p:nvPr>
        </p:nvSpPr>
        <p:spPr>
          <a:xfrm>
            <a:off x="493144" y="4924425"/>
            <a:ext cx="11205713" cy="492125"/>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00AFEF"/>
              </a:buClr>
              <a:buSzPts val="2000"/>
              <a:buNone/>
            </a:pP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551</TotalTime>
  <Words>901</Words>
  <Application>Microsoft Office PowerPoint</Application>
  <PresentationFormat>Widescreen</PresentationFormat>
  <Paragraphs>103</Paragraphs>
  <Slides>28</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Barlow</vt:lpstr>
      <vt:lpstr>Calibri</vt:lpstr>
      <vt:lpstr>Calibri Light</vt:lpstr>
      <vt:lpstr>K2D</vt:lpstr>
      <vt:lpstr>Readex Pro</vt:lpstr>
      <vt:lpstr>Times New Roman</vt:lpstr>
      <vt:lpstr>Office Theme</vt:lpstr>
      <vt:lpstr>BÁO CÁO  AUTHENTICATION AND IDENTIFICATION FAILURE</vt:lpstr>
      <vt:lpstr>MỤC LỤC</vt:lpstr>
      <vt:lpstr>1. KHÁI NIỆM</vt:lpstr>
      <vt:lpstr>1. KHÁI NIỆM</vt:lpstr>
      <vt:lpstr>1. KHÁI NIỆM</vt:lpstr>
      <vt:lpstr>2. HẬU QUẢ</vt:lpstr>
      <vt:lpstr>2. HẬU QUẢ</vt:lpstr>
      <vt:lpstr>3. NGUYÊN NHÂN</vt:lpstr>
      <vt:lpstr>3. NGUYÊN NHÂN</vt:lpstr>
      <vt:lpstr>4. UNLIMITED LOGIN ATTEMPTS – KHÔNG GIỚI HẠN SỐ LẦN ĐĂNG NHẬP  </vt:lpstr>
      <vt:lpstr>4. UNLIMITED LOGIN ATTEMPTS</vt:lpstr>
      <vt:lpstr>4. UNLIMITED LOGIN ATTEMPTS</vt:lpstr>
      <vt:lpstr>4. UNLIMITED LOGIN ATTEMPTS</vt:lpstr>
      <vt:lpstr>4. UNLIMITED LOGIN ATTEMPTS</vt:lpstr>
      <vt:lpstr>5. MISSING MULTI-FACTOR AUTHENTICATION - THIẾU XÁC THỰC ĐA YẾU TỐ</vt:lpstr>
      <vt:lpstr> 5. MISSING MULTI-FACTOR AUTHENTICATION </vt:lpstr>
      <vt:lpstr> 5. MISSING MULTI-FACTOR AUTHENTICATION </vt:lpstr>
      <vt:lpstr> 5. MISSING MULTI-FACTOR AUTHENTICATION </vt:lpstr>
      <vt:lpstr> 5. MISSING MULTI-FACTOR AUTHENTICATION </vt:lpstr>
      <vt:lpstr>6. SESSION MANAGEMENT VULNERABILITIES – LỖ HỔNG QUẢN LÝ PHIÊN</vt:lpstr>
      <vt:lpstr>6. SESSION MANAGERMENT VULNERABILITIES </vt:lpstr>
      <vt:lpstr>6. SESSION MANAGERMENT VULNERABILITIES </vt:lpstr>
      <vt:lpstr>6. SESSION MANAGERMENT VULNERABILITIES </vt:lpstr>
      <vt:lpstr>6. SESSION MANAGERMENT VULNERABILITIES </vt:lpstr>
      <vt:lpstr>6. SESSION MANAGERMENT VULNERABILITIES </vt:lpstr>
      <vt:lpstr>6. SESSION MANAGEMENT VULNERABILITIES</vt:lpstr>
      <vt:lpstr>6. SESSION MANAGEMENT VULNERABILITIES</vt:lpstr>
      <vt:lpstr>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6</cp:revision>
  <dcterms:created xsi:type="dcterms:W3CDTF">2025-11-09T16:35:45Z</dcterms:created>
  <dcterms:modified xsi:type="dcterms:W3CDTF">2025-11-18T08:12:23Z</dcterms:modified>
</cp:coreProperties>
</file>